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6.svg" ContentType="image/svg+xml"/>
  <Override PartName="/ppt/media/image68.svg" ContentType="image/svg+xml"/>
  <Override PartName="/ppt/media/image7.svg" ContentType="image/svg+xml"/>
  <Override PartName="/ppt/media/image70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2" r:id="rId4"/>
  </p:sldMasterIdLst>
  <p:notesMasterIdLst>
    <p:notesMasterId r:id="rId29"/>
  </p:notesMasterIdLst>
  <p:handoutMasterIdLst>
    <p:handoutMasterId r:id="rId30"/>
  </p:handoutMasterIdLst>
  <p:sldIdLst>
    <p:sldId id="257" r:id="rId5"/>
    <p:sldId id="258" r:id="rId6"/>
    <p:sldId id="259" r:id="rId7"/>
    <p:sldId id="260" r:id="rId8"/>
    <p:sldId id="261" r:id="rId9"/>
    <p:sldId id="313" r:id="rId10"/>
    <p:sldId id="311" r:id="rId11"/>
    <p:sldId id="309" r:id="rId12"/>
    <p:sldId id="307" r:id="rId13"/>
    <p:sldId id="305" r:id="rId14"/>
    <p:sldId id="262" r:id="rId15"/>
    <p:sldId id="263" r:id="rId16"/>
    <p:sldId id="264" r:id="rId17"/>
    <p:sldId id="265" r:id="rId18"/>
    <p:sldId id="266" r:id="rId19"/>
    <p:sldId id="267" r:id="rId20"/>
    <p:sldId id="303" r:id="rId21"/>
    <p:sldId id="268" r:id="rId22"/>
    <p:sldId id="269" r:id="rId23"/>
    <p:sldId id="270" r:id="rId24"/>
    <p:sldId id="271" r:id="rId25"/>
    <p:sldId id="272" r:id="rId26"/>
    <p:sldId id="273" r:id="rId27"/>
    <p:sldId id="274" r:id="rId2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rgbClr r="10224" g="34191" b="15896">
                <a:alpha val="100000"/>
              </a:scrgbClr>
            </a:solidFill>
            <a:ln>
              <a:solidFill>
                <a:scrgbClr r="10224" g="34191" b="15896">
                  <a:alpha val="100000"/>
                </a:scrgb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rgbClr r="10224" g="34191" b="15896">
                      <a:alpha val="100000"/>
                    </a:scrgbClr>
                  </a:gs>
                  <a:gs pos="100000">
                    <a:scrgbClr r="10224" g="34191" b="15896">
                      <a:alpha val="40000"/>
                    </a:scrgb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rgbClr r="39157" g="23840" b="7819">
                      <a:alpha val="100000"/>
                    </a:scrgbClr>
                  </a:gs>
                  <a:gs pos="100000">
                    <a:scrgbClr r="39157" g="23840" b="7819">
                      <a:alpha val="40000"/>
                    </a:scrgb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rgbClr r="29614" g="36625" b="47932">
                      <a:alpha val="100000"/>
                    </a:scrgbClr>
                  </a:gs>
                  <a:gs pos="100000">
                    <a:scrgbClr r="29614" g="36625" b="47932">
                      <a:alpha val="40000"/>
                    </a:scrgb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gradFill>
                <a:gsLst>
                  <a:gs pos="0">
                    <a:scrgbClr r="63076" g="46778" b="25415">
                      <a:alpha val="100000"/>
                    </a:scrgbClr>
                  </a:gs>
                  <a:gs pos="100000">
                    <a:scrgbClr r="63076" g="46778" b="25415">
                      <a:alpha val="40000"/>
                    </a:scrgb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gradFill>
                <a:gsLst>
                  <a:gs pos="0">
                    <a:scrgbClr r="1229" g="8866" b="18782">
                      <a:alpha val="100000"/>
                    </a:scrgbClr>
                  </a:gs>
                  <a:gs pos="100000">
                    <a:scrgbClr r="1229" g="8866" b="18782">
                      <a:alpha val="40000"/>
                    </a:scrgb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gradFill>
                <a:gsLst>
                  <a:gs pos="0">
                    <a:scrgbClr r="12744" g="17465" b="25818">
                      <a:alpha val="100000"/>
                    </a:scrgbClr>
                  </a:gs>
                  <a:gs pos="100000">
                    <a:scrgbClr r="12744" g="17465" b="25818">
                      <a:alpha val="40000"/>
                    </a:scrgb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6"/>
            <c:invertIfNegative val="0"/>
            <c:bubble3D val="0"/>
            <c:spPr>
              <a:gradFill>
                <a:gsLst>
                  <a:gs pos="0">
                    <a:scrgbClr r="10224" g="34191" b="15896">
                      <a:alpha val="60000"/>
                    </a:scrgbClr>
                  </a:gs>
                  <a:gs pos="100000">
                    <a:scrgbClr r="10224" g="34191" b="15896">
                      <a:alpha val="40000"/>
                    </a:scrgb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7"/>
            <c:invertIfNegative val="0"/>
            <c:bubble3D val="0"/>
            <c:spPr>
              <a:gradFill>
                <a:gsLst>
                  <a:gs pos="0">
                    <a:scrgbClr r="39157" g="23840" b="7819">
                      <a:alpha val="60000"/>
                    </a:scrgbClr>
                  </a:gs>
                  <a:gs pos="100000">
                    <a:scrgbClr r="39157" g="23840" b="7819">
                      <a:alpha val="40000"/>
                    </a:scrgb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3310" g="3310" b="3310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福建</c:v>
                </c:pt>
                <c:pt idx="1">
                  <c:v>湖北</c:v>
                </c:pt>
                <c:pt idx="2">
                  <c:v>河南</c:v>
                </c:pt>
                <c:pt idx="3">
                  <c:v>四川</c:v>
                </c:pt>
                <c:pt idx="4">
                  <c:v>山东</c:v>
                </c:pt>
                <c:pt idx="5">
                  <c:v>浙江</c:v>
                </c:pt>
                <c:pt idx="6">
                  <c:v>江苏</c:v>
                </c:pt>
                <c:pt idx="7">
                  <c:v>广东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142</c:v>
                </c:pt>
                <c:pt idx="1">
                  <c:v>165</c:v>
                </c:pt>
                <c:pt idx="2">
                  <c:v>187</c:v>
                </c:pt>
                <c:pt idx="3">
                  <c:v>203</c:v>
                </c:pt>
                <c:pt idx="4">
                  <c:v>241</c:v>
                </c:pt>
                <c:pt idx="5">
                  <c:v>278</c:v>
                </c:pt>
                <c:pt idx="6">
                  <c:v>312</c:v>
                </c:pt>
                <c:pt idx="7">
                  <c:v>386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overlap val="-30"/>
        <c:axId val="807736665"/>
        <c:axId val="954730748"/>
      </c:barChart>
      <c:catAx>
        <c:axId val="807736665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6301" g="9084" b="14126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954730748"/>
        <c:crosses val="autoZero"/>
        <c:auto val="1"/>
        <c:lblAlgn val="ctr"/>
        <c:lblOffset val="100"/>
        <c:noMultiLvlLbl val="0"/>
      </c:catAx>
      <c:valAx>
        <c:axId val="954730748"/>
        <c:scaling>
          <c:orientation val="minMax"/>
          <c:max val="400"/>
          <c:min val="0"/>
        </c:scaling>
        <c:delete val="0"/>
        <c:axPos val="b"/>
        <c:majorGridlines>
          <c:spPr>
            <a:ln w="12700" cap="flat" cmpd="sng" algn="ctr">
              <a:solidFill>
                <a:scrgbClr r="478" g="857" b="2315">
                  <a:alpha val="7843"/>
                </a:scrgb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>
            <a:solidFill>
              <a:scrgbClr r="74540" g="74540" b="74540">
                <a:alpha val="100000"/>
              </a:scrgbClr>
            </a:solidFill>
            <a:prstDash val="solid"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6301" g="9084" b="14126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80773666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4aa1a3b-061d-4df0-88f6-03f98a71e3a4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00" b="0" i="0" u="none" strike="noStrike" kern="1200" spc="0" baseline="0">
                <a:solidFill>
                  <a:scrgbClr r="3310" g="3310" b="3310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  <a:r>
              <a:t>2024年季度营收与同比增长率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营收(亿元)</c:v>
                </c:pt>
              </c:strCache>
            </c:strRef>
          </c:tx>
          <c:spPr>
            <a:solidFill>
              <a:scrgbClr r="79130" g="36131" b="4519">
                <a:alpha val="100000"/>
              </a:scrgbClr>
            </a:solidFill>
            <a:ln>
              <a:solidFill>
                <a:scrgbClr r="79130" g="36131" b="4519">
                  <a:alpha val="100000"/>
                </a:scrgb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rgbClr r="79130" g="36131" b="4519">
                      <a:alpha val="100000"/>
                    </a:scrgbClr>
                  </a:gs>
                  <a:gs pos="100000">
                    <a:scrgbClr r="79130" g="36131" b="4519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rgbClr r="79130" g="36131" b="4519">
                      <a:alpha val="100000"/>
                    </a:scrgbClr>
                  </a:gs>
                  <a:gs pos="100000">
                    <a:scrgbClr r="79130" g="36131" b="4519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rgbClr r="79130" g="36131" b="4519">
                      <a:alpha val="100000"/>
                    </a:scrgbClr>
                  </a:gs>
                  <a:gs pos="100000">
                    <a:scrgbClr r="79130" g="36131" b="4519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gradFill>
                <a:gsLst>
                  <a:gs pos="0">
                    <a:scrgbClr r="79130" g="36131" b="4519">
                      <a:alpha val="100000"/>
                    </a:scrgbClr>
                  </a:gs>
                  <a:gs pos="100000">
                    <a:scrgbClr r="79130" g="36131" b="4519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Lbls>
            <c:numFmt formatCode="0.##&quot;亿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3310" g="3310" b="3310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2.8</c:v>
                </c:pt>
                <c:pt idx="1">
                  <c:v>3.4</c:v>
                </c:pt>
                <c:pt idx="2">
                  <c:v>3.9</c:v>
                </c:pt>
                <c:pt idx="3">
                  <c:v>4.6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overlap val="-30"/>
        <c:axId val="548176334"/>
        <c:axId val="4868611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同比增长率</c:v>
                </c:pt>
              </c:strCache>
            </c:strRef>
          </c:tx>
          <c:spPr>
            <a:ln w="28575" cap="rnd">
              <a:solidFill>
                <a:scrgbClr r="39157" g="23840" b="7819">
                  <a:alpha val="100000"/>
                </a:scrgbClr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rgbClr r="39157" g="23840" b="7819">
                  <a:alpha val="100000"/>
                </a:scrgbClr>
              </a:solidFill>
              <a:ln w="38100">
                <a:solidFill>
                  <a:scrgbClr r="39157" g="23840" b="7819">
                    <a:alpha val="100000"/>
                  </a:scrgbClr>
                </a:solidFill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29</c:v>
                </c:pt>
                <c:pt idx="3">
                  <c:v>35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94712045"/>
        <c:axId val="536374164"/>
      </c:lineChart>
      <c:catAx>
        <c:axId val="54817633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rgbClr r="74540" g="74540" b="74540">
                <a:alpha val="100000"/>
              </a:scrgb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6301" g="9084" b="14126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486861158"/>
        <c:crosses val="autoZero"/>
        <c:auto val="1"/>
        <c:lblAlgn val="ctr"/>
        <c:lblOffset val="100"/>
        <c:noMultiLvlLbl val="0"/>
      </c:catAx>
      <c:valAx>
        <c:axId val="486861158"/>
        <c:scaling>
          <c:orientation val="minMax"/>
          <c:max val="5"/>
          <c:min val="0"/>
        </c:scaling>
        <c:delete val="0"/>
        <c:axPos val="l"/>
        <c:majorGridlines>
          <c:spPr>
            <a:ln w="12700" cap="flat" cmpd="sng" algn="ctr">
              <a:solidFill>
                <a:scrgbClr r="478" g="857" b="2315">
                  <a:alpha val="7843"/>
                </a:scrgbClr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rgbClr r="29614" g="36625" b="47932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营收(亿元)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rgbClr r="29614" g="36625" b="47932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548176334"/>
        <c:crosses val="autoZero"/>
        <c:crossBetween val="between"/>
        <c:majorUnit val="1"/>
      </c:valAx>
      <c:catAx>
        <c:axId val="94712045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36374164"/>
        <c:crosses val="autoZero"/>
        <c:auto val="1"/>
        <c:lblAlgn val="ctr"/>
        <c:lblOffset val="100"/>
        <c:noMultiLvlLbl val="0"/>
      </c:catAx>
      <c:valAx>
        <c:axId val="536374164"/>
        <c:scaling>
          <c:orientation val="minMax"/>
          <c:max val="40"/>
          <c:min val="0"/>
        </c:scaling>
        <c:delete val="0"/>
        <c:axPos val="r"/>
        <c:majorGridlines>
          <c:spPr>
            <a:ln w="12700" cap="flat" cmpd="sng" algn="ctr">
              <a:solidFill>
                <a:scrgbClr r="478" g="857" b="2315">
                  <a:alpha val="7843"/>
                </a:scrgbClr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rgbClr r="29614" g="36625" b="47932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同比增长率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0\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rgbClr r="29614" g="36625" b="47932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94712045"/>
        <c:crosses val="max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rgbClr r="6301" g="9084" b="14126">
                  <a:alpha val="100000"/>
                </a:sc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b9e25b9-2b49-47ce-b88a-5f8c5d18646c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rgbClr r="91310" g="38133" b="1681">
                <a:alpha val="100000"/>
              </a:scrgbClr>
            </a:solidFill>
          </c:spPr>
          <c:explosion val="0"/>
          <c:dPt>
            <c:idx val="0"/>
            <c:bubble3D val="0"/>
            <c:spPr>
              <a:solidFill>
                <a:scrgbClr r="91310" g="38133" b="1681">
                  <a:alpha val="100000"/>
                </a:scrgbClr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rgbClr r="39157" g="23840" b="7819">
                  <a:alpha val="100000"/>
                </a:scrgbClr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rgbClr r="29614" g="36625" b="47932">
                  <a:alpha val="100000"/>
                </a:scrgbClr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rgbClr r="63076" g="46778" b="25415">
                  <a:alpha val="100000"/>
                </a:scrgbClr>
              </a:solidFill>
              <a:ln>
                <a:noFill/>
              </a:ln>
              <a:effectLst/>
            </c:spPr>
          </c:dPt>
          <c:dPt>
            <c:idx val="4"/>
            <c:bubble3D val="0"/>
            <c:spPr>
              <a:solidFill>
                <a:scrgbClr r="1229" g="8866" b="18782">
                  <a:alpha val="100000"/>
                </a:scrgbClr>
              </a:solidFill>
              <a:ln>
                <a:noFill/>
              </a:ln>
              <a:effectLst/>
            </c:spPr>
          </c:dPt>
          <c:dPt>
            <c:idx val="5"/>
            <c:bubble3D val="0"/>
            <c:spPr>
              <a:solidFill>
                <a:scrgbClr r="12744" g="17465" b="25818">
                  <a:alpha val="100000"/>
                </a:scrgbClr>
              </a:solidFill>
              <a:ln>
                <a:noFill/>
              </a:ln>
              <a:effectLst/>
            </c:spPr>
          </c:dPt>
          <c:dPt>
            <c:idx val="6"/>
            <c:bubble3D val="0"/>
            <c:spPr>
              <a:solidFill>
                <a:scrgbClr r="91310" g="38133" b="1681">
                  <a:alpha val="60000"/>
                </a:scrgbClr>
              </a:solidFill>
              <a:ln>
                <a:noFill/>
              </a:ln>
              <a:effectLst/>
            </c:spPr>
          </c:dPt>
          <c:dLbls>
            <c:dLbl>
              <c:idx val="0"/>
              <c:layout/>
              <c:numFmt formatCode="0.0#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crgbClr r="0" g="0" b="0">
                          <a:alpha val="100000"/>
                        </a:scrgb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.0#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crgbClr r="0" g="0" b="0">
                          <a:alpha val="100000"/>
                        </a:scrgb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.0#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crgbClr r="0" g="0" b="0">
                          <a:alpha val="100000"/>
                        </a:scrgb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.0#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crgbClr r="0" g="0" b="0">
                          <a:alpha val="100000"/>
                        </a:scrgb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0.0#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crgbClr r="0" g="0" b="0">
                          <a:alpha val="100000"/>
                        </a:scrgb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0.0#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crgbClr r="0" g="0" b="0">
                          <a:alpha val="100000"/>
                        </a:scrgb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numFmt formatCode="0.0#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crgbClr r="0" g="0" b="0">
                          <a:alpha val="100000"/>
                        </a:scrgb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比亚迪</c:v>
                </c:pt>
                <c:pt idx="1">
                  <c:v>特斯拉中国</c:v>
                </c:pt>
                <c:pt idx="2">
                  <c:v>理想</c:v>
                </c:pt>
                <c:pt idx="3">
                  <c:v>问界</c:v>
                </c:pt>
                <c:pt idx="4">
                  <c:v>蔚来</c:v>
                </c:pt>
                <c:pt idx="5">
                  <c:v>小鹏</c:v>
                </c:pt>
                <c:pt idx="6">
                  <c:v>其他品牌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34.2</c:v>
                </c:pt>
                <c:pt idx="1">
                  <c:v>12.8</c:v>
                </c:pt>
                <c:pt idx="2">
                  <c:v>8.5</c:v>
                </c:pt>
                <c:pt idx="3">
                  <c:v>7.9</c:v>
                </c:pt>
                <c:pt idx="4">
                  <c:v>5.6</c:v>
                </c:pt>
                <c:pt idx="5">
                  <c:v>4.8</c:v>
                </c:pt>
                <c:pt idx="6">
                  <c:v>26.2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1"/>
          <c:showLeaderLines val="1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rgbClr r="6301" g="9084" b="14126">
                  <a:alpha val="100000"/>
                </a:sc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735a7f2-078b-4210-acdf-7cb1dde94045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crgbClr r="1298" g="5127" b="3310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累计产权交易额</c:v>
                </c:pt>
                <c:pt idx="1">
                  <c:v>2025年新增交易额</c:v>
                </c:pt>
                <c:pt idx="2">
                  <c:v>2025年线上交易额</c:v>
                </c:pt>
                <c:pt idx="3">
                  <c:v>增收节支总额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172</c:v>
                </c:pt>
                <c:pt idx="1">
                  <c:v>43.4</c:v>
                </c:pt>
                <c:pt idx="2">
                  <c:v>38.4</c:v>
                </c:pt>
                <c:pt idx="3">
                  <c:v>1.26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27"/>
        <c:overlap val="-30"/>
        <c:axId val="127090836"/>
        <c:axId val="94435733"/>
      </c:barChart>
      <c:catAx>
        <c:axId val="1270908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rgbClr r="47932" g="65837" b="55201">
                <a:alpha val="100000"/>
              </a:scrgb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7421" g="15593" b="11697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94435733"/>
        <c:crosses val="autoZero"/>
        <c:auto val="1"/>
        <c:lblAlgn val="ctr"/>
        <c:lblOffset val="100"/>
        <c:noMultiLvlLbl val="0"/>
      </c:catAx>
      <c:valAx>
        <c:axId val="94435733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rgbClr r="94731" g="96469" b="94731">
                  <a:alpha val="100000"/>
                </a:scrgb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>
            <a:solidFill>
              <a:scrgbClr r="15593" g="16203" b="19120">
                <a:alpha val="100000"/>
              </a:scrgbClr>
            </a:solidFill>
            <a:prstDash val="solid"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7421" g="15593" b="11697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1270908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4946cf6-369c-4ff2-b686-9e566363458b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2.xml"/><Relationship Id="rId14" Type="http://schemas.openxmlformats.org/officeDocument/2006/relationships/tags" Target="../tags/tag1.xml"/><Relationship Id="rId13" Type="http://schemas.openxmlformats.org/officeDocument/2006/relationships/image" Target="../media/image4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tags" Target="../tags/tag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3" Type="http://schemas.openxmlformats.org/officeDocument/2006/relationships/slideLayout" Target="../slideLayouts/slideLayout7.xml"/><Relationship Id="rId32" Type="http://schemas.openxmlformats.org/officeDocument/2006/relationships/tags" Target="../tags/tag42.xml"/><Relationship Id="rId31" Type="http://schemas.openxmlformats.org/officeDocument/2006/relationships/tags" Target="../tags/tag41.xml"/><Relationship Id="rId30" Type="http://schemas.openxmlformats.org/officeDocument/2006/relationships/tags" Target="../tags/tag40.xml"/><Relationship Id="rId3" Type="http://schemas.openxmlformats.org/officeDocument/2006/relationships/tags" Target="../tags/tag13.xml"/><Relationship Id="rId29" Type="http://schemas.openxmlformats.org/officeDocument/2006/relationships/tags" Target="../tags/tag39.xml"/><Relationship Id="rId28" Type="http://schemas.openxmlformats.org/officeDocument/2006/relationships/tags" Target="../tags/tag38.xml"/><Relationship Id="rId27" Type="http://schemas.openxmlformats.org/officeDocument/2006/relationships/tags" Target="../tags/tag37.xml"/><Relationship Id="rId26" Type="http://schemas.openxmlformats.org/officeDocument/2006/relationships/tags" Target="../tags/tag36.xml"/><Relationship Id="rId25" Type="http://schemas.openxmlformats.org/officeDocument/2006/relationships/tags" Target="../tags/tag35.xml"/><Relationship Id="rId24" Type="http://schemas.openxmlformats.org/officeDocument/2006/relationships/tags" Target="../tags/tag34.xml"/><Relationship Id="rId23" Type="http://schemas.openxmlformats.org/officeDocument/2006/relationships/tags" Target="../tags/tag33.xml"/><Relationship Id="rId22" Type="http://schemas.openxmlformats.org/officeDocument/2006/relationships/tags" Target="../tags/tag32.xml"/><Relationship Id="rId21" Type="http://schemas.openxmlformats.org/officeDocument/2006/relationships/tags" Target="../tags/tag31.xml"/><Relationship Id="rId20" Type="http://schemas.openxmlformats.org/officeDocument/2006/relationships/tags" Target="../tags/tag30.xml"/><Relationship Id="rId2" Type="http://schemas.openxmlformats.org/officeDocument/2006/relationships/tags" Target="../tags/tag12.xml"/><Relationship Id="rId19" Type="http://schemas.openxmlformats.org/officeDocument/2006/relationships/tags" Target="../tags/tag29.xml"/><Relationship Id="rId18" Type="http://schemas.openxmlformats.org/officeDocument/2006/relationships/tags" Target="../tags/tag28.xml"/><Relationship Id="rId17" Type="http://schemas.openxmlformats.org/officeDocument/2006/relationships/tags" Target="../tags/tag2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5.jpeg"/><Relationship Id="rId1" Type="http://schemas.openxmlformats.org/officeDocument/2006/relationships/tags" Target="../tags/tag5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7" Type="http://schemas.openxmlformats.org/officeDocument/2006/relationships/slideLayout" Target="../slideLayouts/slideLayout7.xml"/><Relationship Id="rId66" Type="http://schemas.openxmlformats.org/officeDocument/2006/relationships/tags" Target="../tags/tag108.xml"/><Relationship Id="rId65" Type="http://schemas.openxmlformats.org/officeDocument/2006/relationships/tags" Target="../tags/tag107.xml"/><Relationship Id="rId64" Type="http://schemas.openxmlformats.org/officeDocument/2006/relationships/tags" Target="../tags/tag106.xml"/><Relationship Id="rId63" Type="http://schemas.openxmlformats.org/officeDocument/2006/relationships/image" Target="../media/image13.svg"/><Relationship Id="rId62" Type="http://schemas.openxmlformats.org/officeDocument/2006/relationships/image" Target="../media/image12.png"/><Relationship Id="rId61" Type="http://schemas.openxmlformats.org/officeDocument/2006/relationships/tags" Target="../tags/tag105.xml"/><Relationship Id="rId60" Type="http://schemas.openxmlformats.org/officeDocument/2006/relationships/tags" Target="../tags/tag104.xml"/><Relationship Id="rId6" Type="http://schemas.openxmlformats.org/officeDocument/2006/relationships/tags" Target="../tags/tag54.xml"/><Relationship Id="rId59" Type="http://schemas.openxmlformats.org/officeDocument/2006/relationships/tags" Target="../tags/tag103.xml"/><Relationship Id="rId58" Type="http://schemas.openxmlformats.org/officeDocument/2006/relationships/tags" Target="../tags/tag102.xml"/><Relationship Id="rId57" Type="http://schemas.openxmlformats.org/officeDocument/2006/relationships/tags" Target="../tags/tag101.xml"/><Relationship Id="rId56" Type="http://schemas.openxmlformats.org/officeDocument/2006/relationships/tags" Target="../tags/tag100.xml"/><Relationship Id="rId55" Type="http://schemas.openxmlformats.org/officeDocument/2006/relationships/tags" Target="../tags/tag99.xml"/><Relationship Id="rId54" Type="http://schemas.openxmlformats.org/officeDocument/2006/relationships/tags" Target="../tags/tag98.xml"/><Relationship Id="rId53" Type="http://schemas.openxmlformats.org/officeDocument/2006/relationships/tags" Target="../tags/tag97.xml"/><Relationship Id="rId52" Type="http://schemas.openxmlformats.org/officeDocument/2006/relationships/tags" Target="../tags/tag96.xml"/><Relationship Id="rId51" Type="http://schemas.openxmlformats.org/officeDocument/2006/relationships/tags" Target="../tags/tag95.xml"/><Relationship Id="rId50" Type="http://schemas.openxmlformats.org/officeDocument/2006/relationships/tags" Target="../tags/tag94.xml"/><Relationship Id="rId5" Type="http://schemas.openxmlformats.org/officeDocument/2006/relationships/image" Target="../media/image7.svg"/><Relationship Id="rId49" Type="http://schemas.openxmlformats.org/officeDocument/2006/relationships/tags" Target="../tags/tag93.xml"/><Relationship Id="rId48" Type="http://schemas.openxmlformats.org/officeDocument/2006/relationships/tags" Target="../tags/tag92.xml"/><Relationship Id="rId47" Type="http://schemas.openxmlformats.org/officeDocument/2006/relationships/tags" Target="../tags/tag91.xml"/><Relationship Id="rId46" Type="http://schemas.openxmlformats.org/officeDocument/2006/relationships/tags" Target="../tags/tag90.xml"/><Relationship Id="rId45" Type="http://schemas.openxmlformats.org/officeDocument/2006/relationships/tags" Target="../tags/tag89.xml"/><Relationship Id="rId44" Type="http://schemas.openxmlformats.org/officeDocument/2006/relationships/tags" Target="../tags/tag88.xml"/><Relationship Id="rId43" Type="http://schemas.openxmlformats.org/officeDocument/2006/relationships/tags" Target="../tags/tag87.xml"/><Relationship Id="rId42" Type="http://schemas.openxmlformats.org/officeDocument/2006/relationships/tags" Target="../tags/tag86.xml"/><Relationship Id="rId41" Type="http://schemas.openxmlformats.org/officeDocument/2006/relationships/image" Target="../media/image11.svg"/><Relationship Id="rId40" Type="http://schemas.openxmlformats.org/officeDocument/2006/relationships/image" Target="../media/image10.png"/><Relationship Id="rId4" Type="http://schemas.openxmlformats.org/officeDocument/2006/relationships/image" Target="../media/image6.png"/><Relationship Id="rId39" Type="http://schemas.openxmlformats.org/officeDocument/2006/relationships/tags" Target="../tags/tag85.xml"/><Relationship Id="rId38" Type="http://schemas.openxmlformats.org/officeDocument/2006/relationships/tags" Target="../tags/tag84.xml"/><Relationship Id="rId37" Type="http://schemas.openxmlformats.org/officeDocument/2006/relationships/tags" Target="../tags/tag83.xml"/><Relationship Id="rId36" Type="http://schemas.openxmlformats.org/officeDocument/2006/relationships/tags" Target="../tags/tag82.xml"/><Relationship Id="rId35" Type="http://schemas.openxmlformats.org/officeDocument/2006/relationships/tags" Target="../tags/tag81.xml"/><Relationship Id="rId34" Type="http://schemas.openxmlformats.org/officeDocument/2006/relationships/tags" Target="../tags/tag80.xml"/><Relationship Id="rId33" Type="http://schemas.openxmlformats.org/officeDocument/2006/relationships/tags" Target="../tags/tag79.xml"/><Relationship Id="rId32" Type="http://schemas.openxmlformats.org/officeDocument/2006/relationships/image" Target="../media/image9.svg"/><Relationship Id="rId31" Type="http://schemas.openxmlformats.org/officeDocument/2006/relationships/image" Target="../media/image8.png"/><Relationship Id="rId30" Type="http://schemas.openxmlformats.org/officeDocument/2006/relationships/tags" Target="../tags/tag78.xml"/><Relationship Id="rId3" Type="http://schemas.openxmlformats.org/officeDocument/2006/relationships/tags" Target="../tags/tag53.xml"/><Relationship Id="rId29" Type="http://schemas.openxmlformats.org/officeDocument/2006/relationships/tags" Target="../tags/tag77.xml"/><Relationship Id="rId28" Type="http://schemas.openxmlformats.org/officeDocument/2006/relationships/tags" Target="../tags/tag76.xml"/><Relationship Id="rId27" Type="http://schemas.openxmlformats.org/officeDocument/2006/relationships/tags" Target="../tags/tag75.xml"/><Relationship Id="rId26" Type="http://schemas.openxmlformats.org/officeDocument/2006/relationships/tags" Target="../tags/tag74.xml"/><Relationship Id="rId25" Type="http://schemas.openxmlformats.org/officeDocument/2006/relationships/tags" Target="../tags/tag73.xml"/><Relationship Id="rId24" Type="http://schemas.openxmlformats.org/officeDocument/2006/relationships/tags" Target="../tags/tag72.xml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tags" Target="../tags/tag52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5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svg"/><Relationship Id="rId8" Type="http://schemas.openxmlformats.org/officeDocument/2006/relationships/image" Target="../media/image14.png"/><Relationship Id="rId78" Type="http://schemas.openxmlformats.org/officeDocument/2006/relationships/slideLayout" Target="../slideLayouts/slideLayout29.xml"/><Relationship Id="rId77" Type="http://schemas.openxmlformats.org/officeDocument/2006/relationships/tags" Target="../tags/tag179.xml"/><Relationship Id="rId76" Type="http://schemas.openxmlformats.org/officeDocument/2006/relationships/tags" Target="../tags/tag178.xml"/><Relationship Id="rId75" Type="http://schemas.openxmlformats.org/officeDocument/2006/relationships/tags" Target="../tags/tag177.xml"/><Relationship Id="rId74" Type="http://schemas.openxmlformats.org/officeDocument/2006/relationships/tags" Target="../tags/tag176.xml"/><Relationship Id="rId73" Type="http://schemas.openxmlformats.org/officeDocument/2006/relationships/tags" Target="../tags/tag175.xml"/><Relationship Id="rId72" Type="http://schemas.openxmlformats.org/officeDocument/2006/relationships/tags" Target="../tags/tag174.xml"/><Relationship Id="rId71" Type="http://schemas.openxmlformats.org/officeDocument/2006/relationships/tags" Target="../tags/tag173.xml"/><Relationship Id="rId70" Type="http://schemas.openxmlformats.org/officeDocument/2006/relationships/tags" Target="../tags/tag172.xml"/><Relationship Id="rId7" Type="http://schemas.openxmlformats.org/officeDocument/2006/relationships/tags" Target="../tags/tag115.xml"/><Relationship Id="rId69" Type="http://schemas.openxmlformats.org/officeDocument/2006/relationships/tags" Target="../tags/tag171.xml"/><Relationship Id="rId68" Type="http://schemas.openxmlformats.org/officeDocument/2006/relationships/tags" Target="../tags/tag170.xml"/><Relationship Id="rId67" Type="http://schemas.openxmlformats.org/officeDocument/2006/relationships/tags" Target="../tags/tag169.xml"/><Relationship Id="rId66" Type="http://schemas.openxmlformats.org/officeDocument/2006/relationships/tags" Target="../tags/tag168.xml"/><Relationship Id="rId65" Type="http://schemas.openxmlformats.org/officeDocument/2006/relationships/tags" Target="../tags/tag167.xml"/><Relationship Id="rId64" Type="http://schemas.openxmlformats.org/officeDocument/2006/relationships/tags" Target="../tags/tag166.xml"/><Relationship Id="rId63" Type="http://schemas.openxmlformats.org/officeDocument/2006/relationships/tags" Target="../tags/tag165.xml"/><Relationship Id="rId62" Type="http://schemas.openxmlformats.org/officeDocument/2006/relationships/tags" Target="../tags/tag164.xml"/><Relationship Id="rId61" Type="http://schemas.openxmlformats.org/officeDocument/2006/relationships/tags" Target="../tags/tag163.xml"/><Relationship Id="rId60" Type="http://schemas.openxmlformats.org/officeDocument/2006/relationships/tags" Target="../tags/tag162.xml"/><Relationship Id="rId6" Type="http://schemas.openxmlformats.org/officeDocument/2006/relationships/tags" Target="../tags/tag114.xml"/><Relationship Id="rId59" Type="http://schemas.openxmlformats.org/officeDocument/2006/relationships/image" Target="../media/image19.svg"/><Relationship Id="rId58" Type="http://schemas.openxmlformats.org/officeDocument/2006/relationships/image" Target="../media/image18.png"/><Relationship Id="rId57" Type="http://schemas.openxmlformats.org/officeDocument/2006/relationships/tags" Target="../tags/tag161.xml"/><Relationship Id="rId56" Type="http://schemas.openxmlformats.org/officeDocument/2006/relationships/tags" Target="../tags/tag160.xml"/><Relationship Id="rId55" Type="http://schemas.openxmlformats.org/officeDocument/2006/relationships/tags" Target="../tags/tag159.xml"/><Relationship Id="rId54" Type="http://schemas.openxmlformats.org/officeDocument/2006/relationships/tags" Target="../tags/tag158.xml"/><Relationship Id="rId53" Type="http://schemas.openxmlformats.org/officeDocument/2006/relationships/tags" Target="../tags/tag157.xml"/><Relationship Id="rId52" Type="http://schemas.openxmlformats.org/officeDocument/2006/relationships/tags" Target="../tags/tag156.xml"/><Relationship Id="rId51" Type="http://schemas.openxmlformats.org/officeDocument/2006/relationships/tags" Target="../tags/tag155.xml"/><Relationship Id="rId50" Type="http://schemas.openxmlformats.org/officeDocument/2006/relationships/tags" Target="../tags/tag154.xml"/><Relationship Id="rId5" Type="http://schemas.openxmlformats.org/officeDocument/2006/relationships/tags" Target="../tags/tag113.xml"/><Relationship Id="rId49" Type="http://schemas.openxmlformats.org/officeDocument/2006/relationships/tags" Target="../tags/tag153.xml"/><Relationship Id="rId48" Type="http://schemas.openxmlformats.org/officeDocument/2006/relationships/tags" Target="../tags/tag152.xml"/><Relationship Id="rId47" Type="http://schemas.openxmlformats.org/officeDocument/2006/relationships/tags" Target="../tags/tag151.xml"/><Relationship Id="rId46" Type="http://schemas.openxmlformats.org/officeDocument/2006/relationships/tags" Target="../tags/tag150.xml"/><Relationship Id="rId45" Type="http://schemas.openxmlformats.org/officeDocument/2006/relationships/tags" Target="../tags/tag149.xml"/><Relationship Id="rId44" Type="http://schemas.openxmlformats.org/officeDocument/2006/relationships/tags" Target="../tags/tag148.xml"/><Relationship Id="rId43" Type="http://schemas.openxmlformats.org/officeDocument/2006/relationships/tags" Target="../tags/tag147.xml"/><Relationship Id="rId42" Type="http://schemas.openxmlformats.org/officeDocument/2006/relationships/tags" Target="../tags/tag146.xml"/><Relationship Id="rId41" Type="http://schemas.openxmlformats.org/officeDocument/2006/relationships/tags" Target="../tags/tag145.xml"/><Relationship Id="rId40" Type="http://schemas.openxmlformats.org/officeDocument/2006/relationships/tags" Target="../tags/tag144.xml"/><Relationship Id="rId4" Type="http://schemas.openxmlformats.org/officeDocument/2006/relationships/tags" Target="../tags/tag112.xml"/><Relationship Id="rId39" Type="http://schemas.openxmlformats.org/officeDocument/2006/relationships/tags" Target="../tags/tag143.xml"/><Relationship Id="rId38" Type="http://schemas.openxmlformats.org/officeDocument/2006/relationships/tags" Target="../tags/tag142.xml"/><Relationship Id="rId37" Type="http://schemas.openxmlformats.org/officeDocument/2006/relationships/tags" Target="../tags/tag141.xml"/><Relationship Id="rId36" Type="http://schemas.openxmlformats.org/officeDocument/2006/relationships/tags" Target="../tags/tag140.xml"/><Relationship Id="rId35" Type="http://schemas.openxmlformats.org/officeDocument/2006/relationships/tags" Target="../tags/tag139.xml"/><Relationship Id="rId34" Type="http://schemas.openxmlformats.org/officeDocument/2006/relationships/image" Target="../media/image17.svg"/><Relationship Id="rId33" Type="http://schemas.openxmlformats.org/officeDocument/2006/relationships/image" Target="../media/image16.png"/><Relationship Id="rId32" Type="http://schemas.openxmlformats.org/officeDocument/2006/relationships/tags" Target="../tags/tag138.xml"/><Relationship Id="rId31" Type="http://schemas.openxmlformats.org/officeDocument/2006/relationships/tags" Target="../tags/tag137.xml"/><Relationship Id="rId30" Type="http://schemas.openxmlformats.org/officeDocument/2006/relationships/tags" Target="../tags/tag136.xml"/><Relationship Id="rId3" Type="http://schemas.openxmlformats.org/officeDocument/2006/relationships/tags" Target="../tags/tag111.xml"/><Relationship Id="rId29" Type="http://schemas.openxmlformats.org/officeDocument/2006/relationships/tags" Target="../tags/tag135.xml"/><Relationship Id="rId28" Type="http://schemas.openxmlformats.org/officeDocument/2006/relationships/tags" Target="../tags/tag134.xml"/><Relationship Id="rId27" Type="http://schemas.openxmlformats.org/officeDocument/2006/relationships/tags" Target="../tags/tag133.xml"/><Relationship Id="rId26" Type="http://schemas.openxmlformats.org/officeDocument/2006/relationships/tags" Target="../tags/tag132.xml"/><Relationship Id="rId25" Type="http://schemas.openxmlformats.org/officeDocument/2006/relationships/tags" Target="../tags/tag131.xml"/><Relationship Id="rId24" Type="http://schemas.openxmlformats.org/officeDocument/2006/relationships/tags" Target="../tags/tag130.xml"/><Relationship Id="rId23" Type="http://schemas.openxmlformats.org/officeDocument/2006/relationships/tags" Target="../tags/tag129.xml"/><Relationship Id="rId22" Type="http://schemas.openxmlformats.org/officeDocument/2006/relationships/tags" Target="../tags/tag128.xml"/><Relationship Id="rId21" Type="http://schemas.openxmlformats.org/officeDocument/2006/relationships/tags" Target="../tags/tag127.xml"/><Relationship Id="rId20" Type="http://schemas.openxmlformats.org/officeDocument/2006/relationships/tags" Target="../tags/tag126.xml"/><Relationship Id="rId2" Type="http://schemas.openxmlformats.org/officeDocument/2006/relationships/tags" Target="../tags/tag110.xml"/><Relationship Id="rId19" Type="http://schemas.openxmlformats.org/officeDocument/2006/relationships/tags" Target="../tags/tag125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9.xml"/></Relationships>
</file>

<file path=ppt/slides/_rels/slide7.xml.rels><?xml version="1.0" encoding="UTF-8" standalone="yes"?>
<Relationships xmlns="http://schemas.openxmlformats.org/package/2006/relationships"><Relationship Id="rId97" Type="http://schemas.openxmlformats.org/officeDocument/2006/relationships/slideLayout" Target="../slideLayouts/slideLayout29.xml"/><Relationship Id="rId96" Type="http://schemas.openxmlformats.org/officeDocument/2006/relationships/tags" Target="../tags/tag249.xml"/><Relationship Id="rId95" Type="http://schemas.openxmlformats.org/officeDocument/2006/relationships/tags" Target="../tags/tag248.xml"/><Relationship Id="rId94" Type="http://schemas.openxmlformats.org/officeDocument/2006/relationships/tags" Target="../tags/tag247.xml"/><Relationship Id="rId93" Type="http://schemas.openxmlformats.org/officeDocument/2006/relationships/image" Target="../media/image44.svg"/><Relationship Id="rId92" Type="http://schemas.openxmlformats.org/officeDocument/2006/relationships/image" Target="../media/image43.png"/><Relationship Id="rId91" Type="http://schemas.openxmlformats.org/officeDocument/2006/relationships/tags" Target="../tags/tag246.xml"/><Relationship Id="rId90" Type="http://schemas.openxmlformats.org/officeDocument/2006/relationships/tags" Target="../tags/tag245.xml"/><Relationship Id="rId9" Type="http://schemas.openxmlformats.org/officeDocument/2006/relationships/tags" Target="../tags/tag186.xml"/><Relationship Id="rId89" Type="http://schemas.openxmlformats.org/officeDocument/2006/relationships/tags" Target="../tags/tag244.xml"/><Relationship Id="rId88" Type="http://schemas.openxmlformats.org/officeDocument/2006/relationships/tags" Target="../tags/tag243.xml"/><Relationship Id="rId87" Type="http://schemas.openxmlformats.org/officeDocument/2006/relationships/tags" Target="../tags/tag242.xml"/><Relationship Id="rId86" Type="http://schemas.openxmlformats.org/officeDocument/2006/relationships/image" Target="../media/image42.svg"/><Relationship Id="rId85" Type="http://schemas.openxmlformats.org/officeDocument/2006/relationships/image" Target="../media/image41.png"/><Relationship Id="rId84" Type="http://schemas.openxmlformats.org/officeDocument/2006/relationships/tags" Target="../tags/tag241.xml"/><Relationship Id="rId83" Type="http://schemas.openxmlformats.org/officeDocument/2006/relationships/tags" Target="../tags/tag240.xml"/><Relationship Id="rId82" Type="http://schemas.openxmlformats.org/officeDocument/2006/relationships/tags" Target="../tags/tag239.xml"/><Relationship Id="rId81" Type="http://schemas.openxmlformats.org/officeDocument/2006/relationships/tags" Target="../tags/tag238.xml"/><Relationship Id="rId80" Type="http://schemas.openxmlformats.org/officeDocument/2006/relationships/tags" Target="../tags/tag237.xml"/><Relationship Id="rId8" Type="http://schemas.openxmlformats.org/officeDocument/2006/relationships/tags" Target="../tags/tag185.xml"/><Relationship Id="rId79" Type="http://schemas.openxmlformats.org/officeDocument/2006/relationships/image" Target="../media/image40.svg"/><Relationship Id="rId78" Type="http://schemas.openxmlformats.org/officeDocument/2006/relationships/image" Target="../media/image39.png"/><Relationship Id="rId77" Type="http://schemas.openxmlformats.org/officeDocument/2006/relationships/tags" Target="../tags/tag236.xml"/><Relationship Id="rId76" Type="http://schemas.openxmlformats.org/officeDocument/2006/relationships/tags" Target="../tags/tag235.xml"/><Relationship Id="rId75" Type="http://schemas.openxmlformats.org/officeDocument/2006/relationships/tags" Target="../tags/tag234.xml"/><Relationship Id="rId74" Type="http://schemas.openxmlformats.org/officeDocument/2006/relationships/tags" Target="../tags/tag233.xml"/><Relationship Id="rId73" Type="http://schemas.openxmlformats.org/officeDocument/2006/relationships/tags" Target="../tags/tag232.xml"/><Relationship Id="rId72" Type="http://schemas.openxmlformats.org/officeDocument/2006/relationships/image" Target="../media/image38.svg"/><Relationship Id="rId71" Type="http://schemas.openxmlformats.org/officeDocument/2006/relationships/image" Target="../media/image37.png"/><Relationship Id="rId70" Type="http://schemas.openxmlformats.org/officeDocument/2006/relationships/tags" Target="../tags/tag231.xml"/><Relationship Id="rId7" Type="http://schemas.openxmlformats.org/officeDocument/2006/relationships/image" Target="../media/image13.svg"/><Relationship Id="rId69" Type="http://schemas.openxmlformats.org/officeDocument/2006/relationships/tags" Target="../tags/tag230.xml"/><Relationship Id="rId68" Type="http://schemas.openxmlformats.org/officeDocument/2006/relationships/tags" Target="../tags/tag229.xml"/><Relationship Id="rId67" Type="http://schemas.openxmlformats.org/officeDocument/2006/relationships/tags" Target="../tags/tag228.xml"/><Relationship Id="rId66" Type="http://schemas.openxmlformats.org/officeDocument/2006/relationships/tags" Target="../tags/tag227.xml"/><Relationship Id="rId65" Type="http://schemas.openxmlformats.org/officeDocument/2006/relationships/tags" Target="../tags/tag226.xml"/><Relationship Id="rId64" Type="http://schemas.openxmlformats.org/officeDocument/2006/relationships/image" Target="../media/image36.svg"/><Relationship Id="rId63" Type="http://schemas.openxmlformats.org/officeDocument/2006/relationships/image" Target="../media/image35.png"/><Relationship Id="rId62" Type="http://schemas.openxmlformats.org/officeDocument/2006/relationships/tags" Target="../tags/tag225.xml"/><Relationship Id="rId61" Type="http://schemas.openxmlformats.org/officeDocument/2006/relationships/tags" Target="../tags/tag224.xml"/><Relationship Id="rId60" Type="http://schemas.openxmlformats.org/officeDocument/2006/relationships/tags" Target="../tags/tag223.xml"/><Relationship Id="rId6" Type="http://schemas.openxmlformats.org/officeDocument/2006/relationships/image" Target="../media/image20.png"/><Relationship Id="rId59" Type="http://schemas.openxmlformats.org/officeDocument/2006/relationships/tags" Target="../tags/tag222.xml"/><Relationship Id="rId58" Type="http://schemas.openxmlformats.org/officeDocument/2006/relationships/tags" Target="../tags/tag221.xml"/><Relationship Id="rId57" Type="http://schemas.openxmlformats.org/officeDocument/2006/relationships/image" Target="../media/image34.svg"/><Relationship Id="rId56" Type="http://schemas.openxmlformats.org/officeDocument/2006/relationships/image" Target="../media/image33.png"/><Relationship Id="rId55" Type="http://schemas.openxmlformats.org/officeDocument/2006/relationships/tags" Target="../tags/tag220.xml"/><Relationship Id="rId54" Type="http://schemas.openxmlformats.org/officeDocument/2006/relationships/tags" Target="../tags/tag219.xml"/><Relationship Id="rId53" Type="http://schemas.openxmlformats.org/officeDocument/2006/relationships/tags" Target="../tags/tag218.xml"/><Relationship Id="rId52" Type="http://schemas.openxmlformats.org/officeDocument/2006/relationships/tags" Target="../tags/tag217.xml"/><Relationship Id="rId51" Type="http://schemas.openxmlformats.org/officeDocument/2006/relationships/tags" Target="../tags/tag216.xml"/><Relationship Id="rId50" Type="http://schemas.openxmlformats.org/officeDocument/2006/relationships/image" Target="../media/image32.svg"/><Relationship Id="rId5" Type="http://schemas.openxmlformats.org/officeDocument/2006/relationships/tags" Target="../tags/tag184.xml"/><Relationship Id="rId49" Type="http://schemas.openxmlformats.org/officeDocument/2006/relationships/image" Target="../media/image31.png"/><Relationship Id="rId48" Type="http://schemas.openxmlformats.org/officeDocument/2006/relationships/tags" Target="../tags/tag215.xml"/><Relationship Id="rId47" Type="http://schemas.openxmlformats.org/officeDocument/2006/relationships/tags" Target="../tags/tag214.xml"/><Relationship Id="rId46" Type="http://schemas.openxmlformats.org/officeDocument/2006/relationships/tags" Target="../tags/tag213.xml"/><Relationship Id="rId45" Type="http://schemas.openxmlformats.org/officeDocument/2006/relationships/tags" Target="../tags/tag212.xml"/><Relationship Id="rId44" Type="http://schemas.openxmlformats.org/officeDocument/2006/relationships/tags" Target="../tags/tag211.xml"/><Relationship Id="rId43" Type="http://schemas.openxmlformats.org/officeDocument/2006/relationships/image" Target="../media/image30.svg"/><Relationship Id="rId42" Type="http://schemas.openxmlformats.org/officeDocument/2006/relationships/image" Target="../media/image29.png"/><Relationship Id="rId41" Type="http://schemas.openxmlformats.org/officeDocument/2006/relationships/tags" Target="../tags/tag210.xml"/><Relationship Id="rId40" Type="http://schemas.openxmlformats.org/officeDocument/2006/relationships/tags" Target="../tags/tag209.xml"/><Relationship Id="rId4" Type="http://schemas.openxmlformats.org/officeDocument/2006/relationships/tags" Target="../tags/tag183.xml"/><Relationship Id="rId39" Type="http://schemas.openxmlformats.org/officeDocument/2006/relationships/tags" Target="../tags/tag208.xml"/><Relationship Id="rId38" Type="http://schemas.openxmlformats.org/officeDocument/2006/relationships/tags" Target="../tags/tag207.xml"/><Relationship Id="rId37" Type="http://schemas.openxmlformats.org/officeDocument/2006/relationships/tags" Target="../tags/tag206.xml"/><Relationship Id="rId36" Type="http://schemas.openxmlformats.org/officeDocument/2006/relationships/image" Target="../media/image28.svg"/><Relationship Id="rId35" Type="http://schemas.openxmlformats.org/officeDocument/2006/relationships/image" Target="../media/image27.png"/><Relationship Id="rId34" Type="http://schemas.openxmlformats.org/officeDocument/2006/relationships/tags" Target="../tags/tag205.xml"/><Relationship Id="rId33" Type="http://schemas.openxmlformats.org/officeDocument/2006/relationships/tags" Target="../tags/tag204.xml"/><Relationship Id="rId32" Type="http://schemas.openxmlformats.org/officeDocument/2006/relationships/tags" Target="../tags/tag203.xml"/><Relationship Id="rId31" Type="http://schemas.openxmlformats.org/officeDocument/2006/relationships/tags" Target="../tags/tag202.xml"/><Relationship Id="rId30" Type="http://schemas.openxmlformats.org/officeDocument/2006/relationships/tags" Target="../tags/tag201.xml"/><Relationship Id="rId3" Type="http://schemas.openxmlformats.org/officeDocument/2006/relationships/tags" Target="../tags/tag182.xml"/><Relationship Id="rId29" Type="http://schemas.openxmlformats.org/officeDocument/2006/relationships/tags" Target="../tags/tag200.xml"/><Relationship Id="rId28" Type="http://schemas.openxmlformats.org/officeDocument/2006/relationships/image" Target="../media/image26.svg"/><Relationship Id="rId27" Type="http://schemas.openxmlformats.org/officeDocument/2006/relationships/image" Target="../media/image25.png"/><Relationship Id="rId26" Type="http://schemas.openxmlformats.org/officeDocument/2006/relationships/tags" Target="../tags/tag199.xml"/><Relationship Id="rId25" Type="http://schemas.openxmlformats.org/officeDocument/2006/relationships/tags" Target="../tags/tag198.xml"/><Relationship Id="rId24" Type="http://schemas.openxmlformats.org/officeDocument/2006/relationships/tags" Target="../tags/tag197.xml"/><Relationship Id="rId23" Type="http://schemas.openxmlformats.org/officeDocument/2006/relationships/tags" Target="../tags/tag196.xml"/><Relationship Id="rId22" Type="http://schemas.openxmlformats.org/officeDocument/2006/relationships/tags" Target="../tags/tag195.xml"/><Relationship Id="rId21" Type="http://schemas.openxmlformats.org/officeDocument/2006/relationships/image" Target="../media/image24.svg"/><Relationship Id="rId20" Type="http://schemas.openxmlformats.org/officeDocument/2006/relationships/image" Target="../media/image23.png"/><Relationship Id="rId2" Type="http://schemas.openxmlformats.org/officeDocument/2006/relationships/tags" Target="../tags/tag181.xml"/><Relationship Id="rId19" Type="http://schemas.openxmlformats.org/officeDocument/2006/relationships/tags" Target="../tags/tag194.xml"/><Relationship Id="rId18" Type="http://schemas.openxmlformats.org/officeDocument/2006/relationships/tags" Target="../tags/tag193.xml"/><Relationship Id="rId17" Type="http://schemas.openxmlformats.org/officeDocument/2006/relationships/tags" Target="../tags/tag192.xml"/><Relationship Id="rId16" Type="http://schemas.openxmlformats.org/officeDocument/2006/relationships/tags" Target="../tags/tag191.xml"/><Relationship Id="rId15" Type="http://schemas.openxmlformats.org/officeDocument/2006/relationships/tags" Target="../tags/tag190.xml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tags" Target="../tags/tag18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0" Type="http://schemas.openxmlformats.org/officeDocument/2006/relationships/slideLayout" Target="../slideLayouts/slideLayout29.xml"/><Relationship Id="rId5" Type="http://schemas.openxmlformats.org/officeDocument/2006/relationships/tags" Target="../tags/tag253.xml"/><Relationship Id="rId49" Type="http://schemas.openxmlformats.org/officeDocument/2006/relationships/tags" Target="../tags/tag297.xml"/><Relationship Id="rId48" Type="http://schemas.openxmlformats.org/officeDocument/2006/relationships/tags" Target="../tags/tag296.xml"/><Relationship Id="rId47" Type="http://schemas.openxmlformats.org/officeDocument/2006/relationships/tags" Target="../tags/tag295.xml"/><Relationship Id="rId46" Type="http://schemas.openxmlformats.org/officeDocument/2006/relationships/tags" Target="../tags/tag294.xml"/><Relationship Id="rId45" Type="http://schemas.openxmlformats.org/officeDocument/2006/relationships/tags" Target="../tags/tag293.xml"/><Relationship Id="rId44" Type="http://schemas.openxmlformats.org/officeDocument/2006/relationships/tags" Target="../tags/tag292.xml"/><Relationship Id="rId43" Type="http://schemas.openxmlformats.org/officeDocument/2006/relationships/tags" Target="../tags/tag291.xml"/><Relationship Id="rId42" Type="http://schemas.openxmlformats.org/officeDocument/2006/relationships/tags" Target="../tags/tag290.xml"/><Relationship Id="rId41" Type="http://schemas.openxmlformats.org/officeDocument/2006/relationships/tags" Target="../tags/tag289.xml"/><Relationship Id="rId40" Type="http://schemas.openxmlformats.org/officeDocument/2006/relationships/tags" Target="../tags/tag288.xml"/><Relationship Id="rId4" Type="http://schemas.openxmlformats.org/officeDocument/2006/relationships/tags" Target="../tags/tag252.xml"/><Relationship Id="rId39" Type="http://schemas.openxmlformats.org/officeDocument/2006/relationships/tags" Target="../tags/tag287.xml"/><Relationship Id="rId38" Type="http://schemas.openxmlformats.org/officeDocument/2006/relationships/tags" Target="../tags/tag286.xml"/><Relationship Id="rId37" Type="http://schemas.openxmlformats.org/officeDocument/2006/relationships/tags" Target="../tags/tag285.xml"/><Relationship Id="rId36" Type="http://schemas.openxmlformats.org/officeDocument/2006/relationships/tags" Target="../tags/tag284.xml"/><Relationship Id="rId35" Type="http://schemas.openxmlformats.org/officeDocument/2006/relationships/tags" Target="../tags/tag283.xml"/><Relationship Id="rId34" Type="http://schemas.openxmlformats.org/officeDocument/2006/relationships/tags" Target="../tags/tag282.xml"/><Relationship Id="rId33" Type="http://schemas.openxmlformats.org/officeDocument/2006/relationships/tags" Target="../tags/tag281.xml"/><Relationship Id="rId32" Type="http://schemas.openxmlformats.org/officeDocument/2006/relationships/tags" Target="../tags/tag280.xml"/><Relationship Id="rId31" Type="http://schemas.openxmlformats.org/officeDocument/2006/relationships/tags" Target="../tags/tag279.xml"/><Relationship Id="rId30" Type="http://schemas.openxmlformats.org/officeDocument/2006/relationships/tags" Target="../tags/tag278.xml"/><Relationship Id="rId3" Type="http://schemas.openxmlformats.org/officeDocument/2006/relationships/tags" Target="../tags/tag251.xml"/><Relationship Id="rId29" Type="http://schemas.openxmlformats.org/officeDocument/2006/relationships/tags" Target="../tags/tag277.xml"/><Relationship Id="rId28" Type="http://schemas.openxmlformats.org/officeDocument/2006/relationships/tags" Target="../tags/tag276.xml"/><Relationship Id="rId27" Type="http://schemas.openxmlformats.org/officeDocument/2006/relationships/tags" Target="../tags/tag275.xml"/><Relationship Id="rId26" Type="http://schemas.openxmlformats.org/officeDocument/2006/relationships/tags" Target="../tags/tag274.xml"/><Relationship Id="rId25" Type="http://schemas.openxmlformats.org/officeDocument/2006/relationships/tags" Target="../tags/tag273.xml"/><Relationship Id="rId24" Type="http://schemas.openxmlformats.org/officeDocument/2006/relationships/tags" Target="../tags/tag272.xml"/><Relationship Id="rId23" Type="http://schemas.openxmlformats.org/officeDocument/2006/relationships/tags" Target="../tags/tag271.xml"/><Relationship Id="rId22" Type="http://schemas.openxmlformats.org/officeDocument/2006/relationships/tags" Target="../tags/tag270.xml"/><Relationship Id="rId21" Type="http://schemas.openxmlformats.org/officeDocument/2006/relationships/tags" Target="../tags/tag269.xml"/><Relationship Id="rId20" Type="http://schemas.openxmlformats.org/officeDocument/2006/relationships/tags" Target="../tags/tag268.xml"/><Relationship Id="rId2" Type="http://schemas.openxmlformats.org/officeDocument/2006/relationships/tags" Target="../tags/tag250.xml"/><Relationship Id="rId19" Type="http://schemas.openxmlformats.org/officeDocument/2006/relationships/tags" Target="../tags/tag267.xml"/><Relationship Id="rId18" Type="http://schemas.openxmlformats.org/officeDocument/2006/relationships/tags" Target="../tags/tag266.xml"/><Relationship Id="rId17" Type="http://schemas.openxmlformats.org/officeDocument/2006/relationships/tags" Target="../tags/tag265.xml"/><Relationship Id="rId16" Type="http://schemas.openxmlformats.org/officeDocument/2006/relationships/tags" Target="../tags/tag264.xml"/><Relationship Id="rId15" Type="http://schemas.openxmlformats.org/officeDocument/2006/relationships/tags" Target="../tags/tag263.xml"/><Relationship Id="rId14" Type="http://schemas.openxmlformats.org/officeDocument/2006/relationships/tags" Target="../tags/tag262.xml"/><Relationship Id="rId13" Type="http://schemas.openxmlformats.org/officeDocument/2006/relationships/tags" Target="../tags/tag261.xml"/><Relationship Id="rId12" Type="http://schemas.openxmlformats.org/officeDocument/2006/relationships/tags" Target="../tags/tag260.xml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05.xml"/><Relationship Id="rId8" Type="http://schemas.openxmlformats.org/officeDocument/2006/relationships/tags" Target="../tags/tag304.xml"/><Relationship Id="rId7" Type="http://schemas.openxmlformats.org/officeDocument/2006/relationships/tags" Target="../tags/tag303.xml"/><Relationship Id="rId6" Type="http://schemas.openxmlformats.org/officeDocument/2006/relationships/tags" Target="../tags/tag302.xml"/><Relationship Id="rId5" Type="http://schemas.openxmlformats.org/officeDocument/2006/relationships/tags" Target="../tags/tag301.xml"/><Relationship Id="rId4" Type="http://schemas.openxmlformats.org/officeDocument/2006/relationships/tags" Target="../tags/tag300.xml"/><Relationship Id="rId32" Type="http://schemas.openxmlformats.org/officeDocument/2006/relationships/slideLayout" Target="../slideLayouts/slideLayout29.xml"/><Relationship Id="rId31" Type="http://schemas.openxmlformats.org/officeDocument/2006/relationships/tags" Target="../tags/tag327.xml"/><Relationship Id="rId30" Type="http://schemas.openxmlformats.org/officeDocument/2006/relationships/tags" Target="../tags/tag326.xml"/><Relationship Id="rId3" Type="http://schemas.openxmlformats.org/officeDocument/2006/relationships/tags" Target="../tags/tag299.xml"/><Relationship Id="rId29" Type="http://schemas.openxmlformats.org/officeDocument/2006/relationships/tags" Target="../tags/tag325.xml"/><Relationship Id="rId28" Type="http://schemas.openxmlformats.org/officeDocument/2006/relationships/tags" Target="../tags/tag324.xml"/><Relationship Id="rId27" Type="http://schemas.openxmlformats.org/officeDocument/2006/relationships/tags" Target="../tags/tag323.xml"/><Relationship Id="rId26" Type="http://schemas.openxmlformats.org/officeDocument/2006/relationships/tags" Target="../tags/tag322.xml"/><Relationship Id="rId25" Type="http://schemas.openxmlformats.org/officeDocument/2006/relationships/tags" Target="../tags/tag321.xml"/><Relationship Id="rId24" Type="http://schemas.openxmlformats.org/officeDocument/2006/relationships/tags" Target="../tags/tag320.xml"/><Relationship Id="rId23" Type="http://schemas.openxmlformats.org/officeDocument/2006/relationships/tags" Target="../tags/tag319.xml"/><Relationship Id="rId22" Type="http://schemas.openxmlformats.org/officeDocument/2006/relationships/tags" Target="../tags/tag318.xml"/><Relationship Id="rId21" Type="http://schemas.openxmlformats.org/officeDocument/2006/relationships/tags" Target="../tags/tag317.xml"/><Relationship Id="rId20" Type="http://schemas.openxmlformats.org/officeDocument/2006/relationships/tags" Target="../tags/tag316.xml"/><Relationship Id="rId2" Type="http://schemas.openxmlformats.org/officeDocument/2006/relationships/tags" Target="../tags/tag298.xml"/><Relationship Id="rId19" Type="http://schemas.openxmlformats.org/officeDocument/2006/relationships/tags" Target="../tags/tag315.xml"/><Relationship Id="rId18" Type="http://schemas.openxmlformats.org/officeDocument/2006/relationships/tags" Target="../tags/tag314.xml"/><Relationship Id="rId17" Type="http://schemas.openxmlformats.org/officeDocument/2006/relationships/tags" Target="../tags/tag313.xml"/><Relationship Id="rId16" Type="http://schemas.openxmlformats.org/officeDocument/2006/relationships/tags" Target="../tags/tag312.xml"/><Relationship Id="rId15" Type="http://schemas.openxmlformats.org/officeDocument/2006/relationships/tags" Target="../tags/tag311.xml"/><Relationship Id="rId14" Type="http://schemas.openxmlformats.org/officeDocument/2006/relationships/tags" Target="../tags/tag310.xml"/><Relationship Id="rId13" Type="http://schemas.openxmlformats.org/officeDocument/2006/relationships/tags" Target="../tags/tag309.xml"/><Relationship Id="rId12" Type="http://schemas.openxmlformats.org/officeDocument/2006/relationships/tags" Target="../tags/tag308.xml"/><Relationship Id="rId11" Type="http://schemas.openxmlformats.org/officeDocument/2006/relationships/tags" Target="../tags/tag307.xml"/><Relationship Id="rId10" Type="http://schemas.openxmlformats.org/officeDocument/2006/relationships/tags" Target="../tags/tag306.xml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35.xml"/><Relationship Id="rId8" Type="http://schemas.openxmlformats.org/officeDocument/2006/relationships/tags" Target="../tags/tag334.xml"/><Relationship Id="rId7" Type="http://schemas.openxmlformats.org/officeDocument/2006/relationships/tags" Target="../tags/tag333.xml"/><Relationship Id="rId6" Type="http://schemas.openxmlformats.org/officeDocument/2006/relationships/tags" Target="../tags/tag332.xml"/><Relationship Id="rId5" Type="http://schemas.openxmlformats.org/officeDocument/2006/relationships/tags" Target="../tags/tag331.xml"/><Relationship Id="rId40" Type="http://schemas.openxmlformats.org/officeDocument/2006/relationships/slideLayout" Target="../slideLayouts/slideLayout29.xml"/><Relationship Id="rId4" Type="http://schemas.openxmlformats.org/officeDocument/2006/relationships/tags" Target="../tags/tag330.xml"/><Relationship Id="rId39" Type="http://schemas.openxmlformats.org/officeDocument/2006/relationships/tags" Target="../tags/tag365.xml"/><Relationship Id="rId38" Type="http://schemas.openxmlformats.org/officeDocument/2006/relationships/tags" Target="../tags/tag364.xml"/><Relationship Id="rId37" Type="http://schemas.openxmlformats.org/officeDocument/2006/relationships/tags" Target="../tags/tag363.xml"/><Relationship Id="rId36" Type="http://schemas.openxmlformats.org/officeDocument/2006/relationships/tags" Target="../tags/tag362.xml"/><Relationship Id="rId35" Type="http://schemas.openxmlformats.org/officeDocument/2006/relationships/tags" Target="../tags/tag361.xml"/><Relationship Id="rId34" Type="http://schemas.openxmlformats.org/officeDocument/2006/relationships/tags" Target="../tags/tag360.xml"/><Relationship Id="rId33" Type="http://schemas.openxmlformats.org/officeDocument/2006/relationships/tags" Target="../tags/tag359.xml"/><Relationship Id="rId32" Type="http://schemas.openxmlformats.org/officeDocument/2006/relationships/tags" Target="../tags/tag358.xml"/><Relationship Id="rId31" Type="http://schemas.openxmlformats.org/officeDocument/2006/relationships/tags" Target="../tags/tag357.xml"/><Relationship Id="rId30" Type="http://schemas.openxmlformats.org/officeDocument/2006/relationships/tags" Target="../tags/tag356.xml"/><Relationship Id="rId3" Type="http://schemas.openxmlformats.org/officeDocument/2006/relationships/tags" Target="../tags/tag329.xml"/><Relationship Id="rId29" Type="http://schemas.openxmlformats.org/officeDocument/2006/relationships/tags" Target="../tags/tag355.xml"/><Relationship Id="rId28" Type="http://schemas.openxmlformats.org/officeDocument/2006/relationships/tags" Target="../tags/tag354.xml"/><Relationship Id="rId27" Type="http://schemas.openxmlformats.org/officeDocument/2006/relationships/tags" Target="../tags/tag353.xml"/><Relationship Id="rId26" Type="http://schemas.openxmlformats.org/officeDocument/2006/relationships/tags" Target="../tags/tag352.xml"/><Relationship Id="rId25" Type="http://schemas.openxmlformats.org/officeDocument/2006/relationships/tags" Target="../tags/tag351.xml"/><Relationship Id="rId24" Type="http://schemas.openxmlformats.org/officeDocument/2006/relationships/tags" Target="../tags/tag350.xml"/><Relationship Id="rId23" Type="http://schemas.openxmlformats.org/officeDocument/2006/relationships/tags" Target="../tags/tag349.xml"/><Relationship Id="rId22" Type="http://schemas.openxmlformats.org/officeDocument/2006/relationships/tags" Target="../tags/tag348.xml"/><Relationship Id="rId21" Type="http://schemas.openxmlformats.org/officeDocument/2006/relationships/tags" Target="../tags/tag347.xml"/><Relationship Id="rId20" Type="http://schemas.openxmlformats.org/officeDocument/2006/relationships/tags" Target="../tags/tag346.xml"/><Relationship Id="rId2" Type="http://schemas.openxmlformats.org/officeDocument/2006/relationships/tags" Target="../tags/tag328.xml"/><Relationship Id="rId19" Type="http://schemas.openxmlformats.org/officeDocument/2006/relationships/tags" Target="../tags/tag345.xml"/><Relationship Id="rId18" Type="http://schemas.openxmlformats.org/officeDocument/2006/relationships/tags" Target="../tags/tag344.xml"/><Relationship Id="rId17" Type="http://schemas.openxmlformats.org/officeDocument/2006/relationships/tags" Target="../tags/tag343.xml"/><Relationship Id="rId16" Type="http://schemas.openxmlformats.org/officeDocument/2006/relationships/tags" Target="../tags/tag342.xml"/><Relationship Id="rId15" Type="http://schemas.openxmlformats.org/officeDocument/2006/relationships/tags" Target="../tags/tag341.xml"/><Relationship Id="rId14" Type="http://schemas.openxmlformats.org/officeDocument/2006/relationships/tags" Target="../tags/tag340.xml"/><Relationship Id="rId13" Type="http://schemas.openxmlformats.org/officeDocument/2006/relationships/tags" Target="../tags/tag339.xml"/><Relationship Id="rId12" Type="http://schemas.openxmlformats.org/officeDocument/2006/relationships/tags" Target="../tags/tag338.xml"/><Relationship Id="rId11" Type="http://schemas.openxmlformats.org/officeDocument/2006/relationships/tags" Target="../tags/tag337.xml"/><Relationship Id="rId10" Type="http://schemas.openxmlformats.org/officeDocument/2006/relationships/tags" Target="../tags/tag336.xml"/><Relationship Id="rId1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372.xml"/><Relationship Id="rId6" Type="http://schemas.openxmlformats.org/officeDocument/2006/relationships/tags" Target="../tags/tag371.xml"/><Relationship Id="rId5" Type="http://schemas.openxmlformats.org/officeDocument/2006/relationships/tags" Target="../tags/tag370.xml"/><Relationship Id="rId4" Type="http://schemas.openxmlformats.org/officeDocument/2006/relationships/tags" Target="../tags/tag369.xml"/><Relationship Id="rId3" Type="http://schemas.openxmlformats.org/officeDocument/2006/relationships/tags" Target="../tags/tag368.xml"/><Relationship Id="rId2" Type="http://schemas.openxmlformats.org/officeDocument/2006/relationships/tags" Target="../tags/tag367.xml"/><Relationship Id="rId1" Type="http://schemas.openxmlformats.org/officeDocument/2006/relationships/tags" Target="../tags/tag366.xml"/></Relationships>
</file>

<file path=ppt/slides/_rels/slide12.xml.rels><?xml version="1.0" encoding="UTF-8" standalone="yes"?>
<Relationships xmlns="http://schemas.openxmlformats.org/package/2006/relationships"><Relationship Id="rId99" Type="http://schemas.openxmlformats.org/officeDocument/2006/relationships/tags" Target="../tags/tag463.xml"/><Relationship Id="rId98" Type="http://schemas.openxmlformats.org/officeDocument/2006/relationships/tags" Target="../tags/tag462.xml"/><Relationship Id="rId97" Type="http://schemas.openxmlformats.org/officeDocument/2006/relationships/tags" Target="../tags/tag461.xml"/><Relationship Id="rId96" Type="http://schemas.openxmlformats.org/officeDocument/2006/relationships/tags" Target="../tags/tag460.xml"/><Relationship Id="rId95" Type="http://schemas.openxmlformats.org/officeDocument/2006/relationships/tags" Target="../tags/tag459.xml"/><Relationship Id="rId94" Type="http://schemas.openxmlformats.org/officeDocument/2006/relationships/tags" Target="../tags/tag458.xml"/><Relationship Id="rId93" Type="http://schemas.openxmlformats.org/officeDocument/2006/relationships/tags" Target="../tags/tag457.xml"/><Relationship Id="rId92" Type="http://schemas.openxmlformats.org/officeDocument/2006/relationships/tags" Target="../tags/tag456.xml"/><Relationship Id="rId91" Type="http://schemas.openxmlformats.org/officeDocument/2006/relationships/tags" Target="../tags/tag455.xml"/><Relationship Id="rId90" Type="http://schemas.openxmlformats.org/officeDocument/2006/relationships/tags" Target="../tags/tag454.xml"/><Relationship Id="rId9" Type="http://schemas.openxmlformats.org/officeDocument/2006/relationships/tags" Target="../tags/tag381.xml"/><Relationship Id="rId89" Type="http://schemas.openxmlformats.org/officeDocument/2006/relationships/tags" Target="../tags/tag453.xml"/><Relationship Id="rId88" Type="http://schemas.openxmlformats.org/officeDocument/2006/relationships/tags" Target="../tags/tag452.xml"/><Relationship Id="rId87" Type="http://schemas.openxmlformats.org/officeDocument/2006/relationships/tags" Target="../tags/tag451.xml"/><Relationship Id="rId86" Type="http://schemas.openxmlformats.org/officeDocument/2006/relationships/tags" Target="../tags/tag450.xml"/><Relationship Id="rId85" Type="http://schemas.openxmlformats.org/officeDocument/2006/relationships/tags" Target="../tags/tag449.xml"/><Relationship Id="rId84" Type="http://schemas.openxmlformats.org/officeDocument/2006/relationships/tags" Target="../tags/tag448.xml"/><Relationship Id="rId83" Type="http://schemas.openxmlformats.org/officeDocument/2006/relationships/image" Target="../media/image49.svg"/><Relationship Id="rId82" Type="http://schemas.openxmlformats.org/officeDocument/2006/relationships/image" Target="../media/image48.png"/><Relationship Id="rId81" Type="http://schemas.openxmlformats.org/officeDocument/2006/relationships/tags" Target="../tags/tag447.xml"/><Relationship Id="rId80" Type="http://schemas.openxmlformats.org/officeDocument/2006/relationships/tags" Target="../tags/tag446.xml"/><Relationship Id="rId8" Type="http://schemas.openxmlformats.org/officeDocument/2006/relationships/tags" Target="../tags/tag380.xml"/><Relationship Id="rId79" Type="http://schemas.openxmlformats.org/officeDocument/2006/relationships/tags" Target="../tags/tag445.xml"/><Relationship Id="rId78" Type="http://schemas.openxmlformats.org/officeDocument/2006/relationships/tags" Target="../tags/tag444.xml"/><Relationship Id="rId77" Type="http://schemas.openxmlformats.org/officeDocument/2006/relationships/tags" Target="../tags/tag443.xml"/><Relationship Id="rId76" Type="http://schemas.openxmlformats.org/officeDocument/2006/relationships/tags" Target="../tags/tag442.xml"/><Relationship Id="rId75" Type="http://schemas.openxmlformats.org/officeDocument/2006/relationships/tags" Target="../tags/tag441.xml"/><Relationship Id="rId74" Type="http://schemas.openxmlformats.org/officeDocument/2006/relationships/tags" Target="../tags/tag440.xml"/><Relationship Id="rId73" Type="http://schemas.openxmlformats.org/officeDocument/2006/relationships/tags" Target="../tags/tag439.xml"/><Relationship Id="rId72" Type="http://schemas.openxmlformats.org/officeDocument/2006/relationships/tags" Target="../tags/tag438.xml"/><Relationship Id="rId71" Type="http://schemas.openxmlformats.org/officeDocument/2006/relationships/tags" Target="../tags/tag437.xml"/><Relationship Id="rId70" Type="http://schemas.openxmlformats.org/officeDocument/2006/relationships/tags" Target="../tags/tag436.xml"/><Relationship Id="rId7" Type="http://schemas.openxmlformats.org/officeDocument/2006/relationships/tags" Target="../tags/tag379.xml"/><Relationship Id="rId69" Type="http://schemas.openxmlformats.org/officeDocument/2006/relationships/tags" Target="../tags/tag435.xml"/><Relationship Id="rId68" Type="http://schemas.openxmlformats.org/officeDocument/2006/relationships/tags" Target="../tags/tag434.xml"/><Relationship Id="rId67" Type="http://schemas.openxmlformats.org/officeDocument/2006/relationships/tags" Target="../tags/tag433.xml"/><Relationship Id="rId66" Type="http://schemas.openxmlformats.org/officeDocument/2006/relationships/tags" Target="../tags/tag432.xml"/><Relationship Id="rId65" Type="http://schemas.openxmlformats.org/officeDocument/2006/relationships/tags" Target="../tags/tag431.xml"/><Relationship Id="rId64" Type="http://schemas.openxmlformats.org/officeDocument/2006/relationships/tags" Target="../tags/tag430.xml"/><Relationship Id="rId63" Type="http://schemas.openxmlformats.org/officeDocument/2006/relationships/tags" Target="../tags/tag429.xml"/><Relationship Id="rId62" Type="http://schemas.openxmlformats.org/officeDocument/2006/relationships/tags" Target="../tags/tag428.xml"/><Relationship Id="rId61" Type="http://schemas.openxmlformats.org/officeDocument/2006/relationships/tags" Target="../tags/tag427.xml"/><Relationship Id="rId60" Type="http://schemas.openxmlformats.org/officeDocument/2006/relationships/image" Target="../media/image13.svg"/><Relationship Id="rId6" Type="http://schemas.openxmlformats.org/officeDocument/2006/relationships/tags" Target="../tags/tag378.xml"/><Relationship Id="rId59" Type="http://schemas.openxmlformats.org/officeDocument/2006/relationships/image" Target="../media/image20.png"/><Relationship Id="rId58" Type="http://schemas.openxmlformats.org/officeDocument/2006/relationships/tags" Target="../tags/tag426.xml"/><Relationship Id="rId57" Type="http://schemas.openxmlformats.org/officeDocument/2006/relationships/tags" Target="../tags/tag425.xml"/><Relationship Id="rId56" Type="http://schemas.openxmlformats.org/officeDocument/2006/relationships/tags" Target="../tags/tag424.xml"/><Relationship Id="rId55" Type="http://schemas.openxmlformats.org/officeDocument/2006/relationships/tags" Target="../tags/tag423.xml"/><Relationship Id="rId54" Type="http://schemas.openxmlformats.org/officeDocument/2006/relationships/tags" Target="../tags/tag422.xml"/><Relationship Id="rId53" Type="http://schemas.openxmlformats.org/officeDocument/2006/relationships/tags" Target="../tags/tag421.xml"/><Relationship Id="rId52" Type="http://schemas.openxmlformats.org/officeDocument/2006/relationships/tags" Target="../tags/tag420.xml"/><Relationship Id="rId51" Type="http://schemas.openxmlformats.org/officeDocument/2006/relationships/tags" Target="../tags/tag419.xml"/><Relationship Id="rId50" Type="http://schemas.openxmlformats.org/officeDocument/2006/relationships/tags" Target="../tags/tag418.xml"/><Relationship Id="rId5" Type="http://schemas.openxmlformats.org/officeDocument/2006/relationships/tags" Target="../tags/tag377.xml"/><Relationship Id="rId49" Type="http://schemas.openxmlformats.org/officeDocument/2006/relationships/tags" Target="../tags/tag417.xml"/><Relationship Id="rId48" Type="http://schemas.openxmlformats.org/officeDocument/2006/relationships/tags" Target="../tags/tag416.xml"/><Relationship Id="rId47" Type="http://schemas.openxmlformats.org/officeDocument/2006/relationships/tags" Target="../tags/tag415.xml"/><Relationship Id="rId46" Type="http://schemas.openxmlformats.org/officeDocument/2006/relationships/tags" Target="../tags/tag414.xml"/><Relationship Id="rId45" Type="http://schemas.openxmlformats.org/officeDocument/2006/relationships/tags" Target="../tags/tag413.xml"/><Relationship Id="rId44" Type="http://schemas.openxmlformats.org/officeDocument/2006/relationships/tags" Target="../tags/tag412.xml"/><Relationship Id="rId43" Type="http://schemas.openxmlformats.org/officeDocument/2006/relationships/tags" Target="../tags/tag411.xml"/><Relationship Id="rId42" Type="http://schemas.openxmlformats.org/officeDocument/2006/relationships/tags" Target="../tags/tag410.xml"/><Relationship Id="rId41" Type="http://schemas.openxmlformats.org/officeDocument/2006/relationships/tags" Target="../tags/tag409.xml"/><Relationship Id="rId40" Type="http://schemas.openxmlformats.org/officeDocument/2006/relationships/tags" Target="../tags/tag408.xml"/><Relationship Id="rId4" Type="http://schemas.openxmlformats.org/officeDocument/2006/relationships/tags" Target="../tags/tag376.xml"/><Relationship Id="rId39" Type="http://schemas.openxmlformats.org/officeDocument/2006/relationships/tags" Target="../tags/tag407.xml"/><Relationship Id="rId38" Type="http://schemas.openxmlformats.org/officeDocument/2006/relationships/tags" Target="../tags/tag406.xml"/><Relationship Id="rId37" Type="http://schemas.openxmlformats.org/officeDocument/2006/relationships/tags" Target="../tags/tag405.xml"/><Relationship Id="rId36" Type="http://schemas.openxmlformats.org/officeDocument/2006/relationships/tags" Target="../tags/tag404.xml"/><Relationship Id="rId35" Type="http://schemas.openxmlformats.org/officeDocument/2006/relationships/tags" Target="../tags/tag403.xml"/><Relationship Id="rId34" Type="http://schemas.openxmlformats.org/officeDocument/2006/relationships/tags" Target="../tags/tag402.xml"/><Relationship Id="rId33" Type="http://schemas.openxmlformats.org/officeDocument/2006/relationships/tags" Target="../tags/tag401.xml"/><Relationship Id="rId32" Type="http://schemas.openxmlformats.org/officeDocument/2006/relationships/tags" Target="../tags/tag400.xml"/><Relationship Id="rId31" Type="http://schemas.openxmlformats.org/officeDocument/2006/relationships/tags" Target="../tags/tag399.xml"/><Relationship Id="rId30" Type="http://schemas.openxmlformats.org/officeDocument/2006/relationships/tags" Target="../tags/tag398.xml"/><Relationship Id="rId3" Type="http://schemas.openxmlformats.org/officeDocument/2006/relationships/tags" Target="../tags/tag375.xml"/><Relationship Id="rId29" Type="http://schemas.openxmlformats.org/officeDocument/2006/relationships/tags" Target="../tags/tag397.xml"/><Relationship Id="rId28" Type="http://schemas.openxmlformats.org/officeDocument/2006/relationships/tags" Target="../tags/tag396.xml"/><Relationship Id="rId27" Type="http://schemas.openxmlformats.org/officeDocument/2006/relationships/tags" Target="../tags/tag395.xml"/><Relationship Id="rId26" Type="http://schemas.openxmlformats.org/officeDocument/2006/relationships/tags" Target="../tags/tag394.xml"/><Relationship Id="rId25" Type="http://schemas.openxmlformats.org/officeDocument/2006/relationships/tags" Target="../tags/tag393.xml"/><Relationship Id="rId24" Type="http://schemas.openxmlformats.org/officeDocument/2006/relationships/tags" Target="../tags/tag392.xml"/><Relationship Id="rId23" Type="http://schemas.openxmlformats.org/officeDocument/2006/relationships/tags" Target="../tags/tag391.xml"/><Relationship Id="rId22" Type="http://schemas.openxmlformats.org/officeDocument/2006/relationships/tags" Target="../tags/tag390.xml"/><Relationship Id="rId21" Type="http://schemas.openxmlformats.org/officeDocument/2006/relationships/tags" Target="../tags/tag389.xml"/><Relationship Id="rId20" Type="http://schemas.openxmlformats.org/officeDocument/2006/relationships/tags" Target="../tags/tag388.xml"/><Relationship Id="rId2" Type="http://schemas.openxmlformats.org/officeDocument/2006/relationships/tags" Target="../tags/tag374.xml"/><Relationship Id="rId19" Type="http://schemas.openxmlformats.org/officeDocument/2006/relationships/tags" Target="../tags/tag387.xml"/><Relationship Id="rId18" Type="http://schemas.openxmlformats.org/officeDocument/2006/relationships/image" Target="../media/image47.svg"/><Relationship Id="rId17" Type="http://schemas.openxmlformats.org/officeDocument/2006/relationships/image" Target="../media/image46.png"/><Relationship Id="rId16" Type="http://schemas.openxmlformats.org/officeDocument/2006/relationships/tags" Target="../tags/tag386.xml"/><Relationship Id="rId15" Type="http://schemas.openxmlformats.org/officeDocument/2006/relationships/tags" Target="../tags/tag385.xml"/><Relationship Id="rId14" Type="http://schemas.openxmlformats.org/officeDocument/2006/relationships/tags" Target="../tags/tag384.xml"/><Relationship Id="rId13" Type="http://schemas.openxmlformats.org/officeDocument/2006/relationships/tags" Target="../tags/tag383.xml"/><Relationship Id="rId128" Type="http://schemas.openxmlformats.org/officeDocument/2006/relationships/slideLayout" Target="../slideLayouts/slideLayout7.xml"/><Relationship Id="rId127" Type="http://schemas.openxmlformats.org/officeDocument/2006/relationships/tags" Target="../tags/tag487.xml"/><Relationship Id="rId126" Type="http://schemas.openxmlformats.org/officeDocument/2006/relationships/tags" Target="../tags/tag486.xml"/><Relationship Id="rId125" Type="http://schemas.openxmlformats.org/officeDocument/2006/relationships/tags" Target="../tags/tag485.xml"/><Relationship Id="rId124" Type="http://schemas.openxmlformats.org/officeDocument/2006/relationships/tags" Target="../tags/tag484.xml"/><Relationship Id="rId123" Type="http://schemas.openxmlformats.org/officeDocument/2006/relationships/tags" Target="../tags/tag483.xml"/><Relationship Id="rId122" Type="http://schemas.openxmlformats.org/officeDocument/2006/relationships/tags" Target="../tags/tag482.xml"/><Relationship Id="rId121" Type="http://schemas.openxmlformats.org/officeDocument/2006/relationships/tags" Target="../tags/tag481.xml"/><Relationship Id="rId120" Type="http://schemas.openxmlformats.org/officeDocument/2006/relationships/tags" Target="../tags/tag480.xml"/><Relationship Id="rId12" Type="http://schemas.openxmlformats.org/officeDocument/2006/relationships/tags" Target="../tags/tag382.xml"/><Relationship Id="rId119" Type="http://schemas.openxmlformats.org/officeDocument/2006/relationships/tags" Target="../tags/tag479.xml"/><Relationship Id="rId118" Type="http://schemas.openxmlformats.org/officeDocument/2006/relationships/tags" Target="../tags/tag478.xml"/><Relationship Id="rId117" Type="http://schemas.openxmlformats.org/officeDocument/2006/relationships/image" Target="../media/image53.svg"/><Relationship Id="rId116" Type="http://schemas.openxmlformats.org/officeDocument/2006/relationships/image" Target="../media/image52.png"/><Relationship Id="rId115" Type="http://schemas.openxmlformats.org/officeDocument/2006/relationships/tags" Target="../tags/tag477.xml"/><Relationship Id="rId114" Type="http://schemas.openxmlformats.org/officeDocument/2006/relationships/tags" Target="../tags/tag476.xml"/><Relationship Id="rId113" Type="http://schemas.openxmlformats.org/officeDocument/2006/relationships/tags" Target="../tags/tag475.xml"/><Relationship Id="rId112" Type="http://schemas.openxmlformats.org/officeDocument/2006/relationships/tags" Target="../tags/tag474.xml"/><Relationship Id="rId111" Type="http://schemas.openxmlformats.org/officeDocument/2006/relationships/tags" Target="../tags/tag473.xml"/><Relationship Id="rId110" Type="http://schemas.openxmlformats.org/officeDocument/2006/relationships/tags" Target="../tags/tag472.xml"/><Relationship Id="rId11" Type="http://schemas.openxmlformats.org/officeDocument/2006/relationships/image" Target="../media/image44.svg"/><Relationship Id="rId109" Type="http://schemas.openxmlformats.org/officeDocument/2006/relationships/image" Target="../media/image51.svg"/><Relationship Id="rId108" Type="http://schemas.openxmlformats.org/officeDocument/2006/relationships/image" Target="../media/image50.png"/><Relationship Id="rId107" Type="http://schemas.openxmlformats.org/officeDocument/2006/relationships/tags" Target="../tags/tag471.xml"/><Relationship Id="rId106" Type="http://schemas.openxmlformats.org/officeDocument/2006/relationships/tags" Target="../tags/tag470.xml"/><Relationship Id="rId105" Type="http://schemas.openxmlformats.org/officeDocument/2006/relationships/tags" Target="../tags/tag469.xml"/><Relationship Id="rId104" Type="http://schemas.openxmlformats.org/officeDocument/2006/relationships/tags" Target="../tags/tag468.xml"/><Relationship Id="rId103" Type="http://schemas.openxmlformats.org/officeDocument/2006/relationships/tags" Target="../tags/tag467.xml"/><Relationship Id="rId102" Type="http://schemas.openxmlformats.org/officeDocument/2006/relationships/tags" Target="../tags/tag466.xml"/><Relationship Id="rId101" Type="http://schemas.openxmlformats.org/officeDocument/2006/relationships/tags" Target="../tags/tag465.xml"/><Relationship Id="rId100" Type="http://schemas.openxmlformats.org/officeDocument/2006/relationships/tags" Target="../tags/tag464.xml"/><Relationship Id="rId10" Type="http://schemas.openxmlformats.org/officeDocument/2006/relationships/image" Target="../media/image45.png"/><Relationship Id="rId1" Type="http://schemas.openxmlformats.org/officeDocument/2006/relationships/tags" Target="../tags/tag37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96.xml"/><Relationship Id="rId8" Type="http://schemas.openxmlformats.org/officeDocument/2006/relationships/tags" Target="../tags/tag495.xml"/><Relationship Id="rId79" Type="http://schemas.openxmlformats.org/officeDocument/2006/relationships/slideLayout" Target="../slideLayouts/slideLayout7.xml"/><Relationship Id="rId78" Type="http://schemas.openxmlformats.org/officeDocument/2006/relationships/tags" Target="../tags/tag559.xml"/><Relationship Id="rId77" Type="http://schemas.openxmlformats.org/officeDocument/2006/relationships/tags" Target="../tags/tag558.xml"/><Relationship Id="rId76" Type="http://schemas.openxmlformats.org/officeDocument/2006/relationships/tags" Target="../tags/tag557.xml"/><Relationship Id="rId75" Type="http://schemas.openxmlformats.org/officeDocument/2006/relationships/tags" Target="../tags/tag556.xml"/><Relationship Id="rId74" Type="http://schemas.openxmlformats.org/officeDocument/2006/relationships/tags" Target="../tags/tag555.xml"/><Relationship Id="rId73" Type="http://schemas.openxmlformats.org/officeDocument/2006/relationships/tags" Target="../tags/tag554.xml"/><Relationship Id="rId72" Type="http://schemas.openxmlformats.org/officeDocument/2006/relationships/tags" Target="../tags/tag553.xml"/><Relationship Id="rId71" Type="http://schemas.openxmlformats.org/officeDocument/2006/relationships/tags" Target="../tags/tag552.xml"/><Relationship Id="rId70" Type="http://schemas.openxmlformats.org/officeDocument/2006/relationships/tags" Target="../tags/tag551.xml"/><Relationship Id="rId7" Type="http://schemas.openxmlformats.org/officeDocument/2006/relationships/tags" Target="../tags/tag494.xml"/><Relationship Id="rId69" Type="http://schemas.openxmlformats.org/officeDocument/2006/relationships/image" Target="../media/image59.svg"/><Relationship Id="rId68" Type="http://schemas.openxmlformats.org/officeDocument/2006/relationships/image" Target="../media/image58.png"/><Relationship Id="rId67" Type="http://schemas.openxmlformats.org/officeDocument/2006/relationships/tags" Target="../tags/tag550.xml"/><Relationship Id="rId66" Type="http://schemas.openxmlformats.org/officeDocument/2006/relationships/tags" Target="../tags/tag549.xml"/><Relationship Id="rId65" Type="http://schemas.openxmlformats.org/officeDocument/2006/relationships/tags" Target="../tags/tag548.xml"/><Relationship Id="rId64" Type="http://schemas.openxmlformats.org/officeDocument/2006/relationships/tags" Target="../tags/tag547.xml"/><Relationship Id="rId63" Type="http://schemas.openxmlformats.org/officeDocument/2006/relationships/tags" Target="../tags/tag546.xml"/><Relationship Id="rId62" Type="http://schemas.openxmlformats.org/officeDocument/2006/relationships/tags" Target="../tags/tag545.xml"/><Relationship Id="rId61" Type="http://schemas.openxmlformats.org/officeDocument/2006/relationships/tags" Target="../tags/tag544.xml"/><Relationship Id="rId60" Type="http://schemas.openxmlformats.org/officeDocument/2006/relationships/tags" Target="../tags/tag543.xml"/><Relationship Id="rId6" Type="http://schemas.openxmlformats.org/officeDocument/2006/relationships/tags" Target="../tags/tag493.xml"/><Relationship Id="rId59" Type="http://schemas.openxmlformats.org/officeDocument/2006/relationships/tags" Target="../tags/tag542.xml"/><Relationship Id="rId58" Type="http://schemas.openxmlformats.org/officeDocument/2006/relationships/tags" Target="../tags/tag541.xml"/><Relationship Id="rId57" Type="http://schemas.openxmlformats.org/officeDocument/2006/relationships/tags" Target="../tags/tag540.xml"/><Relationship Id="rId56" Type="http://schemas.openxmlformats.org/officeDocument/2006/relationships/tags" Target="../tags/tag539.xml"/><Relationship Id="rId55" Type="http://schemas.openxmlformats.org/officeDocument/2006/relationships/tags" Target="../tags/tag538.xml"/><Relationship Id="rId54" Type="http://schemas.openxmlformats.org/officeDocument/2006/relationships/tags" Target="../tags/tag537.xml"/><Relationship Id="rId53" Type="http://schemas.openxmlformats.org/officeDocument/2006/relationships/tags" Target="../tags/tag536.xml"/><Relationship Id="rId52" Type="http://schemas.openxmlformats.org/officeDocument/2006/relationships/image" Target="../media/image57.svg"/><Relationship Id="rId51" Type="http://schemas.openxmlformats.org/officeDocument/2006/relationships/image" Target="../media/image56.png"/><Relationship Id="rId50" Type="http://schemas.openxmlformats.org/officeDocument/2006/relationships/tags" Target="../tags/tag535.xml"/><Relationship Id="rId5" Type="http://schemas.openxmlformats.org/officeDocument/2006/relationships/tags" Target="../tags/tag492.xml"/><Relationship Id="rId49" Type="http://schemas.openxmlformats.org/officeDocument/2006/relationships/tags" Target="../tags/tag534.xml"/><Relationship Id="rId48" Type="http://schemas.openxmlformats.org/officeDocument/2006/relationships/tags" Target="../tags/tag533.xml"/><Relationship Id="rId47" Type="http://schemas.openxmlformats.org/officeDocument/2006/relationships/tags" Target="../tags/tag532.xml"/><Relationship Id="rId46" Type="http://schemas.openxmlformats.org/officeDocument/2006/relationships/tags" Target="../tags/tag531.xml"/><Relationship Id="rId45" Type="http://schemas.openxmlformats.org/officeDocument/2006/relationships/tags" Target="../tags/tag530.xml"/><Relationship Id="rId44" Type="http://schemas.openxmlformats.org/officeDocument/2006/relationships/tags" Target="../tags/tag529.xml"/><Relationship Id="rId43" Type="http://schemas.openxmlformats.org/officeDocument/2006/relationships/tags" Target="../tags/tag528.xml"/><Relationship Id="rId42" Type="http://schemas.openxmlformats.org/officeDocument/2006/relationships/tags" Target="../tags/tag527.xml"/><Relationship Id="rId41" Type="http://schemas.openxmlformats.org/officeDocument/2006/relationships/tags" Target="../tags/tag526.xml"/><Relationship Id="rId40" Type="http://schemas.openxmlformats.org/officeDocument/2006/relationships/tags" Target="../tags/tag525.xml"/><Relationship Id="rId4" Type="http://schemas.openxmlformats.org/officeDocument/2006/relationships/tags" Target="../tags/tag491.xml"/><Relationship Id="rId39" Type="http://schemas.openxmlformats.org/officeDocument/2006/relationships/tags" Target="../tags/tag524.xml"/><Relationship Id="rId38" Type="http://schemas.openxmlformats.org/officeDocument/2006/relationships/tags" Target="../tags/tag523.xml"/><Relationship Id="rId37" Type="http://schemas.openxmlformats.org/officeDocument/2006/relationships/tags" Target="../tags/tag522.xml"/><Relationship Id="rId36" Type="http://schemas.openxmlformats.org/officeDocument/2006/relationships/tags" Target="../tags/tag521.xml"/><Relationship Id="rId35" Type="http://schemas.openxmlformats.org/officeDocument/2006/relationships/tags" Target="../tags/tag520.xml"/><Relationship Id="rId34" Type="http://schemas.openxmlformats.org/officeDocument/2006/relationships/image" Target="../media/image55.svg"/><Relationship Id="rId33" Type="http://schemas.openxmlformats.org/officeDocument/2006/relationships/image" Target="../media/image54.png"/><Relationship Id="rId32" Type="http://schemas.openxmlformats.org/officeDocument/2006/relationships/tags" Target="../tags/tag519.xml"/><Relationship Id="rId31" Type="http://schemas.openxmlformats.org/officeDocument/2006/relationships/tags" Target="../tags/tag518.xml"/><Relationship Id="rId30" Type="http://schemas.openxmlformats.org/officeDocument/2006/relationships/tags" Target="../tags/tag517.xml"/><Relationship Id="rId3" Type="http://schemas.openxmlformats.org/officeDocument/2006/relationships/tags" Target="../tags/tag490.xml"/><Relationship Id="rId29" Type="http://schemas.openxmlformats.org/officeDocument/2006/relationships/tags" Target="../tags/tag516.xml"/><Relationship Id="rId28" Type="http://schemas.openxmlformats.org/officeDocument/2006/relationships/tags" Target="../tags/tag515.xml"/><Relationship Id="rId27" Type="http://schemas.openxmlformats.org/officeDocument/2006/relationships/tags" Target="../tags/tag514.xml"/><Relationship Id="rId26" Type="http://schemas.openxmlformats.org/officeDocument/2006/relationships/tags" Target="../tags/tag513.xml"/><Relationship Id="rId25" Type="http://schemas.openxmlformats.org/officeDocument/2006/relationships/tags" Target="../tags/tag512.xml"/><Relationship Id="rId24" Type="http://schemas.openxmlformats.org/officeDocument/2006/relationships/tags" Target="../tags/tag511.xml"/><Relationship Id="rId23" Type="http://schemas.openxmlformats.org/officeDocument/2006/relationships/tags" Target="../tags/tag510.xml"/><Relationship Id="rId22" Type="http://schemas.openxmlformats.org/officeDocument/2006/relationships/tags" Target="../tags/tag509.xml"/><Relationship Id="rId21" Type="http://schemas.openxmlformats.org/officeDocument/2006/relationships/tags" Target="../tags/tag508.xml"/><Relationship Id="rId20" Type="http://schemas.openxmlformats.org/officeDocument/2006/relationships/tags" Target="../tags/tag507.xml"/><Relationship Id="rId2" Type="http://schemas.openxmlformats.org/officeDocument/2006/relationships/tags" Target="../tags/tag489.xml"/><Relationship Id="rId19" Type="http://schemas.openxmlformats.org/officeDocument/2006/relationships/tags" Target="../tags/tag506.xml"/><Relationship Id="rId18" Type="http://schemas.openxmlformats.org/officeDocument/2006/relationships/tags" Target="../tags/tag505.xml"/><Relationship Id="rId17" Type="http://schemas.openxmlformats.org/officeDocument/2006/relationships/tags" Target="../tags/tag504.xml"/><Relationship Id="rId16" Type="http://schemas.openxmlformats.org/officeDocument/2006/relationships/tags" Target="../tags/tag503.xml"/><Relationship Id="rId15" Type="http://schemas.openxmlformats.org/officeDocument/2006/relationships/tags" Target="../tags/tag502.xml"/><Relationship Id="rId14" Type="http://schemas.openxmlformats.org/officeDocument/2006/relationships/tags" Target="../tags/tag501.xml"/><Relationship Id="rId13" Type="http://schemas.openxmlformats.org/officeDocument/2006/relationships/tags" Target="../tags/tag500.xml"/><Relationship Id="rId12" Type="http://schemas.openxmlformats.org/officeDocument/2006/relationships/tags" Target="../tags/tag499.xml"/><Relationship Id="rId11" Type="http://schemas.openxmlformats.org/officeDocument/2006/relationships/tags" Target="../tags/tag498.xml"/><Relationship Id="rId10" Type="http://schemas.openxmlformats.org/officeDocument/2006/relationships/tags" Target="../tags/tag497.xml"/><Relationship Id="rId1" Type="http://schemas.openxmlformats.org/officeDocument/2006/relationships/tags" Target="../tags/tag48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566.xml"/><Relationship Id="rId6" Type="http://schemas.openxmlformats.org/officeDocument/2006/relationships/tags" Target="../tags/tag565.xml"/><Relationship Id="rId5" Type="http://schemas.openxmlformats.org/officeDocument/2006/relationships/tags" Target="../tags/tag564.xml"/><Relationship Id="rId4" Type="http://schemas.openxmlformats.org/officeDocument/2006/relationships/tags" Target="../tags/tag563.xml"/><Relationship Id="rId3" Type="http://schemas.openxmlformats.org/officeDocument/2006/relationships/tags" Target="../tags/tag562.xml"/><Relationship Id="rId2" Type="http://schemas.openxmlformats.org/officeDocument/2006/relationships/tags" Target="../tags/tag561.xml"/><Relationship Id="rId1" Type="http://schemas.openxmlformats.org/officeDocument/2006/relationships/tags" Target="../tags/tag56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60.jpeg"/><Relationship Id="rId1" Type="http://schemas.openxmlformats.org/officeDocument/2006/relationships/tags" Target="../tags/tag56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574.xml"/><Relationship Id="rId6" Type="http://schemas.openxmlformats.org/officeDocument/2006/relationships/tags" Target="../tags/tag573.xml"/><Relationship Id="rId5" Type="http://schemas.openxmlformats.org/officeDocument/2006/relationships/tags" Target="../tags/tag572.xml"/><Relationship Id="rId4" Type="http://schemas.openxmlformats.org/officeDocument/2006/relationships/tags" Target="../tags/tag571.xml"/><Relationship Id="rId3" Type="http://schemas.openxmlformats.org/officeDocument/2006/relationships/tags" Target="../tags/tag570.xml"/><Relationship Id="rId2" Type="http://schemas.openxmlformats.org/officeDocument/2006/relationships/tags" Target="../tags/tag569.xml"/><Relationship Id="rId1" Type="http://schemas.openxmlformats.org/officeDocument/2006/relationships/tags" Target="../tags/tag56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81.xml"/><Relationship Id="rId8" Type="http://schemas.openxmlformats.org/officeDocument/2006/relationships/tags" Target="../tags/tag580.xml"/><Relationship Id="rId7" Type="http://schemas.openxmlformats.org/officeDocument/2006/relationships/tags" Target="../tags/tag579.xml"/><Relationship Id="rId67" Type="http://schemas.openxmlformats.org/officeDocument/2006/relationships/slideLayout" Target="../slideLayouts/slideLayout7.xml"/><Relationship Id="rId66" Type="http://schemas.openxmlformats.org/officeDocument/2006/relationships/tags" Target="../tags/tag632.xml"/><Relationship Id="rId65" Type="http://schemas.openxmlformats.org/officeDocument/2006/relationships/tags" Target="../tags/tag631.xml"/><Relationship Id="rId64" Type="http://schemas.openxmlformats.org/officeDocument/2006/relationships/tags" Target="../tags/tag630.xml"/><Relationship Id="rId63" Type="http://schemas.openxmlformats.org/officeDocument/2006/relationships/image" Target="../media/image13.svg"/><Relationship Id="rId62" Type="http://schemas.openxmlformats.org/officeDocument/2006/relationships/image" Target="../media/image20.png"/><Relationship Id="rId61" Type="http://schemas.openxmlformats.org/officeDocument/2006/relationships/tags" Target="../tags/tag629.xml"/><Relationship Id="rId60" Type="http://schemas.openxmlformats.org/officeDocument/2006/relationships/tags" Target="../tags/tag628.xml"/><Relationship Id="rId6" Type="http://schemas.openxmlformats.org/officeDocument/2006/relationships/tags" Target="../tags/tag578.xml"/><Relationship Id="rId59" Type="http://schemas.openxmlformats.org/officeDocument/2006/relationships/tags" Target="../tags/tag627.xml"/><Relationship Id="rId58" Type="http://schemas.openxmlformats.org/officeDocument/2006/relationships/tags" Target="../tags/tag626.xml"/><Relationship Id="rId57" Type="http://schemas.openxmlformats.org/officeDocument/2006/relationships/tags" Target="../tags/tag625.xml"/><Relationship Id="rId56" Type="http://schemas.openxmlformats.org/officeDocument/2006/relationships/tags" Target="../tags/tag624.xml"/><Relationship Id="rId55" Type="http://schemas.openxmlformats.org/officeDocument/2006/relationships/tags" Target="../tags/tag623.xml"/><Relationship Id="rId54" Type="http://schemas.openxmlformats.org/officeDocument/2006/relationships/tags" Target="../tags/tag622.xml"/><Relationship Id="rId53" Type="http://schemas.openxmlformats.org/officeDocument/2006/relationships/tags" Target="../tags/tag621.xml"/><Relationship Id="rId52" Type="http://schemas.openxmlformats.org/officeDocument/2006/relationships/tags" Target="../tags/tag620.xml"/><Relationship Id="rId51" Type="http://schemas.openxmlformats.org/officeDocument/2006/relationships/tags" Target="../tags/tag619.xml"/><Relationship Id="rId50" Type="http://schemas.openxmlformats.org/officeDocument/2006/relationships/tags" Target="../tags/tag618.xml"/><Relationship Id="rId5" Type="http://schemas.openxmlformats.org/officeDocument/2006/relationships/image" Target="../media/image7.svg"/><Relationship Id="rId49" Type="http://schemas.openxmlformats.org/officeDocument/2006/relationships/tags" Target="../tags/tag617.xml"/><Relationship Id="rId48" Type="http://schemas.openxmlformats.org/officeDocument/2006/relationships/tags" Target="../tags/tag616.xml"/><Relationship Id="rId47" Type="http://schemas.openxmlformats.org/officeDocument/2006/relationships/tags" Target="../tags/tag615.xml"/><Relationship Id="rId46" Type="http://schemas.openxmlformats.org/officeDocument/2006/relationships/tags" Target="../tags/tag614.xml"/><Relationship Id="rId45" Type="http://schemas.openxmlformats.org/officeDocument/2006/relationships/tags" Target="../tags/tag613.xml"/><Relationship Id="rId44" Type="http://schemas.openxmlformats.org/officeDocument/2006/relationships/tags" Target="../tags/tag612.xml"/><Relationship Id="rId43" Type="http://schemas.openxmlformats.org/officeDocument/2006/relationships/tags" Target="../tags/tag611.xml"/><Relationship Id="rId42" Type="http://schemas.openxmlformats.org/officeDocument/2006/relationships/tags" Target="../tags/tag610.xml"/><Relationship Id="rId41" Type="http://schemas.openxmlformats.org/officeDocument/2006/relationships/image" Target="../media/image11.svg"/><Relationship Id="rId40" Type="http://schemas.openxmlformats.org/officeDocument/2006/relationships/image" Target="../media/image63.png"/><Relationship Id="rId4" Type="http://schemas.openxmlformats.org/officeDocument/2006/relationships/image" Target="../media/image61.png"/><Relationship Id="rId39" Type="http://schemas.openxmlformats.org/officeDocument/2006/relationships/tags" Target="../tags/tag609.xml"/><Relationship Id="rId38" Type="http://schemas.openxmlformats.org/officeDocument/2006/relationships/tags" Target="../tags/tag608.xml"/><Relationship Id="rId37" Type="http://schemas.openxmlformats.org/officeDocument/2006/relationships/tags" Target="../tags/tag607.xml"/><Relationship Id="rId36" Type="http://schemas.openxmlformats.org/officeDocument/2006/relationships/tags" Target="../tags/tag606.xml"/><Relationship Id="rId35" Type="http://schemas.openxmlformats.org/officeDocument/2006/relationships/tags" Target="../tags/tag605.xml"/><Relationship Id="rId34" Type="http://schemas.openxmlformats.org/officeDocument/2006/relationships/tags" Target="../tags/tag604.xml"/><Relationship Id="rId33" Type="http://schemas.openxmlformats.org/officeDocument/2006/relationships/tags" Target="../tags/tag603.xml"/><Relationship Id="rId32" Type="http://schemas.openxmlformats.org/officeDocument/2006/relationships/image" Target="../media/image9.svg"/><Relationship Id="rId31" Type="http://schemas.openxmlformats.org/officeDocument/2006/relationships/image" Target="../media/image62.png"/><Relationship Id="rId30" Type="http://schemas.openxmlformats.org/officeDocument/2006/relationships/tags" Target="../tags/tag602.xml"/><Relationship Id="rId3" Type="http://schemas.openxmlformats.org/officeDocument/2006/relationships/tags" Target="../tags/tag577.xml"/><Relationship Id="rId29" Type="http://schemas.openxmlformats.org/officeDocument/2006/relationships/tags" Target="../tags/tag601.xml"/><Relationship Id="rId28" Type="http://schemas.openxmlformats.org/officeDocument/2006/relationships/tags" Target="../tags/tag600.xml"/><Relationship Id="rId27" Type="http://schemas.openxmlformats.org/officeDocument/2006/relationships/tags" Target="../tags/tag599.xml"/><Relationship Id="rId26" Type="http://schemas.openxmlformats.org/officeDocument/2006/relationships/tags" Target="../tags/tag598.xml"/><Relationship Id="rId25" Type="http://schemas.openxmlformats.org/officeDocument/2006/relationships/tags" Target="../tags/tag597.xml"/><Relationship Id="rId24" Type="http://schemas.openxmlformats.org/officeDocument/2006/relationships/tags" Target="../tags/tag596.xml"/><Relationship Id="rId23" Type="http://schemas.openxmlformats.org/officeDocument/2006/relationships/tags" Target="../tags/tag595.xml"/><Relationship Id="rId22" Type="http://schemas.openxmlformats.org/officeDocument/2006/relationships/tags" Target="../tags/tag594.xml"/><Relationship Id="rId21" Type="http://schemas.openxmlformats.org/officeDocument/2006/relationships/tags" Target="../tags/tag593.xml"/><Relationship Id="rId20" Type="http://schemas.openxmlformats.org/officeDocument/2006/relationships/tags" Target="../tags/tag592.xml"/><Relationship Id="rId2" Type="http://schemas.openxmlformats.org/officeDocument/2006/relationships/tags" Target="../tags/tag576.xml"/><Relationship Id="rId19" Type="http://schemas.openxmlformats.org/officeDocument/2006/relationships/tags" Target="../tags/tag591.xml"/><Relationship Id="rId18" Type="http://schemas.openxmlformats.org/officeDocument/2006/relationships/tags" Target="../tags/tag590.xml"/><Relationship Id="rId17" Type="http://schemas.openxmlformats.org/officeDocument/2006/relationships/tags" Target="../tags/tag589.xml"/><Relationship Id="rId16" Type="http://schemas.openxmlformats.org/officeDocument/2006/relationships/tags" Target="../tags/tag588.xml"/><Relationship Id="rId15" Type="http://schemas.openxmlformats.org/officeDocument/2006/relationships/tags" Target="../tags/tag587.xml"/><Relationship Id="rId14" Type="http://schemas.openxmlformats.org/officeDocument/2006/relationships/tags" Target="../tags/tag586.xml"/><Relationship Id="rId13" Type="http://schemas.openxmlformats.org/officeDocument/2006/relationships/tags" Target="../tags/tag585.xml"/><Relationship Id="rId12" Type="http://schemas.openxmlformats.org/officeDocument/2006/relationships/tags" Target="../tags/tag584.xml"/><Relationship Id="rId11" Type="http://schemas.openxmlformats.org/officeDocument/2006/relationships/tags" Target="../tags/tag583.xml"/><Relationship Id="rId10" Type="http://schemas.openxmlformats.org/officeDocument/2006/relationships/tags" Target="../tags/tag582.xml"/><Relationship Id="rId1" Type="http://schemas.openxmlformats.org/officeDocument/2006/relationships/tags" Target="../tags/tag57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64.jpeg"/><Relationship Id="rId1" Type="http://schemas.openxmlformats.org/officeDocument/2006/relationships/tags" Target="../tags/tag63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640.xml"/><Relationship Id="rId6" Type="http://schemas.openxmlformats.org/officeDocument/2006/relationships/tags" Target="../tags/tag639.xml"/><Relationship Id="rId5" Type="http://schemas.openxmlformats.org/officeDocument/2006/relationships/tags" Target="../tags/tag638.xml"/><Relationship Id="rId4" Type="http://schemas.openxmlformats.org/officeDocument/2006/relationships/tags" Target="../tags/tag637.xml"/><Relationship Id="rId3" Type="http://schemas.openxmlformats.org/officeDocument/2006/relationships/tags" Target="../tags/tag636.xml"/><Relationship Id="rId2" Type="http://schemas.openxmlformats.org/officeDocument/2006/relationships/tags" Target="../tags/tag635.xml"/><Relationship Id="rId1" Type="http://schemas.openxmlformats.org/officeDocument/2006/relationships/tags" Target="../tags/tag63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648.xml"/><Relationship Id="rId8" Type="http://schemas.openxmlformats.org/officeDocument/2006/relationships/tags" Target="../tags/tag647.xml"/><Relationship Id="rId7" Type="http://schemas.openxmlformats.org/officeDocument/2006/relationships/tags" Target="../tags/tag646.xml"/><Relationship Id="rId6" Type="http://schemas.openxmlformats.org/officeDocument/2006/relationships/tags" Target="../tags/tag645.xml"/><Relationship Id="rId5" Type="http://schemas.openxmlformats.org/officeDocument/2006/relationships/tags" Target="../tags/tag644.xml"/><Relationship Id="rId47" Type="http://schemas.openxmlformats.org/officeDocument/2006/relationships/slideLayout" Target="../slideLayouts/slideLayout7.xml"/><Relationship Id="rId46" Type="http://schemas.openxmlformats.org/officeDocument/2006/relationships/tags" Target="../tags/tag685.xml"/><Relationship Id="rId45" Type="http://schemas.openxmlformats.org/officeDocument/2006/relationships/tags" Target="../tags/tag684.xml"/><Relationship Id="rId44" Type="http://schemas.openxmlformats.org/officeDocument/2006/relationships/tags" Target="../tags/tag683.xml"/><Relationship Id="rId43" Type="http://schemas.openxmlformats.org/officeDocument/2006/relationships/tags" Target="../tags/tag682.xml"/><Relationship Id="rId42" Type="http://schemas.openxmlformats.org/officeDocument/2006/relationships/tags" Target="../tags/tag681.xml"/><Relationship Id="rId41" Type="http://schemas.openxmlformats.org/officeDocument/2006/relationships/tags" Target="../tags/tag680.xml"/><Relationship Id="rId40" Type="http://schemas.openxmlformats.org/officeDocument/2006/relationships/tags" Target="../tags/tag679.xml"/><Relationship Id="rId4" Type="http://schemas.openxmlformats.org/officeDocument/2006/relationships/tags" Target="../tags/tag643.xml"/><Relationship Id="rId39" Type="http://schemas.openxmlformats.org/officeDocument/2006/relationships/tags" Target="../tags/tag678.xml"/><Relationship Id="rId38" Type="http://schemas.openxmlformats.org/officeDocument/2006/relationships/tags" Target="../tags/tag677.xml"/><Relationship Id="rId37" Type="http://schemas.openxmlformats.org/officeDocument/2006/relationships/tags" Target="../tags/tag676.xml"/><Relationship Id="rId36" Type="http://schemas.openxmlformats.org/officeDocument/2006/relationships/tags" Target="../tags/tag675.xml"/><Relationship Id="rId35" Type="http://schemas.openxmlformats.org/officeDocument/2006/relationships/tags" Target="../tags/tag674.xml"/><Relationship Id="rId34" Type="http://schemas.openxmlformats.org/officeDocument/2006/relationships/tags" Target="../tags/tag673.xml"/><Relationship Id="rId33" Type="http://schemas.openxmlformats.org/officeDocument/2006/relationships/tags" Target="../tags/tag672.xml"/><Relationship Id="rId32" Type="http://schemas.openxmlformats.org/officeDocument/2006/relationships/tags" Target="../tags/tag671.xml"/><Relationship Id="rId31" Type="http://schemas.openxmlformats.org/officeDocument/2006/relationships/tags" Target="../tags/tag670.xml"/><Relationship Id="rId30" Type="http://schemas.openxmlformats.org/officeDocument/2006/relationships/tags" Target="../tags/tag669.xml"/><Relationship Id="rId3" Type="http://schemas.openxmlformats.org/officeDocument/2006/relationships/tags" Target="../tags/tag642.xml"/><Relationship Id="rId29" Type="http://schemas.openxmlformats.org/officeDocument/2006/relationships/tags" Target="../tags/tag668.xml"/><Relationship Id="rId28" Type="http://schemas.openxmlformats.org/officeDocument/2006/relationships/tags" Target="../tags/tag667.xml"/><Relationship Id="rId27" Type="http://schemas.openxmlformats.org/officeDocument/2006/relationships/tags" Target="../tags/tag666.xml"/><Relationship Id="rId26" Type="http://schemas.openxmlformats.org/officeDocument/2006/relationships/tags" Target="../tags/tag665.xml"/><Relationship Id="rId25" Type="http://schemas.openxmlformats.org/officeDocument/2006/relationships/tags" Target="../tags/tag664.xml"/><Relationship Id="rId24" Type="http://schemas.openxmlformats.org/officeDocument/2006/relationships/tags" Target="../tags/tag663.xml"/><Relationship Id="rId23" Type="http://schemas.openxmlformats.org/officeDocument/2006/relationships/tags" Target="../tags/tag662.xml"/><Relationship Id="rId22" Type="http://schemas.openxmlformats.org/officeDocument/2006/relationships/tags" Target="../tags/tag661.xml"/><Relationship Id="rId21" Type="http://schemas.openxmlformats.org/officeDocument/2006/relationships/tags" Target="../tags/tag660.xml"/><Relationship Id="rId20" Type="http://schemas.openxmlformats.org/officeDocument/2006/relationships/tags" Target="../tags/tag659.xml"/><Relationship Id="rId2" Type="http://schemas.openxmlformats.org/officeDocument/2006/relationships/tags" Target="../tags/tag641.xml"/><Relationship Id="rId19" Type="http://schemas.openxmlformats.org/officeDocument/2006/relationships/tags" Target="../tags/tag658.xml"/><Relationship Id="rId18" Type="http://schemas.openxmlformats.org/officeDocument/2006/relationships/tags" Target="../tags/tag657.xml"/><Relationship Id="rId17" Type="http://schemas.openxmlformats.org/officeDocument/2006/relationships/tags" Target="../tags/tag656.xml"/><Relationship Id="rId16" Type="http://schemas.openxmlformats.org/officeDocument/2006/relationships/tags" Target="../tags/tag655.xml"/><Relationship Id="rId15" Type="http://schemas.openxmlformats.org/officeDocument/2006/relationships/tags" Target="../tags/tag654.xml"/><Relationship Id="rId14" Type="http://schemas.openxmlformats.org/officeDocument/2006/relationships/tags" Target="../tags/tag653.xml"/><Relationship Id="rId13" Type="http://schemas.openxmlformats.org/officeDocument/2006/relationships/tags" Target="../tags/tag652.xml"/><Relationship Id="rId12" Type="http://schemas.openxmlformats.org/officeDocument/2006/relationships/tags" Target="../tags/tag651.xml"/><Relationship Id="rId11" Type="http://schemas.openxmlformats.org/officeDocument/2006/relationships/tags" Target="../tags/tag650.xml"/><Relationship Id="rId10" Type="http://schemas.openxmlformats.org/officeDocument/2006/relationships/tags" Target="../tags/tag649.xml"/><Relationship Id="rId1" Type="http://schemas.openxmlformats.org/officeDocument/2006/relationships/chart" Target="../charts/chart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692.xml"/><Relationship Id="rId8" Type="http://schemas.openxmlformats.org/officeDocument/2006/relationships/tags" Target="../tags/tag691.xml"/><Relationship Id="rId7" Type="http://schemas.openxmlformats.org/officeDocument/2006/relationships/tags" Target="../tags/tag690.xml"/><Relationship Id="rId6" Type="http://schemas.openxmlformats.org/officeDocument/2006/relationships/image" Target="../media/image66.svg"/><Relationship Id="rId58" Type="http://schemas.openxmlformats.org/officeDocument/2006/relationships/slideLayout" Target="../slideLayouts/slideLayout7.xml"/><Relationship Id="rId57" Type="http://schemas.openxmlformats.org/officeDocument/2006/relationships/tags" Target="../tags/tag736.xml"/><Relationship Id="rId56" Type="http://schemas.openxmlformats.org/officeDocument/2006/relationships/tags" Target="../tags/tag735.xml"/><Relationship Id="rId55" Type="http://schemas.openxmlformats.org/officeDocument/2006/relationships/tags" Target="../tags/tag734.xml"/><Relationship Id="rId54" Type="http://schemas.openxmlformats.org/officeDocument/2006/relationships/tags" Target="../tags/tag733.xml"/><Relationship Id="rId53" Type="http://schemas.openxmlformats.org/officeDocument/2006/relationships/tags" Target="../tags/tag732.xml"/><Relationship Id="rId52" Type="http://schemas.openxmlformats.org/officeDocument/2006/relationships/tags" Target="../tags/tag731.xml"/><Relationship Id="rId51" Type="http://schemas.openxmlformats.org/officeDocument/2006/relationships/tags" Target="../tags/tag730.xml"/><Relationship Id="rId50" Type="http://schemas.openxmlformats.org/officeDocument/2006/relationships/tags" Target="../tags/tag729.xml"/><Relationship Id="rId5" Type="http://schemas.openxmlformats.org/officeDocument/2006/relationships/image" Target="../media/image65.png"/><Relationship Id="rId49" Type="http://schemas.openxmlformats.org/officeDocument/2006/relationships/tags" Target="../tags/tag728.xml"/><Relationship Id="rId48" Type="http://schemas.openxmlformats.org/officeDocument/2006/relationships/tags" Target="../tags/tag727.xml"/><Relationship Id="rId47" Type="http://schemas.openxmlformats.org/officeDocument/2006/relationships/tags" Target="../tags/tag726.xml"/><Relationship Id="rId46" Type="http://schemas.openxmlformats.org/officeDocument/2006/relationships/tags" Target="../tags/tag725.xml"/><Relationship Id="rId45" Type="http://schemas.openxmlformats.org/officeDocument/2006/relationships/tags" Target="../tags/tag724.xml"/><Relationship Id="rId44" Type="http://schemas.openxmlformats.org/officeDocument/2006/relationships/tags" Target="../tags/tag723.xml"/><Relationship Id="rId43" Type="http://schemas.openxmlformats.org/officeDocument/2006/relationships/tags" Target="../tags/tag722.xml"/><Relationship Id="rId42" Type="http://schemas.openxmlformats.org/officeDocument/2006/relationships/image" Target="../media/image70.svg"/><Relationship Id="rId41" Type="http://schemas.openxmlformats.org/officeDocument/2006/relationships/image" Target="../media/image69.png"/><Relationship Id="rId40" Type="http://schemas.openxmlformats.org/officeDocument/2006/relationships/tags" Target="../tags/tag721.xml"/><Relationship Id="rId4" Type="http://schemas.openxmlformats.org/officeDocument/2006/relationships/tags" Target="../tags/tag689.xml"/><Relationship Id="rId39" Type="http://schemas.openxmlformats.org/officeDocument/2006/relationships/tags" Target="../tags/tag720.xml"/><Relationship Id="rId38" Type="http://schemas.openxmlformats.org/officeDocument/2006/relationships/tags" Target="../tags/tag719.xml"/><Relationship Id="rId37" Type="http://schemas.openxmlformats.org/officeDocument/2006/relationships/tags" Target="../tags/tag718.xml"/><Relationship Id="rId36" Type="http://schemas.openxmlformats.org/officeDocument/2006/relationships/tags" Target="../tags/tag717.xml"/><Relationship Id="rId35" Type="http://schemas.openxmlformats.org/officeDocument/2006/relationships/tags" Target="../tags/tag716.xml"/><Relationship Id="rId34" Type="http://schemas.openxmlformats.org/officeDocument/2006/relationships/tags" Target="../tags/tag715.xml"/><Relationship Id="rId33" Type="http://schemas.openxmlformats.org/officeDocument/2006/relationships/tags" Target="../tags/tag714.xml"/><Relationship Id="rId32" Type="http://schemas.openxmlformats.org/officeDocument/2006/relationships/tags" Target="../tags/tag713.xml"/><Relationship Id="rId31" Type="http://schemas.openxmlformats.org/officeDocument/2006/relationships/tags" Target="../tags/tag712.xml"/><Relationship Id="rId30" Type="http://schemas.openxmlformats.org/officeDocument/2006/relationships/tags" Target="../tags/tag711.xml"/><Relationship Id="rId3" Type="http://schemas.openxmlformats.org/officeDocument/2006/relationships/tags" Target="../tags/tag688.xml"/><Relationship Id="rId29" Type="http://schemas.openxmlformats.org/officeDocument/2006/relationships/tags" Target="../tags/tag710.xml"/><Relationship Id="rId28" Type="http://schemas.openxmlformats.org/officeDocument/2006/relationships/tags" Target="../tags/tag709.xml"/><Relationship Id="rId27" Type="http://schemas.openxmlformats.org/officeDocument/2006/relationships/tags" Target="../tags/tag708.xml"/><Relationship Id="rId26" Type="http://schemas.openxmlformats.org/officeDocument/2006/relationships/tags" Target="../tags/tag707.xml"/><Relationship Id="rId25" Type="http://schemas.openxmlformats.org/officeDocument/2006/relationships/tags" Target="../tags/tag706.xml"/><Relationship Id="rId24" Type="http://schemas.openxmlformats.org/officeDocument/2006/relationships/image" Target="../media/image68.svg"/><Relationship Id="rId23" Type="http://schemas.openxmlformats.org/officeDocument/2006/relationships/image" Target="../media/image67.png"/><Relationship Id="rId22" Type="http://schemas.openxmlformats.org/officeDocument/2006/relationships/tags" Target="../tags/tag705.xml"/><Relationship Id="rId21" Type="http://schemas.openxmlformats.org/officeDocument/2006/relationships/tags" Target="../tags/tag704.xml"/><Relationship Id="rId20" Type="http://schemas.openxmlformats.org/officeDocument/2006/relationships/tags" Target="../tags/tag703.xml"/><Relationship Id="rId2" Type="http://schemas.openxmlformats.org/officeDocument/2006/relationships/tags" Target="../tags/tag687.xml"/><Relationship Id="rId19" Type="http://schemas.openxmlformats.org/officeDocument/2006/relationships/tags" Target="../tags/tag702.xml"/><Relationship Id="rId18" Type="http://schemas.openxmlformats.org/officeDocument/2006/relationships/tags" Target="../tags/tag701.xml"/><Relationship Id="rId17" Type="http://schemas.openxmlformats.org/officeDocument/2006/relationships/tags" Target="../tags/tag700.xml"/><Relationship Id="rId16" Type="http://schemas.openxmlformats.org/officeDocument/2006/relationships/tags" Target="../tags/tag699.xml"/><Relationship Id="rId15" Type="http://schemas.openxmlformats.org/officeDocument/2006/relationships/tags" Target="../tags/tag698.xml"/><Relationship Id="rId14" Type="http://schemas.openxmlformats.org/officeDocument/2006/relationships/tags" Target="../tags/tag697.xml"/><Relationship Id="rId13" Type="http://schemas.openxmlformats.org/officeDocument/2006/relationships/tags" Target="../tags/tag696.xml"/><Relationship Id="rId12" Type="http://schemas.openxmlformats.org/officeDocument/2006/relationships/tags" Target="../tags/tag695.xml"/><Relationship Id="rId11" Type="http://schemas.openxmlformats.org/officeDocument/2006/relationships/tags" Target="../tags/tag694.xml"/><Relationship Id="rId10" Type="http://schemas.openxmlformats.org/officeDocument/2006/relationships/tags" Target="../tags/tag693.xml"/><Relationship Id="rId1" Type="http://schemas.openxmlformats.org/officeDocument/2006/relationships/tags" Target="../tags/tag68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43.xml"/><Relationship Id="rId6" Type="http://schemas.openxmlformats.org/officeDocument/2006/relationships/tags" Target="../tags/tag742.xml"/><Relationship Id="rId5" Type="http://schemas.openxmlformats.org/officeDocument/2006/relationships/tags" Target="../tags/tag741.xml"/><Relationship Id="rId4" Type="http://schemas.openxmlformats.org/officeDocument/2006/relationships/tags" Target="../tags/tag740.xml"/><Relationship Id="rId3" Type="http://schemas.openxmlformats.org/officeDocument/2006/relationships/tags" Target="../tags/tag739.xml"/><Relationship Id="rId2" Type="http://schemas.openxmlformats.org/officeDocument/2006/relationships/tags" Target="../tags/tag738.xml"/><Relationship Id="rId1" Type="http://schemas.openxmlformats.org/officeDocument/2006/relationships/tags" Target="../tags/tag737.xml"/></Relationships>
</file>

<file path=ppt/slides/_rels/slide23.xml.rels><?xml version="1.0" encoding="UTF-8" standalone="yes"?>
<Relationships xmlns="http://schemas.openxmlformats.org/package/2006/relationships"><Relationship Id="rId99" Type="http://schemas.openxmlformats.org/officeDocument/2006/relationships/tags" Target="../tags/tag830.xml"/><Relationship Id="rId98" Type="http://schemas.openxmlformats.org/officeDocument/2006/relationships/tags" Target="../tags/tag829.xml"/><Relationship Id="rId97" Type="http://schemas.openxmlformats.org/officeDocument/2006/relationships/image" Target="../media/image77.svg"/><Relationship Id="rId96" Type="http://schemas.openxmlformats.org/officeDocument/2006/relationships/image" Target="../media/image76.png"/><Relationship Id="rId95" Type="http://schemas.openxmlformats.org/officeDocument/2006/relationships/tags" Target="../tags/tag828.xml"/><Relationship Id="rId94" Type="http://schemas.openxmlformats.org/officeDocument/2006/relationships/tags" Target="../tags/tag827.xml"/><Relationship Id="rId93" Type="http://schemas.openxmlformats.org/officeDocument/2006/relationships/tags" Target="../tags/tag826.xml"/><Relationship Id="rId92" Type="http://schemas.openxmlformats.org/officeDocument/2006/relationships/tags" Target="../tags/tag825.xml"/><Relationship Id="rId91" Type="http://schemas.openxmlformats.org/officeDocument/2006/relationships/image" Target="../media/image75.svg"/><Relationship Id="rId90" Type="http://schemas.openxmlformats.org/officeDocument/2006/relationships/image" Target="../media/image74.png"/><Relationship Id="rId9" Type="http://schemas.openxmlformats.org/officeDocument/2006/relationships/tags" Target="../tags/tag750.xml"/><Relationship Id="rId89" Type="http://schemas.openxmlformats.org/officeDocument/2006/relationships/tags" Target="../tags/tag824.xml"/><Relationship Id="rId88" Type="http://schemas.openxmlformats.org/officeDocument/2006/relationships/tags" Target="../tags/tag823.xml"/><Relationship Id="rId87" Type="http://schemas.openxmlformats.org/officeDocument/2006/relationships/tags" Target="../tags/tag822.xml"/><Relationship Id="rId86" Type="http://schemas.openxmlformats.org/officeDocument/2006/relationships/tags" Target="../tags/tag821.xml"/><Relationship Id="rId85" Type="http://schemas.openxmlformats.org/officeDocument/2006/relationships/tags" Target="../tags/tag820.xml"/><Relationship Id="rId84" Type="http://schemas.openxmlformats.org/officeDocument/2006/relationships/image" Target="../media/image73.svg"/><Relationship Id="rId83" Type="http://schemas.openxmlformats.org/officeDocument/2006/relationships/image" Target="../media/image72.png"/><Relationship Id="rId82" Type="http://schemas.openxmlformats.org/officeDocument/2006/relationships/tags" Target="../tags/tag819.xml"/><Relationship Id="rId81" Type="http://schemas.openxmlformats.org/officeDocument/2006/relationships/tags" Target="../tags/tag818.xml"/><Relationship Id="rId80" Type="http://schemas.openxmlformats.org/officeDocument/2006/relationships/tags" Target="../tags/tag817.xml"/><Relationship Id="rId8" Type="http://schemas.openxmlformats.org/officeDocument/2006/relationships/tags" Target="../tags/tag749.xml"/><Relationship Id="rId79" Type="http://schemas.openxmlformats.org/officeDocument/2006/relationships/tags" Target="../tags/tag816.xml"/><Relationship Id="rId78" Type="http://schemas.openxmlformats.org/officeDocument/2006/relationships/tags" Target="../tags/tag815.xml"/><Relationship Id="rId77" Type="http://schemas.openxmlformats.org/officeDocument/2006/relationships/tags" Target="../tags/tag814.xml"/><Relationship Id="rId76" Type="http://schemas.openxmlformats.org/officeDocument/2006/relationships/image" Target="../media/image51.svg"/><Relationship Id="rId75" Type="http://schemas.openxmlformats.org/officeDocument/2006/relationships/image" Target="../media/image50.png"/><Relationship Id="rId74" Type="http://schemas.openxmlformats.org/officeDocument/2006/relationships/tags" Target="../tags/tag813.xml"/><Relationship Id="rId73" Type="http://schemas.openxmlformats.org/officeDocument/2006/relationships/tags" Target="../tags/tag812.xml"/><Relationship Id="rId72" Type="http://schemas.openxmlformats.org/officeDocument/2006/relationships/tags" Target="../tags/tag811.xml"/><Relationship Id="rId71" Type="http://schemas.openxmlformats.org/officeDocument/2006/relationships/tags" Target="../tags/tag810.xml"/><Relationship Id="rId70" Type="http://schemas.openxmlformats.org/officeDocument/2006/relationships/tags" Target="../tags/tag809.xml"/><Relationship Id="rId7" Type="http://schemas.openxmlformats.org/officeDocument/2006/relationships/tags" Target="../tags/tag748.xml"/><Relationship Id="rId69" Type="http://schemas.openxmlformats.org/officeDocument/2006/relationships/tags" Target="../tags/tag808.xml"/><Relationship Id="rId68" Type="http://schemas.openxmlformats.org/officeDocument/2006/relationships/tags" Target="../tags/tag807.xml"/><Relationship Id="rId67" Type="http://schemas.openxmlformats.org/officeDocument/2006/relationships/tags" Target="../tags/tag806.xml"/><Relationship Id="rId66" Type="http://schemas.openxmlformats.org/officeDocument/2006/relationships/tags" Target="../tags/tag805.xml"/><Relationship Id="rId65" Type="http://schemas.openxmlformats.org/officeDocument/2006/relationships/tags" Target="../tags/tag804.xml"/><Relationship Id="rId64" Type="http://schemas.openxmlformats.org/officeDocument/2006/relationships/tags" Target="../tags/tag803.xml"/><Relationship Id="rId63" Type="http://schemas.openxmlformats.org/officeDocument/2006/relationships/tags" Target="../tags/tag802.xml"/><Relationship Id="rId62" Type="http://schemas.openxmlformats.org/officeDocument/2006/relationships/tags" Target="../tags/tag801.xml"/><Relationship Id="rId61" Type="http://schemas.openxmlformats.org/officeDocument/2006/relationships/tags" Target="../tags/tag800.xml"/><Relationship Id="rId60" Type="http://schemas.openxmlformats.org/officeDocument/2006/relationships/tags" Target="../tags/tag799.xml"/><Relationship Id="rId6" Type="http://schemas.openxmlformats.org/officeDocument/2006/relationships/tags" Target="../tags/tag747.xml"/><Relationship Id="rId59" Type="http://schemas.openxmlformats.org/officeDocument/2006/relationships/tags" Target="../tags/tag798.xml"/><Relationship Id="rId58" Type="http://schemas.openxmlformats.org/officeDocument/2006/relationships/tags" Target="../tags/tag797.xml"/><Relationship Id="rId57" Type="http://schemas.openxmlformats.org/officeDocument/2006/relationships/tags" Target="../tags/tag796.xml"/><Relationship Id="rId56" Type="http://schemas.openxmlformats.org/officeDocument/2006/relationships/tags" Target="../tags/tag795.xml"/><Relationship Id="rId55" Type="http://schemas.openxmlformats.org/officeDocument/2006/relationships/tags" Target="../tags/tag794.xml"/><Relationship Id="rId54" Type="http://schemas.openxmlformats.org/officeDocument/2006/relationships/tags" Target="../tags/tag793.xml"/><Relationship Id="rId53" Type="http://schemas.openxmlformats.org/officeDocument/2006/relationships/tags" Target="../tags/tag792.xml"/><Relationship Id="rId52" Type="http://schemas.openxmlformats.org/officeDocument/2006/relationships/tags" Target="../tags/tag791.xml"/><Relationship Id="rId51" Type="http://schemas.openxmlformats.org/officeDocument/2006/relationships/tags" Target="../tags/tag790.xml"/><Relationship Id="rId50" Type="http://schemas.openxmlformats.org/officeDocument/2006/relationships/tags" Target="../tags/tag789.xml"/><Relationship Id="rId5" Type="http://schemas.openxmlformats.org/officeDocument/2006/relationships/image" Target="../media/image49.svg"/><Relationship Id="rId49" Type="http://schemas.openxmlformats.org/officeDocument/2006/relationships/tags" Target="../tags/tag788.xml"/><Relationship Id="rId48" Type="http://schemas.openxmlformats.org/officeDocument/2006/relationships/tags" Target="../tags/tag787.xml"/><Relationship Id="rId47" Type="http://schemas.openxmlformats.org/officeDocument/2006/relationships/tags" Target="../tags/tag786.xml"/><Relationship Id="rId46" Type="http://schemas.openxmlformats.org/officeDocument/2006/relationships/tags" Target="../tags/tag785.xml"/><Relationship Id="rId45" Type="http://schemas.openxmlformats.org/officeDocument/2006/relationships/tags" Target="../tags/tag784.xml"/><Relationship Id="rId44" Type="http://schemas.openxmlformats.org/officeDocument/2006/relationships/tags" Target="../tags/tag783.xml"/><Relationship Id="rId43" Type="http://schemas.openxmlformats.org/officeDocument/2006/relationships/tags" Target="../tags/tag782.xml"/><Relationship Id="rId42" Type="http://schemas.openxmlformats.org/officeDocument/2006/relationships/tags" Target="../tags/tag781.xml"/><Relationship Id="rId41" Type="http://schemas.openxmlformats.org/officeDocument/2006/relationships/tags" Target="../tags/tag780.xml"/><Relationship Id="rId40" Type="http://schemas.openxmlformats.org/officeDocument/2006/relationships/tags" Target="../tags/tag779.xml"/><Relationship Id="rId4" Type="http://schemas.openxmlformats.org/officeDocument/2006/relationships/image" Target="../media/image48.png"/><Relationship Id="rId39" Type="http://schemas.openxmlformats.org/officeDocument/2006/relationships/tags" Target="../tags/tag778.xml"/><Relationship Id="rId38" Type="http://schemas.openxmlformats.org/officeDocument/2006/relationships/tags" Target="../tags/tag777.xml"/><Relationship Id="rId37" Type="http://schemas.openxmlformats.org/officeDocument/2006/relationships/tags" Target="../tags/tag776.xml"/><Relationship Id="rId36" Type="http://schemas.openxmlformats.org/officeDocument/2006/relationships/tags" Target="../tags/tag775.xml"/><Relationship Id="rId35" Type="http://schemas.openxmlformats.org/officeDocument/2006/relationships/tags" Target="../tags/tag774.xml"/><Relationship Id="rId34" Type="http://schemas.openxmlformats.org/officeDocument/2006/relationships/tags" Target="../tags/tag773.xml"/><Relationship Id="rId33" Type="http://schemas.openxmlformats.org/officeDocument/2006/relationships/tags" Target="../tags/tag772.xml"/><Relationship Id="rId32" Type="http://schemas.openxmlformats.org/officeDocument/2006/relationships/tags" Target="../tags/tag771.xml"/><Relationship Id="rId31" Type="http://schemas.openxmlformats.org/officeDocument/2006/relationships/tags" Target="../tags/tag770.xml"/><Relationship Id="rId30" Type="http://schemas.openxmlformats.org/officeDocument/2006/relationships/image" Target="../media/image22.svg"/><Relationship Id="rId3" Type="http://schemas.openxmlformats.org/officeDocument/2006/relationships/tags" Target="../tags/tag746.xml"/><Relationship Id="rId29" Type="http://schemas.openxmlformats.org/officeDocument/2006/relationships/image" Target="../media/image71.png"/><Relationship Id="rId28" Type="http://schemas.openxmlformats.org/officeDocument/2006/relationships/tags" Target="../tags/tag769.xml"/><Relationship Id="rId27" Type="http://schemas.openxmlformats.org/officeDocument/2006/relationships/tags" Target="../tags/tag768.xml"/><Relationship Id="rId26" Type="http://schemas.openxmlformats.org/officeDocument/2006/relationships/tags" Target="../tags/tag767.xml"/><Relationship Id="rId25" Type="http://schemas.openxmlformats.org/officeDocument/2006/relationships/tags" Target="../tags/tag766.xml"/><Relationship Id="rId24" Type="http://schemas.openxmlformats.org/officeDocument/2006/relationships/tags" Target="../tags/tag765.xml"/><Relationship Id="rId23" Type="http://schemas.openxmlformats.org/officeDocument/2006/relationships/tags" Target="../tags/tag764.xml"/><Relationship Id="rId22" Type="http://schemas.openxmlformats.org/officeDocument/2006/relationships/tags" Target="../tags/tag763.xml"/><Relationship Id="rId21" Type="http://schemas.openxmlformats.org/officeDocument/2006/relationships/tags" Target="../tags/tag762.xml"/><Relationship Id="rId20" Type="http://schemas.openxmlformats.org/officeDocument/2006/relationships/tags" Target="../tags/tag761.xml"/><Relationship Id="rId2" Type="http://schemas.openxmlformats.org/officeDocument/2006/relationships/tags" Target="../tags/tag745.xml"/><Relationship Id="rId19" Type="http://schemas.openxmlformats.org/officeDocument/2006/relationships/tags" Target="../tags/tag760.xml"/><Relationship Id="rId18" Type="http://schemas.openxmlformats.org/officeDocument/2006/relationships/tags" Target="../tags/tag759.xml"/><Relationship Id="rId17" Type="http://schemas.openxmlformats.org/officeDocument/2006/relationships/tags" Target="../tags/tag758.xml"/><Relationship Id="rId16" Type="http://schemas.openxmlformats.org/officeDocument/2006/relationships/tags" Target="../tags/tag757.xml"/><Relationship Id="rId15" Type="http://schemas.openxmlformats.org/officeDocument/2006/relationships/tags" Target="../tags/tag756.xml"/><Relationship Id="rId14" Type="http://schemas.openxmlformats.org/officeDocument/2006/relationships/tags" Target="../tags/tag755.xml"/><Relationship Id="rId13" Type="http://schemas.openxmlformats.org/officeDocument/2006/relationships/tags" Target="../tags/tag754.xml"/><Relationship Id="rId12" Type="http://schemas.openxmlformats.org/officeDocument/2006/relationships/tags" Target="../tags/tag753.xml"/><Relationship Id="rId11" Type="http://schemas.openxmlformats.org/officeDocument/2006/relationships/tags" Target="../tags/tag752.xml"/><Relationship Id="rId109" Type="http://schemas.openxmlformats.org/officeDocument/2006/relationships/slideLayout" Target="../slideLayouts/slideLayout7.xml"/><Relationship Id="rId108" Type="http://schemas.openxmlformats.org/officeDocument/2006/relationships/tags" Target="../tags/tag839.xml"/><Relationship Id="rId107" Type="http://schemas.openxmlformats.org/officeDocument/2006/relationships/tags" Target="../tags/tag838.xml"/><Relationship Id="rId106" Type="http://schemas.openxmlformats.org/officeDocument/2006/relationships/tags" Target="../tags/tag837.xml"/><Relationship Id="rId105" Type="http://schemas.openxmlformats.org/officeDocument/2006/relationships/tags" Target="../tags/tag836.xml"/><Relationship Id="rId104" Type="http://schemas.openxmlformats.org/officeDocument/2006/relationships/tags" Target="../tags/tag835.xml"/><Relationship Id="rId103" Type="http://schemas.openxmlformats.org/officeDocument/2006/relationships/tags" Target="../tags/tag834.xml"/><Relationship Id="rId102" Type="http://schemas.openxmlformats.org/officeDocument/2006/relationships/tags" Target="../tags/tag833.xml"/><Relationship Id="rId101" Type="http://schemas.openxmlformats.org/officeDocument/2006/relationships/tags" Target="../tags/tag832.xml"/><Relationship Id="rId100" Type="http://schemas.openxmlformats.org/officeDocument/2006/relationships/tags" Target="../tags/tag831.xml"/><Relationship Id="rId10" Type="http://schemas.openxmlformats.org/officeDocument/2006/relationships/tags" Target="../tags/tag751.xml"/><Relationship Id="rId1" Type="http://schemas.openxmlformats.org/officeDocument/2006/relationships/tags" Target="../tags/tag744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844.xml"/><Relationship Id="rId4" Type="http://schemas.openxmlformats.org/officeDocument/2006/relationships/tags" Target="../tags/tag843.xml"/><Relationship Id="rId3" Type="http://schemas.openxmlformats.org/officeDocument/2006/relationships/tags" Target="../tags/tag842.xml"/><Relationship Id="rId2" Type="http://schemas.openxmlformats.org/officeDocument/2006/relationships/tags" Target="../tags/tag841.xml"/><Relationship Id="rId1" Type="http://schemas.openxmlformats.org/officeDocument/2006/relationships/tags" Target="../tags/tag8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867348"/>
            <a:ext cx="826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成效汇报</a:t>
            </a:r>
            <a:endParaRPr sz="1050" b="1" spc="315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2118331"/>
            <a:ext cx="5343525" cy="165068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950" b="1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农村三资清理成效</a:t>
            </a:r>
            <a:endParaRPr sz="4950" b="1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  <a:p>
            <a:pPr algn="l">
              <a:lnSpc>
                <a:spcPct val="104000"/>
              </a:lnSpc>
            </a:pPr>
            <a:r>
              <a:rPr sz="4950" b="1">
                <a:solidFill>
                  <a:srgbClr val="1E4033"/>
                </a:solidFill>
                <a:latin typeface="+mj-lt"/>
                <a:ea typeface="+mj-ea"/>
                <a:cs typeface="+mj-lt"/>
              </a:rPr>
              <a:t>汇报</a:t>
            </a:r>
            <a:endParaRPr sz="4950" b="1">
              <a:solidFill>
                <a:srgbClr val="1E4033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66750" y="3940940"/>
            <a:ext cx="3808514" cy="3914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pc="36">
                <a:solidFill>
                  <a:srgbClr val="4D6E60"/>
                </a:solidFill>
                <a:cs typeface="+mn-lt"/>
              </a:rPr>
              <a:t>盘清家底</a:t>
            </a:r>
            <a:r>
              <a:rPr lang="en-US" altLang="zh-CN" spc="36">
                <a:solidFill>
                  <a:srgbClr val="4D6E60"/>
                </a:solidFill>
                <a:cs typeface="+mn-lt"/>
              </a:rPr>
              <a:t> · </a:t>
            </a:r>
            <a:r>
              <a:rPr lang="zh-CN" altLang="en-US" spc="36">
                <a:solidFill>
                  <a:srgbClr val="4D6E60"/>
                </a:solidFill>
                <a:cs typeface="+mn-lt"/>
              </a:rPr>
              <a:t>规范管理</a:t>
            </a:r>
            <a:r>
              <a:rPr lang="en-US" altLang="zh-CN" spc="36">
                <a:solidFill>
                  <a:srgbClr val="4D6E60"/>
                </a:solidFill>
                <a:cs typeface="+mn-lt"/>
              </a:rPr>
              <a:t> · </a:t>
            </a:r>
            <a:r>
              <a:rPr lang="zh-CN" altLang="en-US" spc="36">
                <a:solidFill>
                  <a:srgbClr val="4D6E60"/>
                </a:solidFill>
                <a:cs typeface="+mn-lt"/>
              </a:rPr>
              <a:t>盘活增值</a:t>
            </a:r>
            <a:endParaRPr lang="zh-CN" altLang="en-US" spc="36">
              <a:solidFill>
                <a:srgbClr val="4D6E60"/>
              </a:solidFill>
              <a:cs typeface="+mn-lt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666750" y="4552315"/>
            <a:ext cx="1143000" cy="9525"/>
          </a:xfrm>
          <a:prstGeom prst="rect">
            <a:avLst/>
          </a:prstGeom>
          <a:solidFill>
            <a:srgbClr val="B8D4C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666750" y="4790551"/>
            <a:ext cx="5694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6B8779"/>
                </a:solidFill>
                <a:cs typeface="+mn-lt"/>
              </a:rPr>
              <a:t>2026</a:t>
            </a:r>
            <a:endParaRPr sz="1200" spc="72">
              <a:solidFill>
                <a:srgbClr val="6B8779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 rot="2700000">
            <a:off x="666750" y="1931670"/>
            <a:ext cx="47625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1598295" y="195008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501015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E4033"/>
                </a:solidFill>
                <a:latin typeface="MiSans Demibold" panose="00000700000000000000" charset="-122"/>
                <a:ea typeface="MiSans Demibold" panose="00000700000000000000" charset="-122"/>
              </a:rPr>
              <a:t>汇报导览</a:t>
            </a:r>
            <a:endParaRPr sz="4200" b="1">
              <a:solidFill>
                <a:srgbClr val="1E4033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895600" y="85725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37845" y="14331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10 w 8595"/>
              <a:gd name="p0y0" fmla="*/ 0 h 2355"/>
              <a:gd name="p0x1" fmla="*/ 8385 w 8595"/>
              <a:gd name="p0y1" fmla="*/ 0 h 2355"/>
              <a:gd name="p0x2" fmla="*/ 8500 w 8595"/>
              <a:gd name="p0y2" fmla="*/ 0 h 2355"/>
              <a:gd name="p0x3" fmla="*/ 8595 w 8595"/>
              <a:gd name="p0y3" fmla="*/ 94 h 2355"/>
              <a:gd name="p0x4" fmla="*/ 8595 w 8595"/>
              <a:gd name="p0y4" fmla="*/ 210 h 2355"/>
              <a:gd name="p0x5" fmla="*/ 8595 w 8595"/>
              <a:gd name="p0y5" fmla="*/ 2145 h 2355"/>
              <a:gd name="p0x6" fmla="*/ 8595 w 8595"/>
              <a:gd name="p0y6" fmla="*/ 2260 h 2355"/>
              <a:gd name="p0x7" fmla="*/ 8500 w 8595"/>
              <a:gd name="p0y7" fmla="*/ 2355 h 2355"/>
              <a:gd name="p0x8" fmla="*/ 8385 w 8595"/>
              <a:gd name="p0y8" fmla="*/ 2355 h 2355"/>
              <a:gd name="p0x9" fmla="*/ 210 w 8595"/>
              <a:gd name="p0y9" fmla="*/ 2355 h 2355"/>
              <a:gd name="p0x10" fmla="*/ 94 w 8595"/>
              <a:gd name="p0y10" fmla="*/ 2355 h 2355"/>
              <a:gd name="p0x11" fmla="*/ 0 w 8595"/>
              <a:gd name="p0y11" fmla="*/ 2260 h 2355"/>
              <a:gd name="p0x12" fmla="*/ 0 w 8595"/>
              <a:gd name="p0y12" fmla="*/ 2145 h 2355"/>
              <a:gd name="p0x13" fmla="*/ 0 w 8595"/>
              <a:gd name="p0y13" fmla="*/ 210 h 2355"/>
              <a:gd name="p0x14" fmla="*/ 0 w 8595"/>
              <a:gd name="p0y14" fmla="*/ 94 h 2355"/>
              <a:gd name="p0x15" fmla="*/ 94 w 8595"/>
              <a:gd name="p0y15" fmla="*/ 0 h 2355"/>
              <a:gd name="p0x16" fmla="*/ 21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rgbClr val="B8D4C4"/>
            </a:solidFill>
            <a:prstDash val="solid"/>
          </a:ln>
          <a:effectLst>
            <a:outerShdw blurRad="200025" dist="28575" dir="5399999" algn="ctr" rotWithShape="0">
              <a:srgbClr val="2E6248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67146" y="1894523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01</a:t>
            </a:r>
            <a:endParaRPr sz="3300" b="1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542415" y="1918970"/>
            <a:ext cx="9525" cy="523875"/>
          </a:xfrm>
          <a:prstGeom prst="rect">
            <a:avLst/>
          </a:prstGeom>
          <a:solidFill>
            <a:schemeClr val="accent4">
              <a:lumMod val="30400"/>
              <a:lumOff val="696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876425" y="18721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政策</a:t>
            </a:r>
            <a:r>
              <a:rPr sz="2100" b="1">
                <a:solidFill>
                  <a:srgbClr val="1E4033"/>
                </a:solidFill>
                <a:latin typeface="MiSans Demibold" panose="00000700000000000000" charset="-122"/>
                <a:ea typeface="MiSans Demibold" panose="00000700000000000000" charset="-122"/>
              </a:rPr>
              <a:t>依据与部署</a:t>
            </a:r>
            <a:endParaRPr sz="2100" b="1">
              <a:solidFill>
                <a:srgbClr val="1E4033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1876425" y="22459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D6E60"/>
                </a:solidFill>
                <a:latin typeface="MiSans Demibold" panose="00000700000000000000" charset="-122"/>
                <a:ea typeface="MiSans Demibold" panose="00000700000000000000" charset="-122"/>
              </a:rPr>
              <a:t>法规基础与整治要求</a:t>
            </a:r>
            <a:endParaRPr sz="1350">
              <a:solidFill>
                <a:srgbClr val="4D6E6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6195695" y="14331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10 w 8595"/>
              <a:gd name="p0y0" fmla="*/ 0 h 2355"/>
              <a:gd name="p0x1" fmla="*/ 8385 w 8595"/>
              <a:gd name="p0y1" fmla="*/ 0 h 2355"/>
              <a:gd name="p0x2" fmla="*/ 8500 w 8595"/>
              <a:gd name="p0y2" fmla="*/ 0 h 2355"/>
              <a:gd name="p0x3" fmla="*/ 8595 w 8595"/>
              <a:gd name="p0y3" fmla="*/ 94 h 2355"/>
              <a:gd name="p0x4" fmla="*/ 8595 w 8595"/>
              <a:gd name="p0y4" fmla="*/ 210 h 2355"/>
              <a:gd name="p0x5" fmla="*/ 8595 w 8595"/>
              <a:gd name="p0y5" fmla="*/ 2145 h 2355"/>
              <a:gd name="p0x6" fmla="*/ 8595 w 8595"/>
              <a:gd name="p0y6" fmla="*/ 2260 h 2355"/>
              <a:gd name="p0x7" fmla="*/ 8500 w 8595"/>
              <a:gd name="p0y7" fmla="*/ 2355 h 2355"/>
              <a:gd name="p0x8" fmla="*/ 8385 w 8595"/>
              <a:gd name="p0y8" fmla="*/ 2355 h 2355"/>
              <a:gd name="p0x9" fmla="*/ 210 w 8595"/>
              <a:gd name="p0y9" fmla="*/ 2355 h 2355"/>
              <a:gd name="p0x10" fmla="*/ 94 w 8595"/>
              <a:gd name="p0y10" fmla="*/ 2355 h 2355"/>
              <a:gd name="p0x11" fmla="*/ 0 w 8595"/>
              <a:gd name="p0y11" fmla="*/ 2260 h 2355"/>
              <a:gd name="p0x12" fmla="*/ 0 w 8595"/>
              <a:gd name="p0y12" fmla="*/ 2145 h 2355"/>
              <a:gd name="p0x13" fmla="*/ 0 w 8595"/>
              <a:gd name="p0y13" fmla="*/ 210 h 2355"/>
              <a:gd name="p0x14" fmla="*/ 0 w 8595"/>
              <a:gd name="p0y14" fmla="*/ 94 h 2355"/>
              <a:gd name="p0x15" fmla="*/ 94 w 8595"/>
              <a:gd name="p0y15" fmla="*/ 0 h 2355"/>
              <a:gd name="p0x16" fmla="*/ 21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rgbClr val="B8D4C4"/>
            </a:solidFill>
            <a:prstDash val="solid"/>
          </a:ln>
          <a:effectLst>
            <a:outerShdw blurRad="200025" dist="28575" dir="5399999" algn="ctr" rotWithShape="0">
              <a:srgbClr val="2E6248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6524996" y="1894523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02</a:t>
            </a:r>
            <a:endParaRPr sz="3300" b="1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>
          <a:xfrm>
            <a:off x="7200265" y="1918970"/>
            <a:ext cx="9525" cy="523875"/>
          </a:xfrm>
          <a:prstGeom prst="rect">
            <a:avLst/>
          </a:prstGeom>
          <a:solidFill>
            <a:schemeClr val="accent4">
              <a:lumMod val="30400"/>
              <a:lumOff val="696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7534275" y="18721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清产核资</a:t>
            </a:r>
            <a:r>
              <a:rPr sz="2100" b="1">
                <a:solidFill>
                  <a:srgbClr val="1E4033"/>
                </a:solidFill>
                <a:latin typeface="MiSans Demibold" panose="00000700000000000000" charset="-122"/>
                <a:ea typeface="MiSans Demibold" panose="00000700000000000000" charset="-122"/>
              </a:rPr>
              <a:t>摸家底</a:t>
            </a:r>
            <a:endParaRPr sz="2100" b="1">
              <a:solidFill>
                <a:srgbClr val="1E4033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7534275" y="22459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D6E60"/>
                </a:solidFill>
                <a:latin typeface="MiSans Demibold" panose="00000700000000000000" charset="-122"/>
                <a:ea typeface="MiSans Demibold" panose="00000700000000000000" charset="-122"/>
              </a:rPr>
              <a:t>全域清查核实三资底数</a:t>
            </a:r>
            <a:endParaRPr sz="1350">
              <a:solidFill>
                <a:srgbClr val="4D6E6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537845" y="312864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10 w 8595"/>
              <a:gd name="p0y0" fmla="*/ 0 h 2355"/>
              <a:gd name="p0x1" fmla="*/ 8385 w 8595"/>
              <a:gd name="p0y1" fmla="*/ 0 h 2355"/>
              <a:gd name="p0x2" fmla="*/ 8500 w 8595"/>
              <a:gd name="p0y2" fmla="*/ 0 h 2355"/>
              <a:gd name="p0x3" fmla="*/ 8595 w 8595"/>
              <a:gd name="p0y3" fmla="*/ 94 h 2355"/>
              <a:gd name="p0x4" fmla="*/ 8595 w 8595"/>
              <a:gd name="p0y4" fmla="*/ 210 h 2355"/>
              <a:gd name="p0x5" fmla="*/ 8595 w 8595"/>
              <a:gd name="p0y5" fmla="*/ 2145 h 2355"/>
              <a:gd name="p0x6" fmla="*/ 8595 w 8595"/>
              <a:gd name="p0y6" fmla="*/ 2260 h 2355"/>
              <a:gd name="p0x7" fmla="*/ 8500 w 8595"/>
              <a:gd name="p0y7" fmla="*/ 2355 h 2355"/>
              <a:gd name="p0x8" fmla="*/ 8385 w 8595"/>
              <a:gd name="p0y8" fmla="*/ 2355 h 2355"/>
              <a:gd name="p0x9" fmla="*/ 210 w 8595"/>
              <a:gd name="p0y9" fmla="*/ 2355 h 2355"/>
              <a:gd name="p0x10" fmla="*/ 94 w 8595"/>
              <a:gd name="p0y10" fmla="*/ 2355 h 2355"/>
              <a:gd name="p0x11" fmla="*/ 0 w 8595"/>
              <a:gd name="p0y11" fmla="*/ 2260 h 2355"/>
              <a:gd name="p0x12" fmla="*/ 0 w 8595"/>
              <a:gd name="p0y12" fmla="*/ 2145 h 2355"/>
              <a:gd name="p0x13" fmla="*/ 0 w 8595"/>
              <a:gd name="p0y13" fmla="*/ 210 h 2355"/>
              <a:gd name="p0x14" fmla="*/ 0 w 8595"/>
              <a:gd name="p0y14" fmla="*/ 94 h 2355"/>
              <a:gd name="p0x15" fmla="*/ 94 w 8595"/>
              <a:gd name="p0y15" fmla="*/ 0 h 2355"/>
              <a:gd name="p0x16" fmla="*/ 21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rgbClr val="B8D4C4"/>
            </a:solidFill>
            <a:prstDash val="solid"/>
          </a:ln>
          <a:effectLst>
            <a:outerShdw blurRad="200025" dist="28575" dir="5399999" algn="ctr" rotWithShape="0">
              <a:srgbClr val="2E6248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867146" y="358997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03</a:t>
            </a:r>
            <a:endParaRPr sz="3300" b="1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9" name="矩形 18"/>
          <p:cNvSpPr/>
          <p:nvPr>
            <p:custDataLst>
              <p:tags r:id="rId15"/>
            </p:custDataLst>
          </p:nvPr>
        </p:nvSpPr>
        <p:spPr>
          <a:xfrm>
            <a:off x="1542415" y="3614420"/>
            <a:ext cx="9525" cy="523875"/>
          </a:xfrm>
          <a:prstGeom prst="rect">
            <a:avLst/>
          </a:prstGeom>
          <a:solidFill>
            <a:schemeClr val="accent4">
              <a:lumMod val="30400"/>
              <a:lumOff val="696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1876425" y="356758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问题合同</a:t>
            </a:r>
            <a:r>
              <a:rPr sz="2100" b="1">
                <a:solidFill>
                  <a:srgbClr val="1E4033"/>
                </a:solidFill>
                <a:latin typeface="MiSans Demibold" panose="00000700000000000000" charset="-122"/>
                <a:ea typeface="MiSans Demibold" panose="00000700000000000000" charset="-122"/>
              </a:rPr>
              <a:t>与追缴</a:t>
            </a:r>
            <a:endParaRPr sz="2100" b="1">
              <a:solidFill>
                <a:srgbClr val="1E4033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1876425" y="394144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D6E60"/>
                </a:solidFill>
                <a:latin typeface="MiSans Demibold" panose="00000700000000000000" charset="-122"/>
                <a:ea typeface="MiSans Demibold" panose="00000700000000000000" charset="-122"/>
              </a:rPr>
              <a:t>靶向整治与流失收益追回</a:t>
            </a:r>
            <a:endParaRPr sz="1350">
              <a:solidFill>
                <a:srgbClr val="4D6E6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18"/>
            </p:custDataLst>
          </p:nvPr>
        </p:nvSpPr>
        <p:spPr>
          <a:xfrm>
            <a:off x="6195695" y="312864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10 w 8595"/>
              <a:gd name="p0y0" fmla="*/ 0 h 2355"/>
              <a:gd name="p0x1" fmla="*/ 8385 w 8595"/>
              <a:gd name="p0y1" fmla="*/ 0 h 2355"/>
              <a:gd name="p0x2" fmla="*/ 8500 w 8595"/>
              <a:gd name="p0y2" fmla="*/ 0 h 2355"/>
              <a:gd name="p0x3" fmla="*/ 8595 w 8595"/>
              <a:gd name="p0y3" fmla="*/ 94 h 2355"/>
              <a:gd name="p0x4" fmla="*/ 8595 w 8595"/>
              <a:gd name="p0y4" fmla="*/ 210 h 2355"/>
              <a:gd name="p0x5" fmla="*/ 8595 w 8595"/>
              <a:gd name="p0y5" fmla="*/ 2145 h 2355"/>
              <a:gd name="p0x6" fmla="*/ 8595 w 8595"/>
              <a:gd name="p0y6" fmla="*/ 2260 h 2355"/>
              <a:gd name="p0x7" fmla="*/ 8500 w 8595"/>
              <a:gd name="p0y7" fmla="*/ 2355 h 2355"/>
              <a:gd name="p0x8" fmla="*/ 8385 w 8595"/>
              <a:gd name="p0y8" fmla="*/ 2355 h 2355"/>
              <a:gd name="p0x9" fmla="*/ 210 w 8595"/>
              <a:gd name="p0y9" fmla="*/ 2355 h 2355"/>
              <a:gd name="p0x10" fmla="*/ 94 w 8595"/>
              <a:gd name="p0y10" fmla="*/ 2355 h 2355"/>
              <a:gd name="p0x11" fmla="*/ 0 w 8595"/>
              <a:gd name="p0y11" fmla="*/ 2260 h 2355"/>
              <a:gd name="p0x12" fmla="*/ 0 w 8595"/>
              <a:gd name="p0y12" fmla="*/ 2145 h 2355"/>
              <a:gd name="p0x13" fmla="*/ 0 w 8595"/>
              <a:gd name="p0y13" fmla="*/ 210 h 2355"/>
              <a:gd name="p0x14" fmla="*/ 0 w 8595"/>
              <a:gd name="p0y14" fmla="*/ 94 h 2355"/>
              <a:gd name="p0x15" fmla="*/ 94 w 8595"/>
              <a:gd name="p0y15" fmla="*/ 0 h 2355"/>
              <a:gd name="p0x16" fmla="*/ 21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rgbClr val="B8D4C4"/>
            </a:solidFill>
            <a:prstDash val="solid"/>
          </a:ln>
          <a:effectLst>
            <a:outerShdw blurRad="200025" dist="28575" dir="5399999" algn="ctr" rotWithShape="0">
              <a:srgbClr val="2E6248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6524996" y="358997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04</a:t>
            </a:r>
            <a:endParaRPr sz="3300" b="1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5" name="矩形 24"/>
          <p:cNvSpPr/>
          <p:nvPr>
            <p:custDataLst>
              <p:tags r:id="rId20"/>
            </p:custDataLst>
          </p:nvPr>
        </p:nvSpPr>
        <p:spPr>
          <a:xfrm>
            <a:off x="7200265" y="3614420"/>
            <a:ext cx="9525" cy="523875"/>
          </a:xfrm>
          <a:prstGeom prst="rect">
            <a:avLst/>
          </a:prstGeom>
          <a:solidFill>
            <a:schemeClr val="accent4">
              <a:lumMod val="30400"/>
              <a:lumOff val="696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1"/>
            </p:custDataLst>
          </p:nvPr>
        </p:nvSpPr>
        <p:spPr>
          <a:xfrm>
            <a:off x="7534275" y="356758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数字监管</a:t>
            </a:r>
            <a:r>
              <a:rPr sz="2100" b="1">
                <a:solidFill>
                  <a:srgbClr val="1E4033"/>
                </a:solidFill>
                <a:latin typeface="MiSans Demibold" panose="00000700000000000000" charset="-122"/>
                <a:ea typeface="MiSans Demibold" panose="00000700000000000000" charset="-122"/>
              </a:rPr>
              <a:t>筑屏障</a:t>
            </a:r>
            <a:endParaRPr sz="2100" b="1">
              <a:solidFill>
                <a:srgbClr val="1E4033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7534275" y="394144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D6E60"/>
                </a:solidFill>
                <a:latin typeface="MiSans Demibold" panose="00000700000000000000" charset="-122"/>
                <a:ea typeface="MiSans Demibold" panose="00000700000000000000" charset="-122"/>
              </a:rPr>
              <a:t>平台化制度化长效监管</a:t>
            </a:r>
            <a:endParaRPr sz="1350">
              <a:solidFill>
                <a:srgbClr val="4D6E6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3"/>
            </p:custDataLst>
          </p:nvPr>
        </p:nvSpPr>
        <p:spPr>
          <a:xfrm>
            <a:off x="537845" y="48240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10 w 8595"/>
              <a:gd name="p0y0" fmla="*/ 0 h 2355"/>
              <a:gd name="p0x1" fmla="*/ 8385 w 8595"/>
              <a:gd name="p0y1" fmla="*/ 0 h 2355"/>
              <a:gd name="p0x2" fmla="*/ 8500 w 8595"/>
              <a:gd name="p0y2" fmla="*/ 0 h 2355"/>
              <a:gd name="p0x3" fmla="*/ 8595 w 8595"/>
              <a:gd name="p0y3" fmla="*/ 94 h 2355"/>
              <a:gd name="p0x4" fmla="*/ 8595 w 8595"/>
              <a:gd name="p0y4" fmla="*/ 210 h 2355"/>
              <a:gd name="p0x5" fmla="*/ 8595 w 8595"/>
              <a:gd name="p0y5" fmla="*/ 2145 h 2355"/>
              <a:gd name="p0x6" fmla="*/ 8595 w 8595"/>
              <a:gd name="p0y6" fmla="*/ 2260 h 2355"/>
              <a:gd name="p0x7" fmla="*/ 8500 w 8595"/>
              <a:gd name="p0y7" fmla="*/ 2355 h 2355"/>
              <a:gd name="p0x8" fmla="*/ 8385 w 8595"/>
              <a:gd name="p0y8" fmla="*/ 2355 h 2355"/>
              <a:gd name="p0x9" fmla="*/ 210 w 8595"/>
              <a:gd name="p0y9" fmla="*/ 2355 h 2355"/>
              <a:gd name="p0x10" fmla="*/ 94 w 8595"/>
              <a:gd name="p0y10" fmla="*/ 2355 h 2355"/>
              <a:gd name="p0x11" fmla="*/ 0 w 8595"/>
              <a:gd name="p0y11" fmla="*/ 2260 h 2355"/>
              <a:gd name="p0x12" fmla="*/ 0 w 8595"/>
              <a:gd name="p0y12" fmla="*/ 2145 h 2355"/>
              <a:gd name="p0x13" fmla="*/ 0 w 8595"/>
              <a:gd name="p0y13" fmla="*/ 210 h 2355"/>
              <a:gd name="p0x14" fmla="*/ 0 w 8595"/>
              <a:gd name="p0y14" fmla="*/ 94 h 2355"/>
              <a:gd name="p0x15" fmla="*/ 94 w 8595"/>
              <a:gd name="p0y15" fmla="*/ 0 h 2355"/>
              <a:gd name="p0x16" fmla="*/ 21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rgbClr val="B8D4C4"/>
            </a:solidFill>
            <a:prstDash val="solid"/>
          </a:ln>
          <a:effectLst>
            <a:outerShdw blurRad="200025" dist="28575" dir="5399999" algn="ctr" rotWithShape="0">
              <a:srgbClr val="2E6248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4"/>
            </p:custDataLst>
          </p:nvPr>
        </p:nvSpPr>
        <p:spPr>
          <a:xfrm>
            <a:off x="867146" y="528542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05</a:t>
            </a:r>
            <a:endParaRPr sz="3300" b="1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1" name="矩形 30"/>
          <p:cNvSpPr/>
          <p:nvPr>
            <p:custDataLst>
              <p:tags r:id="rId25"/>
            </p:custDataLst>
          </p:nvPr>
        </p:nvSpPr>
        <p:spPr>
          <a:xfrm>
            <a:off x="1542415" y="5309870"/>
            <a:ext cx="9525" cy="523875"/>
          </a:xfrm>
          <a:prstGeom prst="rect">
            <a:avLst/>
          </a:prstGeom>
          <a:solidFill>
            <a:schemeClr val="accent4">
              <a:lumMod val="30400"/>
              <a:lumOff val="696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6"/>
            </p:custDataLst>
          </p:nvPr>
        </p:nvSpPr>
        <p:spPr>
          <a:xfrm>
            <a:off x="1876425" y="52630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盘活增值</a:t>
            </a:r>
            <a:r>
              <a:rPr sz="2100" b="1">
                <a:solidFill>
                  <a:srgbClr val="1E4033"/>
                </a:solidFill>
                <a:latin typeface="MiSans Demibold" panose="00000700000000000000" charset="-122"/>
                <a:ea typeface="MiSans Demibold" panose="00000700000000000000" charset="-122"/>
              </a:rPr>
              <a:t>见成效</a:t>
            </a:r>
            <a:endParaRPr sz="2100" b="1">
              <a:solidFill>
                <a:srgbClr val="1E4033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7"/>
            </p:custDataLst>
          </p:nvPr>
        </p:nvSpPr>
        <p:spPr>
          <a:xfrm>
            <a:off x="1876425" y="56368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D6E60"/>
                </a:solidFill>
                <a:latin typeface="MiSans Demibold" panose="00000700000000000000" charset="-122"/>
                <a:ea typeface="MiSans Demibold" panose="00000700000000000000" charset="-122"/>
              </a:rPr>
              <a:t>产权交易带动集体增收</a:t>
            </a:r>
            <a:endParaRPr sz="1350">
              <a:solidFill>
                <a:srgbClr val="4D6E6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28"/>
            </p:custDataLst>
          </p:nvPr>
        </p:nvSpPr>
        <p:spPr>
          <a:xfrm>
            <a:off x="6195695" y="48240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10 w 8595"/>
              <a:gd name="p0y0" fmla="*/ 0 h 2355"/>
              <a:gd name="p0x1" fmla="*/ 8385 w 8595"/>
              <a:gd name="p0y1" fmla="*/ 0 h 2355"/>
              <a:gd name="p0x2" fmla="*/ 8500 w 8595"/>
              <a:gd name="p0y2" fmla="*/ 0 h 2355"/>
              <a:gd name="p0x3" fmla="*/ 8595 w 8595"/>
              <a:gd name="p0y3" fmla="*/ 94 h 2355"/>
              <a:gd name="p0x4" fmla="*/ 8595 w 8595"/>
              <a:gd name="p0y4" fmla="*/ 210 h 2355"/>
              <a:gd name="p0x5" fmla="*/ 8595 w 8595"/>
              <a:gd name="p0y5" fmla="*/ 2145 h 2355"/>
              <a:gd name="p0x6" fmla="*/ 8595 w 8595"/>
              <a:gd name="p0y6" fmla="*/ 2260 h 2355"/>
              <a:gd name="p0x7" fmla="*/ 8500 w 8595"/>
              <a:gd name="p0y7" fmla="*/ 2355 h 2355"/>
              <a:gd name="p0x8" fmla="*/ 8385 w 8595"/>
              <a:gd name="p0y8" fmla="*/ 2355 h 2355"/>
              <a:gd name="p0x9" fmla="*/ 210 w 8595"/>
              <a:gd name="p0y9" fmla="*/ 2355 h 2355"/>
              <a:gd name="p0x10" fmla="*/ 94 w 8595"/>
              <a:gd name="p0y10" fmla="*/ 2355 h 2355"/>
              <a:gd name="p0x11" fmla="*/ 0 w 8595"/>
              <a:gd name="p0y11" fmla="*/ 2260 h 2355"/>
              <a:gd name="p0x12" fmla="*/ 0 w 8595"/>
              <a:gd name="p0y12" fmla="*/ 2145 h 2355"/>
              <a:gd name="p0x13" fmla="*/ 0 w 8595"/>
              <a:gd name="p0y13" fmla="*/ 210 h 2355"/>
              <a:gd name="p0x14" fmla="*/ 0 w 8595"/>
              <a:gd name="p0y14" fmla="*/ 94 h 2355"/>
              <a:gd name="p0x15" fmla="*/ 94 w 8595"/>
              <a:gd name="p0y15" fmla="*/ 0 h 2355"/>
              <a:gd name="p0x16" fmla="*/ 21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rgbClr val="B8D4C4"/>
            </a:solidFill>
            <a:prstDash val="solid"/>
          </a:ln>
          <a:effectLst>
            <a:outerShdw blurRad="200025" dist="28575" dir="5399999" algn="ctr" rotWithShape="0">
              <a:srgbClr val="2E6248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29"/>
            </p:custDataLst>
          </p:nvPr>
        </p:nvSpPr>
        <p:spPr>
          <a:xfrm>
            <a:off x="6524996" y="528542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06</a:t>
            </a:r>
            <a:endParaRPr sz="3300" b="1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7" name="矩形 36"/>
          <p:cNvSpPr/>
          <p:nvPr>
            <p:custDataLst>
              <p:tags r:id="rId30"/>
            </p:custDataLst>
          </p:nvPr>
        </p:nvSpPr>
        <p:spPr>
          <a:xfrm>
            <a:off x="7200265" y="5309870"/>
            <a:ext cx="9525" cy="523875"/>
          </a:xfrm>
          <a:prstGeom prst="rect">
            <a:avLst/>
          </a:prstGeom>
          <a:solidFill>
            <a:schemeClr val="accent4">
              <a:lumMod val="30400"/>
              <a:lumOff val="696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1"/>
            </p:custDataLst>
          </p:nvPr>
        </p:nvSpPr>
        <p:spPr>
          <a:xfrm>
            <a:off x="7534275" y="52630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长效治理</a:t>
            </a:r>
            <a:r>
              <a:rPr sz="2100" b="1">
                <a:solidFill>
                  <a:srgbClr val="1E4033"/>
                </a:solidFill>
                <a:latin typeface="MiSans Demibold" panose="00000700000000000000" charset="-122"/>
                <a:ea typeface="MiSans Demibold" panose="00000700000000000000" charset="-122"/>
              </a:rPr>
              <a:t>与展望</a:t>
            </a:r>
            <a:endParaRPr sz="2100" b="1">
              <a:solidFill>
                <a:srgbClr val="1E4033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2"/>
            </p:custDataLst>
          </p:nvPr>
        </p:nvSpPr>
        <p:spPr>
          <a:xfrm>
            <a:off x="7534275" y="56368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D6E60"/>
                </a:solidFill>
                <a:latin typeface="MiSans Demibold" panose="00000700000000000000" charset="-122"/>
                <a:ea typeface="MiSans Demibold" panose="00000700000000000000" charset="-122"/>
              </a:rPr>
              <a:t>巩固成果持续深化</a:t>
            </a:r>
            <a:endParaRPr sz="1350">
              <a:solidFill>
                <a:srgbClr val="4D6E6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688306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666750" y="4474210"/>
            <a:ext cx="3733800" cy="9525"/>
          </a:xfrm>
          <a:prstGeom prst="rect">
            <a:avLst/>
          </a:prstGeom>
          <a:solidFill>
            <a:srgbClr val="B8D4C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66750" y="3622834"/>
            <a:ext cx="42672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E4033"/>
                </a:solidFill>
                <a:latin typeface="+mj-lt"/>
                <a:ea typeface="+mj-ea"/>
                <a:cs typeface="+mj-lt"/>
              </a:rPr>
              <a:t>政策依据与部署</a:t>
            </a:r>
            <a:endParaRPr sz="4200" b="1">
              <a:solidFill>
                <a:srgbClr val="1E4033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66750" y="4850606"/>
            <a:ext cx="193930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D6E60"/>
                </a:solidFill>
                <a:cs typeface="+mn-lt"/>
              </a:rPr>
              <a:t>依法依规，高位推动</a:t>
            </a:r>
            <a:endParaRPr sz="1500" spc="30">
              <a:solidFill>
                <a:srgbClr val="4D6E60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 rot="2700000">
            <a:off x="666115" y="1752600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819910" y="1771650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666750" y="2212181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2E8B57">
                    <a:alpha val="12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01</a:t>
            </a:r>
            <a:endParaRPr sz="9000" b="1">
              <a:solidFill>
                <a:srgbClr val="2E8B57">
                  <a:alpha val="12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1f6b80de-a761-11f1-8955-166c0110440b"/>
          <p:cNvPicPr/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任意多边形 4"/>
          <p:cNvSpPr/>
          <p:nvPr>
            <p:custDataLst>
              <p:tags r:id="rId1"/>
            </p:custDataLst>
          </p:nvPr>
        </p:nvSpPr>
        <p:spPr>
          <a:xfrm>
            <a:off x="461645" y="1318895"/>
            <a:ext cx="5534025" cy="3971925"/>
          </a:xfrm>
          <a:custGeom>
            <a:avLst/>
            <a:gdLst>
              <a:gd name="sw" fmla="*/ 1 w 8715"/>
              <a:gd name="sh" fmla="*/ 1 h 6255"/>
              <a:gd name="mins" fmla="min sw sh"/>
              <a:gd name="dsw" fmla="+- 0 sw mins"/>
              <a:gd name="dsh" fmla="+- 0 sh mins"/>
              <a:gd name="p0x0" fmla="*/ 330 w 8715"/>
              <a:gd name="p0y0" fmla="*/ 0 h 6255"/>
              <a:gd name="p0x1" fmla="*/ 8385 w 8715"/>
              <a:gd name="p0y1" fmla="*/ 0 h 6255"/>
              <a:gd name="p0x2" fmla="*/ 8567 w 8715"/>
              <a:gd name="p0y2" fmla="*/ 0 h 6255"/>
              <a:gd name="p0x3" fmla="*/ 8715 w 8715"/>
              <a:gd name="p0y3" fmla="*/ 147 h 6255"/>
              <a:gd name="p0x4" fmla="*/ 8715 w 8715"/>
              <a:gd name="p0y4" fmla="*/ 330 h 6255"/>
              <a:gd name="p0x5" fmla="*/ 8715 w 8715"/>
              <a:gd name="p0y5" fmla="*/ 5925 h 6255"/>
              <a:gd name="p0x6" fmla="*/ 8715 w 8715"/>
              <a:gd name="p0y6" fmla="*/ 6107 h 6255"/>
              <a:gd name="p0x7" fmla="*/ 8567 w 8715"/>
              <a:gd name="p0y7" fmla="*/ 6255 h 6255"/>
              <a:gd name="p0x8" fmla="*/ 8385 w 8715"/>
              <a:gd name="p0y8" fmla="*/ 6255 h 6255"/>
              <a:gd name="p0x9" fmla="*/ 330 w 8715"/>
              <a:gd name="p0y9" fmla="*/ 6255 h 6255"/>
              <a:gd name="p0x10" fmla="*/ 147 w 8715"/>
              <a:gd name="p0y10" fmla="*/ 6255 h 6255"/>
              <a:gd name="p0x11" fmla="*/ 0 w 8715"/>
              <a:gd name="p0y11" fmla="*/ 6107 h 6255"/>
              <a:gd name="p0x12" fmla="*/ 0 w 8715"/>
              <a:gd name="p0y12" fmla="*/ 5925 h 6255"/>
              <a:gd name="p0x13" fmla="*/ 0 w 8715"/>
              <a:gd name="p0y13" fmla="*/ 330 h 6255"/>
              <a:gd name="p0x14" fmla="*/ 0 w 8715"/>
              <a:gd name="p0y14" fmla="*/ 147 h 6255"/>
              <a:gd name="p0x15" fmla="*/ 147 w 8715"/>
              <a:gd name="p0y15" fmla="*/ 0 h 6255"/>
              <a:gd name="p0x16" fmla="*/ 330 w 8715"/>
              <a:gd name="p0y16" fmla="*/ 0 h 62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2"/>
            </p:custDataLst>
          </p:nvPr>
        </p:nvSpPr>
        <p:spPr>
          <a:xfrm>
            <a:off x="695325" y="16287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b8a297ed-a760-11f1-a095-56ac9c064e63"/>
          <p:cNvPicPr/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81050" y="1714500"/>
            <a:ext cx="247650" cy="24765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228725" y="1536382"/>
            <a:ext cx="24003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E4033"/>
                </a:solidFill>
                <a:cs typeface="+mn-lt"/>
              </a:rPr>
              <a:t>四级联动责任体系</a:t>
            </a:r>
            <a:endParaRPr sz="21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228725" y="1924050"/>
            <a:ext cx="2133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D6E60"/>
                </a:solidFill>
                <a:cs typeface="+mn-lt"/>
              </a:rPr>
              <a:t>构建四级联动，层层压实责任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699770" y="2280920"/>
            <a:ext cx="5057775" cy="600075"/>
          </a:xfrm>
          <a:custGeom>
            <a:avLst/>
            <a:gdLst>
              <a:gd name="sw" fmla="*/ 1 w 7965"/>
              <a:gd name="sh" fmla="*/ 1 h 945"/>
              <a:gd name="mins" fmla="min sw sh"/>
              <a:gd name="dsw" fmla="+- 0 sw mins"/>
              <a:gd name="dsh" fmla="+- 0 sh mins"/>
              <a:gd name="p0x0" fmla="*/ 210 w 7965"/>
              <a:gd name="p0y0" fmla="*/ 0 h 945"/>
              <a:gd name="p0x1" fmla="*/ 7755 w 7965"/>
              <a:gd name="p0y1" fmla="*/ 0 h 945"/>
              <a:gd name="p0x2" fmla="*/ 7870 w 7965"/>
              <a:gd name="p0y2" fmla="*/ 0 h 945"/>
              <a:gd name="p0x3" fmla="*/ 7965 w 7965"/>
              <a:gd name="p0y3" fmla="*/ 94 h 945"/>
              <a:gd name="p0x4" fmla="*/ 7965 w 7965"/>
              <a:gd name="p0y4" fmla="*/ 210 h 945"/>
              <a:gd name="p0x5" fmla="*/ 7965 w 7965"/>
              <a:gd name="p0y5" fmla="*/ 735 h 945"/>
              <a:gd name="p0x6" fmla="*/ 7965 w 7965"/>
              <a:gd name="p0y6" fmla="*/ 850 h 945"/>
              <a:gd name="p0x7" fmla="*/ 7870 w 7965"/>
              <a:gd name="p0y7" fmla="*/ 945 h 945"/>
              <a:gd name="p0x8" fmla="*/ 7755 w 7965"/>
              <a:gd name="p0y8" fmla="*/ 945 h 945"/>
              <a:gd name="p0x9" fmla="*/ 210 w 7965"/>
              <a:gd name="p0y9" fmla="*/ 945 h 945"/>
              <a:gd name="p0x10" fmla="*/ 94 w 7965"/>
              <a:gd name="p0y10" fmla="*/ 945 h 945"/>
              <a:gd name="p0x11" fmla="*/ 0 w 7965"/>
              <a:gd name="p0y11" fmla="*/ 850 h 945"/>
              <a:gd name="p0x12" fmla="*/ 0 w 7965"/>
              <a:gd name="p0y12" fmla="*/ 735 h 945"/>
              <a:gd name="p0x13" fmla="*/ 0 w 7965"/>
              <a:gd name="p0y13" fmla="*/ 210 h 945"/>
              <a:gd name="p0x14" fmla="*/ 0 w 7965"/>
              <a:gd name="p0y14" fmla="*/ 94 h 945"/>
              <a:gd name="p0x15" fmla="*/ 94 w 7965"/>
              <a:gd name="p0y15" fmla="*/ 0 h 945"/>
              <a:gd name="p0x16" fmla="*/ 210 w 7965"/>
              <a:gd name="p0y16" fmla="*/ 0 h 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9"/>
            </p:custDataLst>
          </p:nvPr>
        </p:nvSpPr>
        <p:spPr>
          <a:xfrm>
            <a:off x="857250" y="2442845"/>
            <a:ext cx="457200" cy="276225"/>
          </a:xfrm>
          <a:custGeom>
            <a:avLst/>
            <a:gdLst>
              <a:gd name="sw" fmla="*/ 1 w 720"/>
              <a:gd name="sh" fmla="*/ 1 h 435"/>
              <a:gd name="mins" fmla="min sw sh"/>
              <a:gd name="dsw" fmla="+- 0 sw mins"/>
              <a:gd name="dsh" fmla="+- 0 sh mins"/>
              <a:gd name="p0x0" fmla="*/ 120 w 720"/>
              <a:gd name="p0y0" fmla="*/ 0 h 435"/>
              <a:gd name="p0x1" fmla="*/ 600 w 720"/>
              <a:gd name="p0y1" fmla="*/ 0 h 435"/>
              <a:gd name="p0x2" fmla="*/ 666 w 720"/>
              <a:gd name="p0y2" fmla="*/ 0 h 435"/>
              <a:gd name="p0x3" fmla="*/ 720 w 720"/>
              <a:gd name="p0y3" fmla="*/ 53 h 435"/>
              <a:gd name="p0x4" fmla="*/ 720 w 720"/>
              <a:gd name="p0y4" fmla="*/ 120 h 435"/>
              <a:gd name="p0x5" fmla="*/ 720 w 720"/>
              <a:gd name="p0y5" fmla="*/ 315 h 435"/>
              <a:gd name="p0x6" fmla="*/ 720 w 720"/>
              <a:gd name="p0y6" fmla="*/ 381 h 435"/>
              <a:gd name="p0x7" fmla="*/ 666 w 720"/>
              <a:gd name="p0y7" fmla="*/ 435 h 435"/>
              <a:gd name="p0x8" fmla="*/ 600 w 720"/>
              <a:gd name="p0y8" fmla="*/ 435 h 435"/>
              <a:gd name="p0x9" fmla="*/ 120 w 720"/>
              <a:gd name="p0y9" fmla="*/ 435 h 435"/>
              <a:gd name="p0x10" fmla="*/ 53 w 720"/>
              <a:gd name="p0y10" fmla="*/ 435 h 435"/>
              <a:gd name="p0x11" fmla="*/ 0 w 720"/>
              <a:gd name="p0y11" fmla="*/ 381 h 435"/>
              <a:gd name="p0x12" fmla="*/ 0 w 720"/>
              <a:gd name="p0y12" fmla="*/ 315 h 435"/>
              <a:gd name="p0x13" fmla="*/ 0 w 720"/>
              <a:gd name="p0y13" fmla="*/ 120 h 435"/>
              <a:gd name="p0x14" fmla="*/ 0 w 720"/>
              <a:gd name="p0y14" fmla="*/ 53 h 435"/>
              <a:gd name="p0x15" fmla="*/ 53 w 720"/>
              <a:gd name="p0y15" fmla="*/ 0 h 435"/>
              <a:gd name="p0x16" fmla="*/ 120 w 7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933450" y="2481263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省级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1428826" y="2443163"/>
            <a:ext cx="133350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500">
                <a:solidFill>
                  <a:srgbClr val="1E4033"/>
                </a:solidFill>
                <a:cs typeface="+mn-lt"/>
              </a:rPr>
              <a:t>党委政府主责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sp>
        <p:nvSpPr>
          <p:cNvPr id="15" name="矩形 14"/>
          <p:cNvSpPr/>
          <p:nvPr>
            <p:custDataLst>
              <p:tags r:id="rId12"/>
            </p:custDataLst>
          </p:nvPr>
        </p:nvSpPr>
        <p:spPr>
          <a:xfrm>
            <a:off x="2647950" y="2505075"/>
            <a:ext cx="9525" cy="152400"/>
          </a:xfrm>
          <a:prstGeom prst="rect">
            <a:avLst/>
          </a:prstGeom>
          <a:solidFill>
            <a:schemeClr val="accent4">
              <a:lumMod val="55598"/>
              <a:lumOff val="444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2733751" y="2443163"/>
            <a:ext cx="95250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500">
                <a:solidFill>
                  <a:srgbClr val="1E4033"/>
                </a:solidFill>
                <a:cs typeface="+mn-lt"/>
              </a:rPr>
              <a:t>专题部署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sp>
        <p:nvSpPr>
          <p:cNvPr id="17" name="任意多边形 16"/>
          <p:cNvSpPr/>
          <p:nvPr>
            <p:custDataLst>
              <p:tags r:id="rId14"/>
            </p:custDataLst>
          </p:nvPr>
        </p:nvSpPr>
        <p:spPr>
          <a:xfrm>
            <a:off x="699770" y="3004820"/>
            <a:ext cx="5057775" cy="600075"/>
          </a:xfrm>
          <a:custGeom>
            <a:avLst/>
            <a:gdLst>
              <a:gd name="sw" fmla="*/ 1 w 7965"/>
              <a:gd name="sh" fmla="*/ 1 h 945"/>
              <a:gd name="mins" fmla="min sw sh"/>
              <a:gd name="dsw" fmla="+- 0 sw mins"/>
              <a:gd name="dsh" fmla="+- 0 sh mins"/>
              <a:gd name="p0x0" fmla="*/ 210 w 7965"/>
              <a:gd name="p0y0" fmla="*/ 0 h 945"/>
              <a:gd name="p0x1" fmla="*/ 7755 w 7965"/>
              <a:gd name="p0y1" fmla="*/ 0 h 945"/>
              <a:gd name="p0x2" fmla="*/ 7870 w 7965"/>
              <a:gd name="p0y2" fmla="*/ 0 h 945"/>
              <a:gd name="p0x3" fmla="*/ 7965 w 7965"/>
              <a:gd name="p0y3" fmla="*/ 94 h 945"/>
              <a:gd name="p0x4" fmla="*/ 7965 w 7965"/>
              <a:gd name="p0y4" fmla="*/ 210 h 945"/>
              <a:gd name="p0x5" fmla="*/ 7965 w 7965"/>
              <a:gd name="p0y5" fmla="*/ 735 h 945"/>
              <a:gd name="p0x6" fmla="*/ 7965 w 7965"/>
              <a:gd name="p0y6" fmla="*/ 850 h 945"/>
              <a:gd name="p0x7" fmla="*/ 7870 w 7965"/>
              <a:gd name="p0y7" fmla="*/ 945 h 945"/>
              <a:gd name="p0x8" fmla="*/ 7755 w 7965"/>
              <a:gd name="p0y8" fmla="*/ 945 h 945"/>
              <a:gd name="p0x9" fmla="*/ 210 w 7965"/>
              <a:gd name="p0y9" fmla="*/ 945 h 945"/>
              <a:gd name="p0x10" fmla="*/ 94 w 7965"/>
              <a:gd name="p0y10" fmla="*/ 945 h 945"/>
              <a:gd name="p0x11" fmla="*/ 0 w 7965"/>
              <a:gd name="p0y11" fmla="*/ 850 h 945"/>
              <a:gd name="p0x12" fmla="*/ 0 w 7965"/>
              <a:gd name="p0y12" fmla="*/ 735 h 945"/>
              <a:gd name="p0x13" fmla="*/ 0 w 7965"/>
              <a:gd name="p0y13" fmla="*/ 210 h 945"/>
              <a:gd name="p0x14" fmla="*/ 0 w 7965"/>
              <a:gd name="p0y14" fmla="*/ 94 h 945"/>
              <a:gd name="p0x15" fmla="*/ 94 w 7965"/>
              <a:gd name="p0y15" fmla="*/ 0 h 945"/>
              <a:gd name="p0x16" fmla="*/ 210 w 7965"/>
              <a:gd name="p0y16" fmla="*/ 0 h 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5"/>
            </p:custDataLst>
          </p:nvPr>
        </p:nvSpPr>
        <p:spPr>
          <a:xfrm>
            <a:off x="857250" y="3166745"/>
            <a:ext cx="457200" cy="276225"/>
          </a:xfrm>
          <a:custGeom>
            <a:avLst/>
            <a:gdLst>
              <a:gd name="sw" fmla="*/ 1 w 720"/>
              <a:gd name="sh" fmla="*/ 1 h 435"/>
              <a:gd name="mins" fmla="min sw sh"/>
              <a:gd name="dsw" fmla="+- 0 sw mins"/>
              <a:gd name="dsh" fmla="+- 0 sh mins"/>
              <a:gd name="p0x0" fmla="*/ 120 w 720"/>
              <a:gd name="p0y0" fmla="*/ 0 h 435"/>
              <a:gd name="p0x1" fmla="*/ 600 w 720"/>
              <a:gd name="p0y1" fmla="*/ 0 h 435"/>
              <a:gd name="p0x2" fmla="*/ 666 w 720"/>
              <a:gd name="p0y2" fmla="*/ 0 h 435"/>
              <a:gd name="p0x3" fmla="*/ 720 w 720"/>
              <a:gd name="p0y3" fmla="*/ 53 h 435"/>
              <a:gd name="p0x4" fmla="*/ 720 w 720"/>
              <a:gd name="p0y4" fmla="*/ 120 h 435"/>
              <a:gd name="p0x5" fmla="*/ 720 w 720"/>
              <a:gd name="p0y5" fmla="*/ 315 h 435"/>
              <a:gd name="p0x6" fmla="*/ 720 w 720"/>
              <a:gd name="p0y6" fmla="*/ 381 h 435"/>
              <a:gd name="p0x7" fmla="*/ 666 w 720"/>
              <a:gd name="p0y7" fmla="*/ 435 h 435"/>
              <a:gd name="p0x8" fmla="*/ 600 w 720"/>
              <a:gd name="p0y8" fmla="*/ 435 h 435"/>
              <a:gd name="p0x9" fmla="*/ 120 w 720"/>
              <a:gd name="p0y9" fmla="*/ 435 h 435"/>
              <a:gd name="p0x10" fmla="*/ 53 w 720"/>
              <a:gd name="p0y10" fmla="*/ 435 h 435"/>
              <a:gd name="p0x11" fmla="*/ 0 w 720"/>
              <a:gd name="p0y11" fmla="*/ 381 h 435"/>
              <a:gd name="p0x12" fmla="*/ 0 w 720"/>
              <a:gd name="p0y12" fmla="*/ 315 h 435"/>
              <a:gd name="p0x13" fmla="*/ 0 w 720"/>
              <a:gd name="p0y13" fmla="*/ 120 h 435"/>
              <a:gd name="p0x14" fmla="*/ 0 w 720"/>
              <a:gd name="p0y14" fmla="*/ 53 h 435"/>
              <a:gd name="p0x15" fmla="*/ 53 w 720"/>
              <a:gd name="p0y15" fmla="*/ 0 h 435"/>
              <a:gd name="p0x16" fmla="*/ 120 w 7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933450" y="3205163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纪委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428826" y="3167063"/>
            <a:ext cx="133350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500">
                <a:solidFill>
                  <a:srgbClr val="1E4033"/>
                </a:solidFill>
                <a:cs typeface="+mn-lt"/>
              </a:rPr>
              <a:t>纪委监委牵头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sp>
        <p:nvSpPr>
          <p:cNvPr id="21" name="任意多边形 20"/>
          <p:cNvSpPr/>
          <p:nvPr>
            <p:custDataLst>
              <p:tags r:id="rId18"/>
            </p:custDataLst>
          </p:nvPr>
        </p:nvSpPr>
        <p:spPr>
          <a:xfrm>
            <a:off x="699770" y="3728720"/>
            <a:ext cx="5057775" cy="600075"/>
          </a:xfrm>
          <a:custGeom>
            <a:avLst/>
            <a:gdLst>
              <a:gd name="sw" fmla="*/ 1 w 7965"/>
              <a:gd name="sh" fmla="*/ 1 h 945"/>
              <a:gd name="mins" fmla="min sw sh"/>
              <a:gd name="dsw" fmla="+- 0 sw mins"/>
              <a:gd name="dsh" fmla="+- 0 sh mins"/>
              <a:gd name="p0x0" fmla="*/ 210 w 7965"/>
              <a:gd name="p0y0" fmla="*/ 0 h 945"/>
              <a:gd name="p0x1" fmla="*/ 7755 w 7965"/>
              <a:gd name="p0y1" fmla="*/ 0 h 945"/>
              <a:gd name="p0x2" fmla="*/ 7870 w 7965"/>
              <a:gd name="p0y2" fmla="*/ 0 h 945"/>
              <a:gd name="p0x3" fmla="*/ 7965 w 7965"/>
              <a:gd name="p0y3" fmla="*/ 94 h 945"/>
              <a:gd name="p0x4" fmla="*/ 7965 w 7965"/>
              <a:gd name="p0y4" fmla="*/ 210 h 945"/>
              <a:gd name="p0x5" fmla="*/ 7965 w 7965"/>
              <a:gd name="p0y5" fmla="*/ 735 h 945"/>
              <a:gd name="p0x6" fmla="*/ 7965 w 7965"/>
              <a:gd name="p0y6" fmla="*/ 850 h 945"/>
              <a:gd name="p0x7" fmla="*/ 7870 w 7965"/>
              <a:gd name="p0y7" fmla="*/ 945 h 945"/>
              <a:gd name="p0x8" fmla="*/ 7755 w 7965"/>
              <a:gd name="p0y8" fmla="*/ 945 h 945"/>
              <a:gd name="p0x9" fmla="*/ 210 w 7965"/>
              <a:gd name="p0y9" fmla="*/ 945 h 945"/>
              <a:gd name="p0x10" fmla="*/ 94 w 7965"/>
              <a:gd name="p0y10" fmla="*/ 945 h 945"/>
              <a:gd name="p0x11" fmla="*/ 0 w 7965"/>
              <a:gd name="p0y11" fmla="*/ 850 h 945"/>
              <a:gd name="p0x12" fmla="*/ 0 w 7965"/>
              <a:gd name="p0y12" fmla="*/ 735 h 945"/>
              <a:gd name="p0x13" fmla="*/ 0 w 7965"/>
              <a:gd name="p0y13" fmla="*/ 210 h 945"/>
              <a:gd name="p0x14" fmla="*/ 0 w 7965"/>
              <a:gd name="p0y14" fmla="*/ 94 h 945"/>
              <a:gd name="p0x15" fmla="*/ 94 w 7965"/>
              <a:gd name="p0y15" fmla="*/ 0 h 945"/>
              <a:gd name="p0x16" fmla="*/ 210 w 7965"/>
              <a:gd name="p0y16" fmla="*/ 0 h 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857250" y="3890645"/>
            <a:ext cx="457200" cy="276225"/>
          </a:xfrm>
          <a:custGeom>
            <a:avLst/>
            <a:gdLst>
              <a:gd name="sw" fmla="*/ 1 w 720"/>
              <a:gd name="sh" fmla="*/ 1 h 435"/>
              <a:gd name="mins" fmla="min sw sh"/>
              <a:gd name="dsw" fmla="+- 0 sw mins"/>
              <a:gd name="dsh" fmla="+- 0 sh mins"/>
              <a:gd name="p0x0" fmla="*/ 120 w 720"/>
              <a:gd name="p0y0" fmla="*/ 0 h 435"/>
              <a:gd name="p0x1" fmla="*/ 600 w 720"/>
              <a:gd name="p0y1" fmla="*/ 0 h 435"/>
              <a:gd name="p0x2" fmla="*/ 666 w 720"/>
              <a:gd name="p0y2" fmla="*/ 0 h 435"/>
              <a:gd name="p0x3" fmla="*/ 720 w 720"/>
              <a:gd name="p0y3" fmla="*/ 53 h 435"/>
              <a:gd name="p0x4" fmla="*/ 720 w 720"/>
              <a:gd name="p0y4" fmla="*/ 120 h 435"/>
              <a:gd name="p0x5" fmla="*/ 720 w 720"/>
              <a:gd name="p0y5" fmla="*/ 315 h 435"/>
              <a:gd name="p0x6" fmla="*/ 720 w 720"/>
              <a:gd name="p0y6" fmla="*/ 381 h 435"/>
              <a:gd name="p0x7" fmla="*/ 666 w 720"/>
              <a:gd name="p0y7" fmla="*/ 435 h 435"/>
              <a:gd name="p0x8" fmla="*/ 600 w 720"/>
              <a:gd name="p0y8" fmla="*/ 435 h 435"/>
              <a:gd name="p0x9" fmla="*/ 120 w 720"/>
              <a:gd name="p0y9" fmla="*/ 435 h 435"/>
              <a:gd name="p0x10" fmla="*/ 53 w 720"/>
              <a:gd name="p0y10" fmla="*/ 435 h 435"/>
              <a:gd name="p0x11" fmla="*/ 0 w 720"/>
              <a:gd name="p0y11" fmla="*/ 381 h 435"/>
              <a:gd name="p0x12" fmla="*/ 0 w 720"/>
              <a:gd name="p0y12" fmla="*/ 315 h 435"/>
              <a:gd name="p0x13" fmla="*/ 0 w 720"/>
              <a:gd name="p0y13" fmla="*/ 120 h 435"/>
              <a:gd name="p0x14" fmla="*/ 0 w 720"/>
              <a:gd name="p0y14" fmla="*/ 53 h 435"/>
              <a:gd name="p0x15" fmla="*/ 53 w 720"/>
              <a:gd name="p0y15" fmla="*/ 0 h 435"/>
              <a:gd name="p0x16" fmla="*/ 120 w 7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933450" y="3929063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部门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21"/>
            </p:custDataLst>
          </p:nvPr>
        </p:nvSpPr>
        <p:spPr>
          <a:xfrm>
            <a:off x="1428826" y="3890963"/>
            <a:ext cx="133350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500">
                <a:solidFill>
                  <a:srgbClr val="1E4033"/>
                </a:solidFill>
                <a:cs typeface="+mn-lt"/>
              </a:rPr>
              <a:t>职能部门协同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sp>
        <p:nvSpPr>
          <p:cNvPr id="25" name="任意多边形 24"/>
          <p:cNvSpPr/>
          <p:nvPr>
            <p:custDataLst>
              <p:tags r:id="rId22"/>
            </p:custDataLst>
          </p:nvPr>
        </p:nvSpPr>
        <p:spPr>
          <a:xfrm>
            <a:off x="699770" y="4452620"/>
            <a:ext cx="5057775" cy="600075"/>
          </a:xfrm>
          <a:custGeom>
            <a:avLst/>
            <a:gdLst>
              <a:gd name="sw" fmla="*/ 1 w 7965"/>
              <a:gd name="sh" fmla="*/ 1 h 945"/>
              <a:gd name="mins" fmla="min sw sh"/>
              <a:gd name="dsw" fmla="+- 0 sw mins"/>
              <a:gd name="dsh" fmla="+- 0 sh mins"/>
              <a:gd name="p0x0" fmla="*/ 210 w 7965"/>
              <a:gd name="p0y0" fmla="*/ 0 h 945"/>
              <a:gd name="p0x1" fmla="*/ 7755 w 7965"/>
              <a:gd name="p0y1" fmla="*/ 0 h 945"/>
              <a:gd name="p0x2" fmla="*/ 7870 w 7965"/>
              <a:gd name="p0y2" fmla="*/ 0 h 945"/>
              <a:gd name="p0x3" fmla="*/ 7965 w 7965"/>
              <a:gd name="p0y3" fmla="*/ 94 h 945"/>
              <a:gd name="p0x4" fmla="*/ 7965 w 7965"/>
              <a:gd name="p0y4" fmla="*/ 210 h 945"/>
              <a:gd name="p0x5" fmla="*/ 7965 w 7965"/>
              <a:gd name="p0y5" fmla="*/ 735 h 945"/>
              <a:gd name="p0x6" fmla="*/ 7965 w 7965"/>
              <a:gd name="p0y6" fmla="*/ 850 h 945"/>
              <a:gd name="p0x7" fmla="*/ 7870 w 7965"/>
              <a:gd name="p0y7" fmla="*/ 945 h 945"/>
              <a:gd name="p0x8" fmla="*/ 7755 w 7965"/>
              <a:gd name="p0y8" fmla="*/ 945 h 945"/>
              <a:gd name="p0x9" fmla="*/ 210 w 7965"/>
              <a:gd name="p0y9" fmla="*/ 945 h 945"/>
              <a:gd name="p0x10" fmla="*/ 94 w 7965"/>
              <a:gd name="p0y10" fmla="*/ 945 h 945"/>
              <a:gd name="p0x11" fmla="*/ 0 w 7965"/>
              <a:gd name="p0y11" fmla="*/ 850 h 945"/>
              <a:gd name="p0x12" fmla="*/ 0 w 7965"/>
              <a:gd name="p0y12" fmla="*/ 735 h 945"/>
              <a:gd name="p0x13" fmla="*/ 0 w 7965"/>
              <a:gd name="p0y13" fmla="*/ 210 h 945"/>
              <a:gd name="p0x14" fmla="*/ 0 w 7965"/>
              <a:gd name="p0y14" fmla="*/ 94 h 945"/>
              <a:gd name="p0x15" fmla="*/ 94 w 7965"/>
              <a:gd name="p0y15" fmla="*/ 0 h 945"/>
              <a:gd name="p0x16" fmla="*/ 210 w 7965"/>
              <a:gd name="p0y16" fmla="*/ 0 h 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23"/>
            </p:custDataLst>
          </p:nvPr>
        </p:nvSpPr>
        <p:spPr>
          <a:xfrm>
            <a:off x="857250" y="4614545"/>
            <a:ext cx="914400" cy="276225"/>
          </a:xfrm>
          <a:custGeom>
            <a:avLst/>
            <a:gdLst>
              <a:gd name="sw" fmla="*/ 1 w 1440"/>
              <a:gd name="sh" fmla="*/ 1 h 435"/>
              <a:gd name="mins" fmla="min sw sh"/>
              <a:gd name="dsw" fmla="+- 0 sw mins"/>
              <a:gd name="dsh" fmla="+- 0 sh mins"/>
              <a:gd name="p0x0" fmla="*/ 120 w 1440"/>
              <a:gd name="p0y0" fmla="*/ 0 h 435"/>
              <a:gd name="p0x1" fmla="*/ 1320 w 1440"/>
              <a:gd name="p0y1" fmla="*/ 0 h 435"/>
              <a:gd name="p0x2" fmla="*/ 1386 w 1440"/>
              <a:gd name="p0y2" fmla="*/ 0 h 435"/>
              <a:gd name="p0x3" fmla="*/ 1440 w 1440"/>
              <a:gd name="p0y3" fmla="*/ 53 h 435"/>
              <a:gd name="p0x4" fmla="*/ 1440 w 1440"/>
              <a:gd name="p0y4" fmla="*/ 120 h 435"/>
              <a:gd name="p0x5" fmla="*/ 1440 w 1440"/>
              <a:gd name="p0y5" fmla="*/ 315 h 435"/>
              <a:gd name="p0x6" fmla="*/ 1440 w 1440"/>
              <a:gd name="p0y6" fmla="*/ 381 h 435"/>
              <a:gd name="p0x7" fmla="*/ 1386 w 1440"/>
              <a:gd name="p0y7" fmla="*/ 435 h 435"/>
              <a:gd name="p0x8" fmla="*/ 1320 w 1440"/>
              <a:gd name="p0y8" fmla="*/ 435 h 435"/>
              <a:gd name="p0x9" fmla="*/ 120 w 1440"/>
              <a:gd name="p0y9" fmla="*/ 435 h 435"/>
              <a:gd name="p0x10" fmla="*/ 53 w 1440"/>
              <a:gd name="p0y10" fmla="*/ 435 h 435"/>
              <a:gd name="p0x11" fmla="*/ 0 w 1440"/>
              <a:gd name="p0y11" fmla="*/ 381 h 435"/>
              <a:gd name="p0x12" fmla="*/ 0 w 1440"/>
              <a:gd name="p0y12" fmla="*/ 315 h 435"/>
              <a:gd name="p0x13" fmla="*/ 0 w 1440"/>
              <a:gd name="p0y13" fmla="*/ 120 h 435"/>
              <a:gd name="p0x14" fmla="*/ 0 w 1440"/>
              <a:gd name="p0y14" fmla="*/ 53 h 435"/>
              <a:gd name="p0x15" fmla="*/ 53 w 1440"/>
              <a:gd name="p0y15" fmla="*/ 0 h 435"/>
              <a:gd name="p0x16" fmla="*/ 120 w 144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4"/>
            </p:custDataLst>
          </p:nvPr>
        </p:nvSpPr>
        <p:spPr>
          <a:xfrm>
            <a:off x="933450" y="4652963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rgbClr val="3D2A00"/>
                </a:solidFill>
                <a:cs typeface="+mn-lt"/>
              </a:rPr>
              <a:t>市县</a:t>
            </a:r>
            <a:r>
              <a:rPr lang="en-US" altLang="zh-CN" sz="1200" b="1">
                <a:solidFill>
                  <a:srgbClr val="3D2A00"/>
                </a:solidFill>
                <a:cs typeface="+mn-lt"/>
              </a:rPr>
              <a:t>·</a:t>
            </a:r>
            <a:r>
              <a:rPr lang="zh-CN" altLang="en-US" sz="1200" b="1">
                <a:solidFill>
                  <a:srgbClr val="3D2A00"/>
                </a:solidFill>
                <a:cs typeface="+mn-lt"/>
              </a:rPr>
              <a:t>乡镇</a:t>
            </a:r>
            <a:endParaRPr lang="zh-CN" altLang="en-US" sz="1200" b="1">
              <a:solidFill>
                <a:srgbClr val="3D2A00"/>
              </a:solidFill>
              <a:cs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1886026" y="4614863"/>
            <a:ext cx="228600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500">
                <a:solidFill>
                  <a:srgbClr val="1E4033"/>
                </a:solidFill>
                <a:cs typeface="+mn-lt"/>
              </a:rPr>
              <a:t>市县对标推进</a:t>
            </a:r>
            <a:r>
              <a:rPr lang="en-US" altLang="zh-CN" sz="1500">
                <a:solidFill>
                  <a:srgbClr val="1E4033"/>
                </a:solidFill>
                <a:cs typeface="+mn-lt"/>
              </a:rPr>
              <a:t>·</a:t>
            </a:r>
            <a:r>
              <a:rPr lang="zh-CN" altLang="en-US" sz="1500">
                <a:solidFill>
                  <a:srgbClr val="1E4033"/>
                </a:solidFill>
                <a:cs typeface="+mn-lt"/>
              </a:rPr>
              <a:t>主抓主战</a:t>
            </a:r>
            <a:endParaRPr lang="zh-CN" altLang="en-US" sz="1500">
              <a:solidFill>
                <a:srgbClr val="1E4033"/>
              </a:solidFill>
              <a:cs typeface="+mn-lt"/>
            </a:endParaRPr>
          </a:p>
        </p:txBody>
      </p:sp>
      <p:sp>
        <p:nvSpPr>
          <p:cNvPr id="29" name="矩形 28"/>
          <p:cNvSpPr/>
          <p:nvPr>
            <p:custDataLst>
              <p:tags r:id="rId26"/>
            </p:custDataLst>
          </p:nvPr>
        </p:nvSpPr>
        <p:spPr>
          <a:xfrm>
            <a:off x="4057650" y="4676775"/>
            <a:ext cx="9525" cy="152400"/>
          </a:xfrm>
          <a:prstGeom prst="rect">
            <a:avLst/>
          </a:prstGeom>
          <a:solidFill>
            <a:schemeClr val="accent4">
              <a:lumMod val="55598"/>
              <a:lumOff val="444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7"/>
            </p:custDataLst>
          </p:nvPr>
        </p:nvSpPr>
        <p:spPr>
          <a:xfrm>
            <a:off x="4143451" y="4614863"/>
            <a:ext cx="133350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500">
                <a:solidFill>
                  <a:srgbClr val="1E4033"/>
                </a:solidFill>
                <a:cs typeface="+mn-lt"/>
              </a:rPr>
              <a:t>乡镇日常监督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sp>
        <p:nvSpPr>
          <p:cNvPr id="31" name="任意多边形 30"/>
          <p:cNvSpPr/>
          <p:nvPr>
            <p:custDataLst>
              <p:tags r:id="rId28"/>
            </p:custDataLst>
          </p:nvPr>
        </p:nvSpPr>
        <p:spPr>
          <a:xfrm>
            <a:off x="6195695" y="1318895"/>
            <a:ext cx="5534025" cy="3971925"/>
          </a:xfrm>
          <a:custGeom>
            <a:avLst/>
            <a:gdLst>
              <a:gd name="sw" fmla="*/ 1 w 8715"/>
              <a:gd name="sh" fmla="*/ 1 h 6255"/>
              <a:gd name="mins" fmla="min sw sh"/>
              <a:gd name="dsw" fmla="+- 0 sw mins"/>
              <a:gd name="dsh" fmla="+- 0 sh mins"/>
              <a:gd name="p0x0" fmla="*/ 330 w 8715"/>
              <a:gd name="p0y0" fmla="*/ 0 h 6255"/>
              <a:gd name="p0x1" fmla="*/ 8385 w 8715"/>
              <a:gd name="p0y1" fmla="*/ 0 h 6255"/>
              <a:gd name="p0x2" fmla="*/ 8567 w 8715"/>
              <a:gd name="p0y2" fmla="*/ 0 h 6255"/>
              <a:gd name="p0x3" fmla="*/ 8715 w 8715"/>
              <a:gd name="p0y3" fmla="*/ 147 h 6255"/>
              <a:gd name="p0x4" fmla="*/ 8715 w 8715"/>
              <a:gd name="p0y4" fmla="*/ 330 h 6255"/>
              <a:gd name="p0x5" fmla="*/ 8715 w 8715"/>
              <a:gd name="p0y5" fmla="*/ 5925 h 6255"/>
              <a:gd name="p0x6" fmla="*/ 8715 w 8715"/>
              <a:gd name="p0y6" fmla="*/ 6107 h 6255"/>
              <a:gd name="p0x7" fmla="*/ 8567 w 8715"/>
              <a:gd name="p0y7" fmla="*/ 6255 h 6255"/>
              <a:gd name="p0x8" fmla="*/ 8385 w 8715"/>
              <a:gd name="p0y8" fmla="*/ 6255 h 6255"/>
              <a:gd name="p0x9" fmla="*/ 330 w 8715"/>
              <a:gd name="p0y9" fmla="*/ 6255 h 6255"/>
              <a:gd name="p0x10" fmla="*/ 147 w 8715"/>
              <a:gd name="p0y10" fmla="*/ 6255 h 6255"/>
              <a:gd name="p0x11" fmla="*/ 0 w 8715"/>
              <a:gd name="p0y11" fmla="*/ 6107 h 6255"/>
              <a:gd name="p0x12" fmla="*/ 0 w 8715"/>
              <a:gd name="p0y12" fmla="*/ 5925 h 6255"/>
              <a:gd name="p0x13" fmla="*/ 0 w 8715"/>
              <a:gd name="p0y13" fmla="*/ 330 h 6255"/>
              <a:gd name="p0x14" fmla="*/ 0 w 8715"/>
              <a:gd name="p0y14" fmla="*/ 147 h 6255"/>
              <a:gd name="p0x15" fmla="*/ 147 w 8715"/>
              <a:gd name="p0y15" fmla="*/ 0 h 6255"/>
              <a:gd name="p0x16" fmla="*/ 330 w 8715"/>
              <a:gd name="p0y16" fmla="*/ 0 h 62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29"/>
            </p:custDataLst>
          </p:nvPr>
        </p:nvSpPr>
        <p:spPr>
          <a:xfrm>
            <a:off x="6429375" y="16287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 descr="b8a29af4-a760-11f1-a095-56ac9c064e63"/>
          <p:cNvPicPr/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6515100" y="1714500"/>
            <a:ext cx="247650" cy="24765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6962775" y="1536382"/>
            <a:ext cx="259087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E4033"/>
                </a:solidFill>
                <a:cs typeface="+mn-lt"/>
              </a:rPr>
              <a:t>村级决策机制</a:t>
            </a:r>
            <a:endParaRPr sz="21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36" name="文本框 35"/>
          <p:cNvSpPr txBox="1"/>
          <p:nvPr>
            <p:custDataLst>
              <p:tags r:id="rId34"/>
            </p:custDataLst>
          </p:nvPr>
        </p:nvSpPr>
        <p:spPr>
          <a:xfrm>
            <a:off x="6962775" y="1924050"/>
            <a:ext cx="2743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D6E60"/>
                </a:solidFill>
                <a:cs typeface="+mn-lt"/>
              </a:rPr>
              <a:t>村级重大事项严格执行「四议两公开」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37" name="任意多边形 36"/>
          <p:cNvSpPr/>
          <p:nvPr>
            <p:custDataLst>
              <p:tags r:id="rId35"/>
            </p:custDataLst>
          </p:nvPr>
        </p:nvSpPr>
        <p:spPr>
          <a:xfrm>
            <a:off x="6805295" y="28263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6"/>
            </p:custDataLst>
          </p:nvPr>
        </p:nvSpPr>
        <p:spPr>
          <a:xfrm>
            <a:off x="6853313" y="2897981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 b="1">
                <a:solidFill>
                  <a:srgbClr val="0F3D28"/>
                </a:solidFill>
                <a:cs typeface="+mn-lt"/>
              </a:rPr>
              <a:t>1</a:t>
            </a:r>
            <a:endParaRPr sz="1200" b="1">
              <a:solidFill>
                <a:srgbClr val="0F3D28"/>
              </a:solidFill>
              <a:cs typeface="+mn-lt"/>
            </a:endParaRPr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6748387" y="3245644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4D6E60"/>
                </a:solidFill>
                <a:cs typeface="+mn-lt"/>
              </a:rPr>
              <a:t>提议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40" name="文本框 39"/>
          <p:cNvSpPr txBox="1"/>
          <p:nvPr>
            <p:custDataLst>
              <p:tags r:id="rId38"/>
            </p:custDataLst>
          </p:nvPr>
        </p:nvSpPr>
        <p:spPr>
          <a:xfrm>
            <a:off x="6405563" y="3521869"/>
            <a:ext cx="1143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1E4033"/>
                </a:solidFill>
                <a:cs typeface="+mn-lt"/>
              </a:rPr>
              <a:t>党支部会议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543800" y="2902585"/>
            <a:ext cx="190500" cy="190500"/>
          </a:xfrm>
          <a:prstGeom prst="rect">
            <a:avLst/>
          </a:prstGeom>
          <a:noFill/>
        </p:spPr>
      </p:pic>
      <p:sp>
        <p:nvSpPr>
          <p:cNvPr id="43" name="任意多边形 42"/>
          <p:cNvSpPr/>
          <p:nvPr>
            <p:custDataLst>
              <p:tags r:id="rId42"/>
            </p:custDataLst>
          </p:nvPr>
        </p:nvSpPr>
        <p:spPr>
          <a:xfrm>
            <a:off x="8129270" y="28263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3"/>
            </p:custDataLst>
          </p:nvPr>
        </p:nvSpPr>
        <p:spPr>
          <a:xfrm>
            <a:off x="8177288" y="2897981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 b="1">
                <a:solidFill>
                  <a:srgbClr val="0F3D28"/>
                </a:solidFill>
                <a:cs typeface="+mn-lt"/>
              </a:rPr>
              <a:t>2</a:t>
            </a:r>
            <a:endParaRPr sz="1200" b="1">
              <a:solidFill>
                <a:srgbClr val="0F3D28"/>
              </a:solidFill>
              <a:cs typeface="+mn-lt"/>
            </a:endParaRPr>
          </a:p>
        </p:txBody>
      </p:sp>
      <p:sp>
        <p:nvSpPr>
          <p:cNvPr id="45" name="文本框 44"/>
          <p:cNvSpPr txBox="1"/>
          <p:nvPr>
            <p:custDataLst>
              <p:tags r:id="rId44"/>
            </p:custDataLst>
          </p:nvPr>
        </p:nvSpPr>
        <p:spPr>
          <a:xfrm>
            <a:off x="8072362" y="3245644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4D6E60"/>
                </a:solidFill>
                <a:cs typeface="+mn-lt"/>
              </a:rPr>
              <a:t>商议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46" name="文本框 45"/>
          <p:cNvSpPr txBox="1"/>
          <p:nvPr>
            <p:custDataLst>
              <p:tags r:id="rId45"/>
            </p:custDataLst>
          </p:nvPr>
        </p:nvSpPr>
        <p:spPr>
          <a:xfrm>
            <a:off x="7824788" y="3521869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1E4033"/>
                </a:solidFill>
                <a:cs typeface="+mn-lt"/>
              </a:rPr>
              <a:t>两委会议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867775" y="2902585"/>
            <a:ext cx="190500" cy="190500"/>
          </a:xfrm>
          <a:prstGeom prst="rect">
            <a:avLst/>
          </a:prstGeom>
          <a:noFill/>
        </p:spPr>
      </p:pic>
      <p:sp>
        <p:nvSpPr>
          <p:cNvPr id="49" name="任意多边形 48"/>
          <p:cNvSpPr/>
          <p:nvPr>
            <p:custDataLst>
              <p:tags r:id="rId47"/>
            </p:custDataLst>
          </p:nvPr>
        </p:nvSpPr>
        <p:spPr>
          <a:xfrm>
            <a:off x="9453245" y="28263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48"/>
            </p:custDataLst>
          </p:nvPr>
        </p:nvSpPr>
        <p:spPr>
          <a:xfrm>
            <a:off x="9501263" y="2897981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 b="1">
                <a:solidFill>
                  <a:srgbClr val="0F3D28"/>
                </a:solidFill>
                <a:cs typeface="+mn-lt"/>
              </a:rPr>
              <a:t>3</a:t>
            </a:r>
            <a:endParaRPr sz="1200" b="1">
              <a:solidFill>
                <a:srgbClr val="0F3D28"/>
              </a:solidFill>
              <a:cs typeface="+mn-lt"/>
            </a:endParaRPr>
          </a:p>
        </p:txBody>
      </p:sp>
      <p:sp>
        <p:nvSpPr>
          <p:cNvPr id="51" name="文本框 50"/>
          <p:cNvSpPr txBox="1"/>
          <p:nvPr>
            <p:custDataLst>
              <p:tags r:id="rId49"/>
            </p:custDataLst>
          </p:nvPr>
        </p:nvSpPr>
        <p:spPr>
          <a:xfrm>
            <a:off x="9396337" y="3245644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4D6E60"/>
                </a:solidFill>
                <a:cs typeface="+mn-lt"/>
              </a:rPr>
              <a:t>审议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52" name="文本框 51"/>
          <p:cNvSpPr txBox="1"/>
          <p:nvPr>
            <p:custDataLst>
              <p:tags r:id="rId50"/>
            </p:custDataLst>
          </p:nvPr>
        </p:nvSpPr>
        <p:spPr>
          <a:xfrm>
            <a:off x="9148763" y="3521869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1E4033"/>
                </a:solidFill>
                <a:cs typeface="+mn-lt"/>
              </a:rPr>
              <a:t>党员大会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pic>
        <p:nvPicPr>
          <p:cNvPr id="53" name="图片 52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191750" y="2902585"/>
            <a:ext cx="190500" cy="190500"/>
          </a:xfrm>
          <a:prstGeom prst="rect">
            <a:avLst/>
          </a:prstGeom>
          <a:noFill/>
        </p:spPr>
      </p:pic>
      <p:sp>
        <p:nvSpPr>
          <p:cNvPr id="55" name="任意多边形 54"/>
          <p:cNvSpPr/>
          <p:nvPr>
            <p:custDataLst>
              <p:tags r:id="rId52"/>
            </p:custDataLst>
          </p:nvPr>
        </p:nvSpPr>
        <p:spPr>
          <a:xfrm>
            <a:off x="10777220" y="28263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53"/>
            </p:custDataLst>
          </p:nvPr>
        </p:nvSpPr>
        <p:spPr>
          <a:xfrm>
            <a:off x="10825238" y="2897981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 b="1">
                <a:solidFill>
                  <a:srgbClr val="0F3D28"/>
                </a:solidFill>
                <a:cs typeface="+mn-lt"/>
              </a:rPr>
              <a:t>4</a:t>
            </a:r>
            <a:endParaRPr sz="1200" b="1">
              <a:solidFill>
                <a:srgbClr val="0F3D28"/>
              </a:solidFill>
              <a:cs typeface="+mn-lt"/>
            </a:endParaRPr>
          </a:p>
        </p:txBody>
      </p:sp>
      <p:sp>
        <p:nvSpPr>
          <p:cNvPr id="57" name="文本框 56"/>
          <p:cNvSpPr txBox="1"/>
          <p:nvPr>
            <p:custDataLst>
              <p:tags r:id="rId54"/>
            </p:custDataLst>
          </p:nvPr>
        </p:nvSpPr>
        <p:spPr>
          <a:xfrm>
            <a:off x="10720312" y="3245644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4D6E60"/>
                </a:solidFill>
                <a:cs typeface="+mn-lt"/>
              </a:rPr>
              <a:t>决议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58" name="文本框 57"/>
          <p:cNvSpPr txBox="1"/>
          <p:nvPr>
            <p:custDataLst>
              <p:tags r:id="rId55"/>
            </p:custDataLst>
          </p:nvPr>
        </p:nvSpPr>
        <p:spPr>
          <a:xfrm>
            <a:off x="10282238" y="3521869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1E4033"/>
                </a:solidFill>
                <a:cs typeface="+mn-lt"/>
              </a:rPr>
              <a:t>村民代表会议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59" name="任意多边形 58"/>
          <p:cNvSpPr/>
          <p:nvPr>
            <p:custDataLst>
              <p:tags r:id="rId56"/>
            </p:custDataLst>
          </p:nvPr>
        </p:nvSpPr>
        <p:spPr>
          <a:xfrm>
            <a:off x="6429375" y="4476750"/>
            <a:ext cx="5067300" cy="581025"/>
          </a:xfrm>
          <a:custGeom>
            <a:avLst/>
            <a:gdLst>
              <a:gd name="sw" fmla="*/ 1 w 7980"/>
              <a:gd name="sh" fmla="*/ 1 h 915"/>
              <a:gd name="mins" fmla="min sw sh"/>
              <a:gd name="dsw" fmla="+- 0 sw mins"/>
              <a:gd name="dsh" fmla="+- 0 sh mins"/>
              <a:gd name="p0x0" fmla="*/ 210 w 7980"/>
              <a:gd name="p0y0" fmla="*/ 0 h 915"/>
              <a:gd name="p0x1" fmla="*/ 7770 w 7980"/>
              <a:gd name="p0y1" fmla="*/ 0 h 915"/>
              <a:gd name="p0x2" fmla="*/ 7885 w 7980"/>
              <a:gd name="p0y2" fmla="*/ 0 h 915"/>
              <a:gd name="p0x3" fmla="*/ 7980 w 7980"/>
              <a:gd name="p0y3" fmla="*/ 94 h 915"/>
              <a:gd name="p0x4" fmla="*/ 7980 w 7980"/>
              <a:gd name="p0y4" fmla="*/ 210 h 915"/>
              <a:gd name="p0x5" fmla="*/ 7980 w 7980"/>
              <a:gd name="p0y5" fmla="*/ 705 h 915"/>
              <a:gd name="p0x6" fmla="*/ 7980 w 7980"/>
              <a:gd name="p0y6" fmla="*/ 820 h 915"/>
              <a:gd name="p0x7" fmla="*/ 7885 w 7980"/>
              <a:gd name="p0y7" fmla="*/ 915 h 915"/>
              <a:gd name="p0x8" fmla="*/ 7770 w 7980"/>
              <a:gd name="p0y8" fmla="*/ 915 h 915"/>
              <a:gd name="p0x9" fmla="*/ 210 w 7980"/>
              <a:gd name="p0y9" fmla="*/ 915 h 915"/>
              <a:gd name="p0x10" fmla="*/ 94 w 7980"/>
              <a:gd name="p0y10" fmla="*/ 915 h 915"/>
              <a:gd name="p0x11" fmla="*/ 0 w 7980"/>
              <a:gd name="p0y11" fmla="*/ 820 h 915"/>
              <a:gd name="p0x12" fmla="*/ 0 w 7980"/>
              <a:gd name="p0y12" fmla="*/ 705 h 915"/>
              <a:gd name="p0x13" fmla="*/ 0 w 7980"/>
              <a:gd name="p0y13" fmla="*/ 210 h 915"/>
              <a:gd name="p0x14" fmla="*/ 0 w 7980"/>
              <a:gd name="p0y14" fmla="*/ 94 h 915"/>
              <a:gd name="p0x15" fmla="*/ 94 w 7980"/>
              <a:gd name="p0y15" fmla="*/ 0 h 915"/>
              <a:gd name="p0x16" fmla="*/ 210 w 7980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24781"/>
              <a:lumOff val="7521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>
            <p:custDataLst>
              <p:tags r:id="rId57"/>
            </p:custDataLst>
          </p:nvPr>
        </p:nvSpPr>
        <p:spPr>
          <a:xfrm>
            <a:off x="6581775" y="4591050"/>
            <a:ext cx="69986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2100" b="1">
                <a:solidFill>
                  <a:srgbClr val="F5A623"/>
                </a:solidFill>
                <a:cs typeface="+mn-lt"/>
              </a:rPr>
              <a:t>7</a:t>
            </a:r>
            <a:r>
              <a:rPr lang="zh-CN" sz="2100" b="1">
                <a:solidFill>
                  <a:srgbClr val="F5A623"/>
                </a:solidFill>
                <a:cs typeface="+mn-lt"/>
              </a:rPr>
              <a:t>天</a:t>
            </a:r>
            <a:endParaRPr lang="zh-CN" sz="2100" b="1">
              <a:solidFill>
                <a:srgbClr val="F5A623"/>
              </a:solidFill>
              <a:cs typeface="+mn-lt"/>
            </a:endParaRPr>
          </a:p>
        </p:txBody>
      </p:sp>
      <p:sp>
        <p:nvSpPr>
          <p:cNvPr id="61" name="文本框 60"/>
          <p:cNvSpPr txBox="1"/>
          <p:nvPr>
            <p:custDataLst>
              <p:tags r:id="rId58"/>
            </p:custDataLst>
          </p:nvPr>
        </p:nvSpPr>
        <p:spPr>
          <a:xfrm>
            <a:off x="7129243" y="4600575"/>
            <a:ext cx="424323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5C3D00"/>
                </a:solidFill>
                <a:cs typeface="+mn-lt"/>
              </a:rPr>
              <a:t>决议结果与实施结果公开，公示期不少于</a:t>
            </a:r>
            <a:r>
              <a:rPr lang="en-US" altLang="zh-CN" sz="1500">
                <a:solidFill>
                  <a:srgbClr val="5C3D00"/>
                </a:solidFill>
                <a:cs typeface="+mn-lt"/>
              </a:rPr>
              <a:t> 7 </a:t>
            </a:r>
            <a:r>
              <a:rPr lang="zh-CN" altLang="en-US" sz="1500">
                <a:solidFill>
                  <a:srgbClr val="5C3D00"/>
                </a:solidFill>
                <a:cs typeface="+mn-lt"/>
              </a:rPr>
              <a:t>天</a:t>
            </a:r>
            <a:endParaRPr lang="zh-CN" altLang="en-US" sz="1500">
              <a:solidFill>
                <a:srgbClr val="5C3D00"/>
              </a:solidFill>
              <a:cs typeface="+mn-lt"/>
            </a:endParaRPr>
          </a:p>
        </p:txBody>
      </p:sp>
      <p:sp>
        <p:nvSpPr>
          <p:cNvPr id="62" name="任意多边形 61"/>
          <p:cNvSpPr/>
          <p:nvPr>
            <p:custDataLst>
              <p:tags r:id="rId59"/>
            </p:custDataLst>
          </p:nvPr>
        </p:nvSpPr>
        <p:spPr>
          <a:xfrm>
            <a:off x="457200" y="5486400"/>
            <a:ext cx="11277600" cy="914400"/>
          </a:xfrm>
          <a:custGeom>
            <a:avLst/>
            <a:gdLst>
              <a:gd name="sw" fmla="*/ 1 w 17760"/>
              <a:gd name="sh" fmla="*/ 1 h 1440"/>
              <a:gd name="mins" fmla="min sw sh"/>
              <a:gd name="dsw" fmla="+- 0 sw mins"/>
              <a:gd name="dsh" fmla="+- 0 sh mins"/>
              <a:gd name="p0x0" fmla="*/ 330 w 17760"/>
              <a:gd name="p0y0" fmla="*/ 0 h 1440"/>
              <a:gd name="p0x1" fmla="*/ 17430 w 17760"/>
              <a:gd name="p0y1" fmla="*/ 0 h 1440"/>
              <a:gd name="p0x2" fmla="*/ 17612 w 17760"/>
              <a:gd name="p0y2" fmla="*/ 0 h 1440"/>
              <a:gd name="p0x3" fmla="*/ 17760 w 17760"/>
              <a:gd name="p0y3" fmla="*/ 147 h 1440"/>
              <a:gd name="p0x4" fmla="*/ 17760 w 17760"/>
              <a:gd name="p0y4" fmla="*/ 330 h 1440"/>
              <a:gd name="p0x5" fmla="*/ 17760 w 17760"/>
              <a:gd name="p0y5" fmla="*/ 1110 h 1440"/>
              <a:gd name="p0x6" fmla="*/ 17760 w 17760"/>
              <a:gd name="p0y6" fmla="*/ 1292 h 1440"/>
              <a:gd name="p0x7" fmla="*/ 17612 w 17760"/>
              <a:gd name="p0y7" fmla="*/ 1440 h 1440"/>
              <a:gd name="p0x8" fmla="*/ 17430 w 17760"/>
              <a:gd name="p0y8" fmla="*/ 1440 h 1440"/>
              <a:gd name="p0x9" fmla="*/ 330 w 17760"/>
              <a:gd name="p0y9" fmla="*/ 1440 h 1440"/>
              <a:gd name="p0x10" fmla="*/ 147 w 17760"/>
              <a:gd name="p0y10" fmla="*/ 1440 h 1440"/>
              <a:gd name="p0x11" fmla="*/ 0 w 17760"/>
              <a:gd name="p0y11" fmla="*/ 1292 h 1440"/>
              <a:gd name="p0x12" fmla="*/ 0 w 17760"/>
              <a:gd name="p0y12" fmla="*/ 1110 h 1440"/>
              <a:gd name="p0x13" fmla="*/ 0 w 17760"/>
              <a:gd name="p0y13" fmla="*/ 330 h 1440"/>
              <a:gd name="p0x14" fmla="*/ 0 w 17760"/>
              <a:gd name="p0y14" fmla="*/ 147 h 1440"/>
              <a:gd name="p0x15" fmla="*/ 147 w 17760"/>
              <a:gd name="p0y15" fmla="*/ 0 h 1440"/>
              <a:gd name="p0x16" fmla="*/ 330 w 17760"/>
              <a:gd name="p0y16" fmla="*/ 0 h 14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60"/>
            </p:custDataLst>
          </p:nvPr>
        </p:nvSpPr>
        <p:spPr>
          <a:xfrm>
            <a:off x="685800" y="57340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846"/>
              <a:lumOff val="821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4" name="图片 63" descr="b8a29a23-a760-11f1-a095-56ac9c064e63"/>
          <p:cNvPicPr/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>
            <a:fillRect/>
          </a:stretch>
        </p:blipFill>
        <p:spPr>
          <a:xfrm>
            <a:off x="771525" y="5819775"/>
            <a:ext cx="247650" cy="247650"/>
          </a:xfrm>
          <a:prstGeom prst="rect">
            <a:avLst/>
          </a:prstGeom>
        </p:spPr>
      </p:pic>
      <p:sp>
        <p:nvSpPr>
          <p:cNvPr id="66" name="文本框 65"/>
          <p:cNvSpPr txBox="1"/>
          <p:nvPr>
            <p:custDataLst>
              <p:tags r:id="rId64"/>
            </p:custDataLst>
          </p:nvPr>
        </p:nvSpPr>
        <p:spPr>
          <a:xfrm>
            <a:off x="1257300" y="5624513"/>
            <a:ext cx="102489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cs typeface="+mn-lt"/>
              </a:rPr>
              <a:t>集体资产发包、项目投资、大额资金使用等均须履行民主议事与集体决策程序，从源头防止资产处置随意化，为后续清查核实提供组织与制度保障。</a:t>
            </a:r>
            <a:endParaRPr sz="1500">
              <a:solidFill>
                <a:srgbClr val="FFFFFF"/>
              </a:solidFill>
              <a:cs typeface="+mn-lt"/>
            </a:endParaRPr>
          </a:p>
        </p:txBody>
      </p:sp>
      <p:sp>
        <p:nvSpPr>
          <p:cNvPr id="3" name="任意多边形 2"/>
          <p:cNvSpPr/>
          <p:nvPr>
            <p:custDataLst>
              <p:tags r:id="rId65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66"/>
            </p:custDataLst>
          </p:nvPr>
        </p:nvSpPr>
        <p:spPr>
          <a:xfrm>
            <a:off x="609600" y="433388"/>
            <a:ext cx="4191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4033"/>
                </a:solidFill>
                <a:cs typeface="+mn-lt"/>
              </a:rPr>
              <a:t>四级联动压实整治责任</a:t>
            </a:r>
            <a:endParaRPr sz="3000" b="1">
              <a:solidFill>
                <a:srgbClr val="1E4033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5C3A"/>
                </a:solidFill>
                <a:latin typeface="MiSans Normal" panose="00000500000000000000" charset="-122"/>
                <a:ea typeface="MiSans Normal" panose="00000500000000000000" charset="-122"/>
              </a:rPr>
              <a:t>降本增效三大路径</a:t>
            </a:r>
            <a:endParaRPr sz="3000" b="1">
              <a:solidFill>
                <a:srgbClr val="1A5C3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594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0E0E0"/>
            </a:solidFill>
            <a:prstDash val="solid"/>
          </a:ln>
          <a:effectLst>
            <a:outerShdw blurRad="28575" dist="952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8" name="组合 87"/>
          <p:cNvGrpSpPr/>
          <p:nvPr/>
        </p:nvGrpSpPr>
        <p:grpSpPr>
          <a:xfrm>
            <a:off x="771525" y="1304925"/>
            <a:ext cx="3117850" cy="466090"/>
            <a:chOff x="1215" y="2055"/>
            <a:chExt cx="4910" cy="734"/>
          </a:xfrm>
        </p:grpSpPr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1215" y="2055"/>
              <a:ext cx="4910" cy="735"/>
            </a:xfrm>
            <a:custGeom>
              <a:avLst/>
              <a:gdLst>
                <a:gd name="sw" fmla="*/ 1 w 4910"/>
                <a:gd name="sh" fmla="*/ 1 h 735"/>
                <a:gd name="mins" fmla="min sw sh"/>
                <a:gd name="dsw" fmla="+- 0 sw mins"/>
                <a:gd name="dsh" fmla="+- 0 sh mins"/>
                <a:gd name="p0x0" fmla="*/ 0 w 4910"/>
                <a:gd name="p0y0" fmla="*/ 0 h 735"/>
                <a:gd name="p0x1" fmla="*/ 4910 w 4910"/>
                <a:gd name="p0y1" fmla="*/ 0 h 735"/>
                <a:gd name="p0x2" fmla="*/ 4910 w 4910"/>
                <a:gd name="p0y2" fmla="*/ 735 h 735"/>
                <a:gd name="p0x3" fmla="*/ 0 w 4910"/>
                <a:gd name="p0y3" fmla="*/ 735 h 735"/>
                <a:gd name="p0x4" fmla="*/ 0 w 49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5"/>
              </p:custDataLst>
            </p:nvPr>
          </p:nvSpPr>
          <p:spPr>
            <a:xfrm>
              <a:off x="1215" y="2775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4910 w 4910"/>
                <a:gd name="p0y0" fmla="*/ 15 h 15"/>
                <a:gd name="p0x1" fmla="*/ 0 w 4910"/>
                <a:gd name="p0y1" fmla="*/ 15 h 15"/>
                <a:gd name="p0x2" fmla="*/ 0 w 4910"/>
                <a:gd name="p0y2" fmla="*/ 0 h 15"/>
                <a:gd name="p0x3" fmla="*/ 4910 w 4910"/>
                <a:gd name="p0y3" fmla="*/ 0 h 15"/>
                <a:gd name="p0x4" fmla="*/ 4910 w 49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0F172A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775970" y="13093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80 w 525"/>
              <a:gd name="p0y0" fmla="*/ 0 h 525"/>
              <a:gd name="p0x1" fmla="*/ 345 w 525"/>
              <a:gd name="p0y1" fmla="*/ 0 h 525"/>
              <a:gd name="p0x2" fmla="*/ 444 w 525"/>
              <a:gd name="p0y2" fmla="*/ 0 h 525"/>
              <a:gd name="p0x3" fmla="*/ 525 w 525"/>
              <a:gd name="p0y3" fmla="*/ 80 h 525"/>
              <a:gd name="p0x4" fmla="*/ 525 w 525"/>
              <a:gd name="p0y4" fmla="*/ 180 h 525"/>
              <a:gd name="p0x5" fmla="*/ 525 w 525"/>
              <a:gd name="p0y5" fmla="*/ 345 h 525"/>
              <a:gd name="p0x6" fmla="*/ 525 w 525"/>
              <a:gd name="p0y6" fmla="*/ 444 h 525"/>
              <a:gd name="p0x7" fmla="*/ 444 w 525"/>
              <a:gd name="p0y7" fmla="*/ 525 h 525"/>
              <a:gd name="p0x8" fmla="*/ 345 w 525"/>
              <a:gd name="p0y8" fmla="*/ 525 h 525"/>
              <a:gd name="p0x9" fmla="*/ 180 w 525"/>
              <a:gd name="p0y9" fmla="*/ 525 h 525"/>
              <a:gd name="p0x10" fmla="*/ 80 w 525"/>
              <a:gd name="p0y10" fmla="*/ 525 h 525"/>
              <a:gd name="p0x11" fmla="*/ 0 w 525"/>
              <a:gd name="p0y11" fmla="*/ 444 h 525"/>
              <a:gd name="p0x12" fmla="*/ 0 w 525"/>
              <a:gd name="p0y12" fmla="*/ 345 h 525"/>
              <a:gd name="p0x13" fmla="*/ 0 w 525"/>
              <a:gd name="p0y13" fmla="*/ 180 h 525"/>
              <a:gd name="p0x14" fmla="*/ 0 w 525"/>
              <a:gd name="p0y14" fmla="*/ 80 h 525"/>
              <a:gd name="p0x15" fmla="*/ 80 w 525"/>
              <a:gd name="p0y15" fmla="*/ 0 h 525"/>
              <a:gd name="p0x16" fmla="*/ 18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6A23C">
              <a:alpha val="10196"/>
            </a:srgbClr>
          </a:solidFill>
          <a:ln w="9525" cmpd="sng">
            <a:solidFill>
              <a:srgbClr val="E6A23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4348" t="-1212" r="-4348" b="-1212"/>
          <a:stretch>
            <a:fillRect/>
          </a:stretch>
        </p:blipFill>
        <p:spPr>
          <a:xfrm>
            <a:off x="823595" y="1366520"/>
            <a:ext cx="238125" cy="21463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1228725" y="1293495"/>
            <a:ext cx="26606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削减浪费控成本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771525" y="2609850"/>
            <a:ext cx="3117850" cy="704850"/>
            <a:chOff x="1215" y="4110"/>
            <a:chExt cx="4910" cy="1110"/>
          </a:xfrm>
        </p:grpSpPr>
        <p:sp>
          <p:nvSpPr>
            <p:cNvPr id="12" name="任意多边形 11"/>
            <p:cNvSpPr/>
            <p:nvPr>
              <p:custDataLst>
                <p:tags r:id="rId11"/>
              </p:custDataLst>
            </p:nvPr>
          </p:nvSpPr>
          <p:spPr>
            <a:xfrm>
              <a:off x="1215" y="4110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180 w 4910"/>
                <a:gd name="p0y0" fmla="*/ 0 h 1110"/>
                <a:gd name="p0x1" fmla="*/ 4730 w 4910"/>
                <a:gd name="p0y1" fmla="*/ 0 h 1110"/>
                <a:gd name="p0x2" fmla="*/ 4829 w 4910"/>
                <a:gd name="p0y2" fmla="*/ 0 h 1110"/>
                <a:gd name="p0x3" fmla="*/ 4910 w 4910"/>
                <a:gd name="p0y3" fmla="*/ 80 h 1110"/>
                <a:gd name="p0x4" fmla="*/ 4910 w 4910"/>
                <a:gd name="p0y4" fmla="*/ 180 h 1110"/>
                <a:gd name="p0x5" fmla="*/ 4910 w 4910"/>
                <a:gd name="p0y5" fmla="*/ 930 h 1110"/>
                <a:gd name="p0x6" fmla="*/ 4910 w 4910"/>
                <a:gd name="p0y6" fmla="*/ 1029 h 1110"/>
                <a:gd name="p0x7" fmla="*/ 4829 w 4910"/>
                <a:gd name="p0y7" fmla="*/ 1110 h 1110"/>
                <a:gd name="p0x8" fmla="*/ 4730 w 4910"/>
                <a:gd name="p0y8" fmla="*/ 1110 h 1110"/>
                <a:gd name="p0x9" fmla="*/ 180 w 4910"/>
                <a:gd name="p0y9" fmla="*/ 1110 h 1110"/>
                <a:gd name="p0x10" fmla="*/ 80 w 4910"/>
                <a:gd name="p0y10" fmla="*/ 1110 h 1110"/>
                <a:gd name="p0x11" fmla="*/ 0 w 4910"/>
                <a:gd name="p0y11" fmla="*/ 1029 h 1110"/>
                <a:gd name="p0x12" fmla="*/ 0 w 4910"/>
                <a:gd name="p0y12" fmla="*/ 930 h 1110"/>
                <a:gd name="p0x13" fmla="*/ 0 w 4910"/>
                <a:gd name="p0y13" fmla="*/ 180 h 1110"/>
                <a:gd name="p0x14" fmla="*/ 0 w 4910"/>
                <a:gd name="p0y14" fmla="*/ 80 h 1110"/>
                <a:gd name="p0x15" fmla="*/ 80 w 4910"/>
                <a:gd name="p0y15" fmla="*/ 0 h 1110"/>
                <a:gd name="p0x16" fmla="*/ 18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12"/>
              </p:custDataLst>
            </p:nvPr>
          </p:nvSpPr>
          <p:spPr>
            <a:xfrm>
              <a:off x="1326" y="4110"/>
              <a:ext cx="4746" cy="63"/>
            </a:xfrm>
            <a:custGeom>
              <a:avLst/>
              <a:gdLst>
                <a:gd name="sw" fmla="*/ 1 w 4746"/>
                <a:gd name="sh" fmla="*/ 1 h 63"/>
                <a:gd name="mins" fmla="min sw sh"/>
                <a:gd name="dsw" fmla="+- 0 sw mins"/>
                <a:gd name="dsh" fmla="+- 0 sh mins"/>
                <a:gd name="p0x0" fmla="*/ 68 w 4746"/>
                <a:gd name="p0y0" fmla="*/ 0 h 63"/>
                <a:gd name="p0x1" fmla="*/ 4618 w 4746"/>
                <a:gd name="p0y1" fmla="*/ 0 h 63"/>
                <a:gd name="p0x2" fmla="*/ 4668 w 4746"/>
                <a:gd name="p0y2" fmla="*/ 0 h 63"/>
                <a:gd name="p0x3" fmla="*/ 4713 w 4746"/>
                <a:gd name="p0y3" fmla="*/ 20 h 63"/>
                <a:gd name="p0x4" fmla="*/ 4746 w 4746"/>
                <a:gd name="p0y4" fmla="*/ 52 h 63"/>
                <a:gd name="p0x5" fmla="*/ 4735 w 4746"/>
                <a:gd name="p0y5" fmla="*/ 63 h 63"/>
                <a:gd name="p0x6" fmla="*/ 4705 w 4746"/>
                <a:gd name="p0y6" fmla="*/ 33 h 63"/>
                <a:gd name="p0x7" fmla="*/ 4664 w 4746"/>
                <a:gd name="p0y7" fmla="*/ 15 h 63"/>
                <a:gd name="p0x8" fmla="*/ 4618 w 4746"/>
                <a:gd name="p0y8" fmla="*/ 15 h 63"/>
                <a:gd name="p0x9" fmla="*/ 68 w 4746"/>
                <a:gd name="p0y9" fmla="*/ 15 h 63"/>
                <a:gd name="p0x10" fmla="*/ 50 w 4746"/>
                <a:gd name="p0y10" fmla="*/ 15 h 63"/>
                <a:gd name="p0x11" fmla="*/ 33 w 4746"/>
                <a:gd name="p0y11" fmla="*/ 19 h 63"/>
                <a:gd name="p0x12" fmla="*/ 17 w 4746"/>
                <a:gd name="p0y12" fmla="*/ 27 h 63"/>
                <a:gd name="p0x13" fmla="*/ 0 w 4746"/>
                <a:gd name="p0y13" fmla="*/ 13 h 63"/>
                <a:gd name="p0x14" fmla="*/ 0 w 4746"/>
                <a:gd name="p0y14" fmla="*/ 13 h 63"/>
                <a:gd name="p0x15" fmla="*/ 21 w 4746"/>
                <a:gd name="p0y15" fmla="*/ 4 h 63"/>
                <a:gd name="p0x16" fmla="*/ 44 w 4746"/>
                <a:gd name="p0y16" fmla="*/ 0 h 63"/>
                <a:gd name="p0x17" fmla="*/ 68 w 4746"/>
                <a:gd name="p0y17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>
              <p:custDataLst>
                <p:tags r:id="rId13"/>
              </p:custDataLst>
            </p:nvPr>
          </p:nvSpPr>
          <p:spPr>
            <a:xfrm>
              <a:off x="6061" y="4162"/>
              <a:ext cx="64" cy="1005"/>
            </a:xfrm>
            <a:custGeom>
              <a:avLst/>
              <a:gdLst>
                <a:gd name="sw" fmla="*/ 1 w 63"/>
                <a:gd name="sh" fmla="*/ 1 h 1004"/>
                <a:gd name="mins" fmla="min sw sh"/>
                <a:gd name="dsw" fmla="+- 0 sw mins"/>
                <a:gd name="dsh" fmla="+- 0 sh mins"/>
                <a:gd name="p0x0" fmla="*/ 63 w 63"/>
                <a:gd name="p0y0" fmla="*/ 127 h 1004"/>
                <a:gd name="p0x1" fmla="*/ 63 w 63"/>
                <a:gd name="p0y1" fmla="*/ 877 h 1004"/>
                <a:gd name="p0x2" fmla="*/ 63 w 63"/>
                <a:gd name="p0y2" fmla="*/ 926 h 1004"/>
                <a:gd name="p0x3" fmla="*/ 43 w 63"/>
                <a:gd name="p0y3" fmla="*/ 971 h 1004"/>
                <a:gd name="p0x4" fmla="*/ 10 w 63"/>
                <a:gd name="p0y4" fmla="*/ 1004 h 1004"/>
                <a:gd name="p0x5" fmla="*/ 0 w 63"/>
                <a:gd name="p0y5" fmla="*/ 993 h 1004"/>
                <a:gd name="p0x6" fmla="*/ 29 w 63"/>
                <a:gd name="p0y6" fmla="*/ 964 h 1004"/>
                <a:gd name="p0x7" fmla="*/ 48 w 63"/>
                <a:gd name="p0y7" fmla="*/ 922 h 1004"/>
                <a:gd name="p0x8" fmla="*/ 48 w 63"/>
                <a:gd name="p0y8" fmla="*/ 877 h 1004"/>
                <a:gd name="p0x9" fmla="*/ 48 w 63"/>
                <a:gd name="p0y9" fmla="*/ 127 h 1004"/>
                <a:gd name="p0x10" fmla="*/ 48 w 63"/>
                <a:gd name="p0y10" fmla="*/ 81 h 1004"/>
                <a:gd name="p0x11" fmla="*/ 29 w 63"/>
                <a:gd name="p0y11" fmla="*/ 40 h 1004"/>
                <a:gd name="p0x12" fmla="*/ 0 w 63"/>
                <a:gd name="p0y12" fmla="*/ 10 h 1004"/>
                <a:gd name="p0x13" fmla="*/ 10 w 63"/>
                <a:gd name="p0y13" fmla="*/ 0 h 1004"/>
                <a:gd name="p0x14" fmla="*/ 43 w 63"/>
                <a:gd name="p0y14" fmla="*/ 32 h 1004"/>
                <a:gd name="p0x15" fmla="*/ 63 w 63"/>
                <a:gd name="p0y15" fmla="*/ 77 h 1004"/>
                <a:gd name="p0x16" fmla="*/ 63 w 63"/>
                <a:gd name="p0y16" fmla="*/ 127 h 100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14"/>
              </p:custDataLst>
            </p:nvPr>
          </p:nvSpPr>
          <p:spPr>
            <a:xfrm>
              <a:off x="1326" y="5156"/>
              <a:ext cx="4746" cy="64"/>
            </a:xfrm>
            <a:custGeom>
              <a:avLst/>
              <a:gdLst>
                <a:gd name="sw" fmla="*/ 1 w 4746"/>
                <a:gd name="sh" fmla="*/ 1 h 63"/>
                <a:gd name="mins" fmla="min sw sh"/>
                <a:gd name="dsw" fmla="+- 0 sw mins"/>
                <a:gd name="dsh" fmla="+- 0 sh mins"/>
                <a:gd name="p0x0" fmla="*/ 4618 w 4746"/>
                <a:gd name="p0y0" fmla="*/ 63 h 63"/>
                <a:gd name="p0x1" fmla="*/ 68 w 4746"/>
                <a:gd name="p0y1" fmla="*/ 63 h 63"/>
                <a:gd name="p0x2" fmla="*/ 44 w 4746"/>
                <a:gd name="p0y2" fmla="*/ 63 h 63"/>
                <a:gd name="p0x3" fmla="*/ 21 w 4746"/>
                <a:gd name="p0y3" fmla="*/ 58 h 63"/>
                <a:gd name="p0x4" fmla="*/ 0 w 4746"/>
                <a:gd name="p0y4" fmla="*/ 49 h 63"/>
                <a:gd name="p0x5" fmla="*/ 17 w 4746"/>
                <a:gd name="p0y5" fmla="*/ 35 h 63"/>
                <a:gd name="p0x6" fmla="*/ 17 w 4746"/>
                <a:gd name="p0y6" fmla="*/ 35 h 63"/>
                <a:gd name="p0x7" fmla="*/ 33 w 4746"/>
                <a:gd name="p0y7" fmla="*/ 43 h 63"/>
                <a:gd name="p0x8" fmla="*/ 50 w 4746"/>
                <a:gd name="p0y8" fmla="*/ 48 h 63"/>
                <a:gd name="p0x9" fmla="*/ 68 w 4746"/>
                <a:gd name="p0y9" fmla="*/ 48 h 63"/>
                <a:gd name="p0x10" fmla="*/ 4618 w 4746"/>
                <a:gd name="p0y10" fmla="*/ 48 h 63"/>
                <a:gd name="p0x11" fmla="*/ 4664 w 4746"/>
                <a:gd name="p0y11" fmla="*/ 48 h 63"/>
                <a:gd name="p0x12" fmla="*/ 4705 w 4746"/>
                <a:gd name="p0y12" fmla="*/ 29 h 63"/>
                <a:gd name="p0x13" fmla="*/ 4735 w 4746"/>
                <a:gd name="p0y13" fmla="*/ 0 h 63"/>
                <a:gd name="p0x14" fmla="*/ 4746 w 4746"/>
                <a:gd name="p0y14" fmla="*/ 10 h 63"/>
                <a:gd name="p0x15" fmla="*/ 4713 w 4746"/>
                <a:gd name="p0y15" fmla="*/ 43 h 63"/>
                <a:gd name="p0x16" fmla="*/ 4668 w 4746"/>
                <a:gd name="p0y16" fmla="*/ 63 h 63"/>
                <a:gd name="p0x17" fmla="*/ 4618 w 4746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>
              <p:custDataLst>
                <p:tags r:id="rId15"/>
              </p:custDataLst>
            </p:nvPr>
          </p:nvSpPr>
          <p:spPr>
            <a:xfrm>
              <a:off x="1215" y="4123"/>
              <a:ext cx="128" cy="1083"/>
            </a:xfrm>
            <a:custGeom>
              <a:avLst/>
              <a:gdLst>
                <a:gd name="sw" fmla="*/ 1 w 128"/>
                <a:gd name="sh" fmla="*/ 1 h 1082"/>
                <a:gd name="mins" fmla="min sw sh"/>
                <a:gd name="dsw" fmla="+- 0 sw mins"/>
                <a:gd name="dsh" fmla="+- 0 sh mins"/>
                <a:gd name="p0x0" fmla="*/ 0 w 128"/>
                <a:gd name="p0y0" fmla="*/ 916 h 1082"/>
                <a:gd name="p0x1" fmla="*/ 0 w 128"/>
                <a:gd name="p0y1" fmla="*/ 166 h 1082"/>
                <a:gd name="p0x2" fmla="*/ 0 w 128"/>
                <a:gd name="p0y2" fmla="*/ 91 h 1082"/>
                <a:gd name="p0x3" fmla="*/ 45 w 128"/>
                <a:gd name="p0y3" fmla="*/ 27 h 1082"/>
                <a:gd name="p0x4" fmla="*/ 111 w 128"/>
                <a:gd name="p0y4" fmla="*/ 0 h 1082"/>
                <a:gd name="p0x5" fmla="*/ 128 w 128"/>
                <a:gd name="p0y5" fmla="*/ 13 h 1082"/>
                <a:gd name="p0x6" fmla="*/ 128 w 128"/>
                <a:gd name="p0y6" fmla="*/ 13 h 1082"/>
                <a:gd name="p0x7" fmla="*/ 79 w 128"/>
                <a:gd name="p0y7" fmla="*/ 38 h 1082"/>
                <a:gd name="p0x8" fmla="*/ 45 w 128"/>
                <a:gd name="p0y8" fmla="*/ 97 h 1082"/>
                <a:gd name="p0x9" fmla="*/ 45 w 128"/>
                <a:gd name="p0y9" fmla="*/ 166 h 1082"/>
                <a:gd name="p0x10" fmla="*/ 45 w 128"/>
                <a:gd name="p0y10" fmla="*/ 916 h 1082"/>
                <a:gd name="p0x11" fmla="*/ 45 w 128"/>
                <a:gd name="p0y11" fmla="*/ 985 h 1082"/>
                <a:gd name="p0x12" fmla="*/ 79 w 128"/>
                <a:gd name="p0y12" fmla="*/ 1043 h 1082"/>
                <a:gd name="p0x13" fmla="*/ 128 w 128"/>
                <a:gd name="p0y13" fmla="*/ 1068 h 1082"/>
                <a:gd name="p0x14" fmla="*/ 111 w 128"/>
                <a:gd name="p0y14" fmla="*/ 1082 h 1082"/>
                <a:gd name="p0x15" fmla="*/ 111 w 128"/>
                <a:gd name="p0y15" fmla="*/ 1082 h 1082"/>
                <a:gd name="p0x16" fmla="*/ 45 w 128"/>
                <a:gd name="p0y16" fmla="*/ 1055 h 1082"/>
                <a:gd name="p0x17" fmla="*/ 0 w 128"/>
                <a:gd name="p0y17" fmla="*/ 991 h 1082"/>
                <a:gd name="p0x18" fmla="*/ 0 w 128"/>
                <a:gd name="p0y18" fmla="*/ 916 h 108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6A23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914400" y="2642235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运用七大浪费管理工具</a:t>
            </a:r>
            <a:endParaRPr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914400" y="2947988"/>
            <a:ext cx="2286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66666"/>
                </a:solidFill>
                <a:latin typeface="MiSans Normal" panose="00000500000000000000" charset="-122"/>
                <a:ea typeface="MiSans Normal" panose="00000500000000000000" charset="-122"/>
              </a:rPr>
              <a:t>组织全员参与</a:t>
            </a:r>
            <a:r>
              <a:rPr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捡芝麻行动</a:t>
            </a:r>
            <a:endParaRPr sz="15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771525" y="4114800"/>
            <a:ext cx="3117850" cy="990600"/>
            <a:chOff x="1215" y="6480"/>
            <a:chExt cx="4910" cy="1560"/>
          </a:xfrm>
        </p:grpSpPr>
        <p:sp>
          <p:nvSpPr>
            <p:cNvPr id="20" name="任意多边形 19"/>
            <p:cNvSpPr/>
            <p:nvPr>
              <p:custDataLst>
                <p:tags r:id="rId18"/>
              </p:custDataLst>
            </p:nvPr>
          </p:nvSpPr>
          <p:spPr>
            <a:xfrm>
              <a:off x="1215" y="6480"/>
              <a:ext cx="4910" cy="1560"/>
            </a:xfrm>
            <a:custGeom>
              <a:avLst/>
              <a:gdLst>
                <a:gd name="sw" fmla="*/ 1 w 4910"/>
                <a:gd name="sh" fmla="*/ 1 h 1560"/>
                <a:gd name="mins" fmla="min sw sh"/>
                <a:gd name="dsw" fmla="+- 0 sw mins"/>
                <a:gd name="dsh" fmla="+- 0 sh mins"/>
                <a:gd name="p0x0" fmla="*/ 180 w 4910"/>
                <a:gd name="p0y0" fmla="*/ 0 h 1560"/>
                <a:gd name="p0x1" fmla="*/ 4730 w 4910"/>
                <a:gd name="p0y1" fmla="*/ 0 h 1560"/>
                <a:gd name="p0x2" fmla="*/ 4829 w 4910"/>
                <a:gd name="p0y2" fmla="*/ 0 h 1560"/>
                <a:gd name="p0x3" fmla="*/ 4910 w 4910"/>
                <a:gd name="p0y3" fmla="*/ 80 h 1560"/>
                <a:gd name="p0x4" fmla="*/ 4910 w 4910"/>
                <a:gd name="p0y4" fmla="*/ 180 h 1560"/>
                <a:gd name="p0x5" fmla="*/ 4910 w 4910"/>
                <a:gd name="p0y5" fmla="*/ 1380 h 1560"/>
                <a:gd name="p0x6" fmla="*/ 4910 w 4910"/>
                <a:gd name="p0y6" fmla="*/ 1479 h 1560"/>
                <a:gd name="p0x7" fmla="*/ 4829 w 4910"/>
                <a:gd name="p0y7" fmla="*/ 1560 h 1560"/>
                <a:gd name="p0x8" fmla="*/ 4730 w 4910"/>
                <a:gd name="p0y8" fmla="*/ 1560 h 1560"/>
                <a:gd name="p0x9" fmla="*/ 180 w 4910"/>
                <a:gd name="p0y9" fmla="*/ 1560 h 1560"/>
                <a:gd name="p0x10" fmla="*/ 80 w 4910"/>
                <a:gd name="p0y10" fmla="*/ 1560 h 1560"/>
                <a:gd name="p0x11" fmla="*/ 0 w 4910"/>
                <a:gd name="p0y11" fmla="*/ 1479 h 1560"/>
                <a:gd name="p0x12" fmla="*/ 0 w 4910"/>
                <a:gd name="p0y12" fmla="*/ 1380 h 1560"/>
                <a:gd name="p0x13" fmla="*/ 0 w 4910"/>
                <a:gd name="p0y13" fmla="*/ 180 h 1560"/>
                <a:gd name="p0x14" fmla="*/ 0 w 4910"/>
                <a:gd name="p0y14" fmla="*/ 80 h 1560"/>
                <a:gd name="p0x15" fmla="*/ 80 w 4910"/>
                <a:gd name="p0y15" fmla="*/ 0 h 1560"/>
                <a:gd name="p0x16" fmla="*/ 180 w 4910"/>
                <a:gd name="p0y16" fmla="*/ 0 h 15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>
              <p:custDataLst>
                <p:tags r:id="rId19"/>
              </p:custDataLst>
            </p:nvPr>
          </p:nvSpPr>
          <p:spPr>
            <a:xfrm>
              <a:off x="1215" y="6480"/>
              <a:ext cx="4857" cy="180"/>
            </a:xfrm>
            <a:custGeom>
              <a:avLst/>
              <a:gdLst>
                <a:gd name="sw" fmla="*/ 1 w 4857"/>
                <a:gd name="sh" fmla="*/ 1 h 180"/>
                <a:gd name="mins" fmla="min sw sh"/>
                <a:gd name="dsw" fmla="+- 0 sw mins"/>
                <a:gd name="dsh" fmla="+- 0 sh mins"/>
                <a:gd name="p0x0" fmla="*/ 180 w 4857"/>
                <a:gd name="p0y0" fmla="*/ 0 h 180"/>
                <a:gd name="p0x1" fmla="*/ 4730 w 4857"/>
                <a:gd name="p0y1" fmla="*/ 0 h 180"/>
                <a:gd name="p0x2" fmla="*/ 4779 w 4857"/>
                <a:gd name="p0y2" fmla="*/ 0 h 180"/>
                <a:gd name="p0x3" fmla="*/ 4824 w 4857"/>
                <a:gd name="p0y3" fmla="*/ 20 h 180"/>
                <a:gd name="p0x4" fmla="*/ 4857 w 4857"/>
                <a:gd name="p0y4" fmla="*/ 52 h 180"/>
                <a:gd name="p0x5" fmla="*/ 4846 w 4857"/>
                <a:gd name="p0y5" fmla="*/ 63 h 180"/>
                <a:gd name="p0x6" fmla="*/ 4816 w 4857"/>
                <a:gd name="p0y6" fmla="*/ 33 h 180"/>
                <a:gd name="p0x7" fmla="*/ 4775 w 4857"/>
                <a:gd name="p0y7" fmla="*/ 15 h 180"/>
                <a:gd name="p0x8" fmla="*/ 4730 w 4857"/>
                <a:gd name="p0y8" fmla="*/ 15 h 180"/>
                <a:gd name="p0x9" fmla="*/ 180 w 4857"/>
                <a:gd name="p0y9" fmla="*/ 15 h 180"/>
                <a:gd name="p0x10" fmla="*/ 80 w 4857"/>
                <a:gd name="p0y10" fmla="*/ 15 h 180"/>
                <a:gd name="p0x11" fmla="*/ 0 w 4857"/>
                <a:gd name="p0y11" fmla="*/ 88 h 180"/>
                <a:gd name="p0x12" fmla="*/ 0 w 4857"/>
                <a:gd name="p0y12" fmla="*/ 180 h 180"/>
                <a:gd name="p0x13" fmla="*/ 0 w 4857"/>
                <a:gd name="p0y13" fmla="*/ 80 h 180"/>
                <a:gd name="p0x14" fmla="*/ 80 w 4857"/>
                <a:gd name="p0y14" fmla="*/ 0 h 180"/>
                <a:gd name="p0x15" fmla="*/ 180 w 4857"/>
                <a:gd name="p0y15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cubicBezTo>
                    <a:pt x="p0x13" y="p0y13"/>
                    <a:pt x="p0x14" y="p0y14"/>
                    <a:pt x="p0x15" y="p0y15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>
              <p:custDataLst>
                <p:tags r:id="rId20"/>
              </p:custDataLst>
            </p:nvPr>
          </p:nvSpPr>
          <p:spPr>
            <a:xfrm>
              <a:off x="6061" y="6532"/>
              <a:ext cx="64" cy="1455"/>
            </a:xfrm>
            <a:custGeom>
              <a:avLst/>
              <a:gdLst>
                <a:gd name="sw" fmla="*/ 1 w 63"/>
                <a:gd name="sh" fmla="*/ 1 h 1454"/>
                <a:gd name="mins" fmla="min sw sh"/>
                <a:gd name="dsw" fmla="+- 0 sw mins"/>
                <a:gd name="dsh" fmla="+- 0 sh mins"/>
                <a:gd name="p0x0" fmla="*/ 63 w 63"/>
                <a:gd name="p0y0" fmla="*/ 127 h 1454"/>
                <a:gd name="p0x1" fmla="*/ 63 w 63"/>
                <a:gd name="p0y1" fmla="*/ 1327 h 1454"/>
                <a:gd name="p0x2" fmla="*/ 63 w 63"/>
                <a:gd name="p0y2" fmla="*/ 1376 h 1454"/>
                <a:gd name="p0x3" fmla="*/ 43 w 63"/>
                <a:gd name="p0y3" fmla="*/ 1421 h 1454"/>
                <a:gd name="p0x4" fmla="*/ 10 w 63"/>
                <a:gd name="p0y4" fmla="*/ 1454 h 1454"/>
                <a:gd name="p0x5" fmla="*/ 0 w 63"/>
                <a:gd name="p0y5" fmla="*/ 1443 h 1454"/>
                <a:gd name="p0x6" fmla="*/ 29 w 63"/>
                <a:gd name="p0y6" fmla="*/ 1414 h 1454"/>
                <a:gd name="p0x7" fmla="*/ 48 w 63"/>
                <a:gd name="p0y7" fmla="*/ 1372 h 1454"/>
                <a:gd name="p0x8" fmla="*/ 48 w 63"/>
                <a:gd name="p0y8" fmla="*/ 1327 h 1454"/>
                <a:gd name="p0x9" fmla="*/ 48 w 63"/>
                <a:gd name="p0y9" fmla="*/ 127 h 1454"/>
                <a:gd name="p0x10" fmla="*/ 48 w 63"/>
                <a:gd name="p0y10" fmla="*/ 81 h 1454"/>
                <a:gd name="p0x11" fmla="*/ 29 w 63"/>
                <a:gd name="p0y11" fmla="*/ 40 h 1454"/>
                <a:gd name="p0x12" fmla="*/ 0 w 63"/>
                <a:gd name="p0y12" fmla="*/ 10 h 1454"/>
                <a:gd name="p0x13" fmla="*/ 10 w 63"/>
                <a:gd name="p0y13" fmla="*/ 0 h 1454"/>
                <a:gd name="p0x14" fmla="*/ 43 w 63"/>
                <a:gd name="p0y14" fmla="*/ 32 h 1454"/>
                <a:gd name="p0x15" fmla="*/ 63 w 63"/>
                <a:gd name="p0y15" fmla="*/ 77 h 1454"/>
                <a:gd name="p0x16" fmla="*/ 63 w 63"/>
                <a:gd name="p0y16" fmla="*/ 127 h 145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21"/>
              </p:custDataLst>
            </p:nvPr>
          </p:nvSpPr>
          <p:spPr>
            <a:xfrm>
              <a:off x="1215" y="7860"/>
              <a:ext cx="4857" cy="180"/>
            </a:xfrm>
            <a:custGeom>
              <a:avLst/>
              <a:gdLst>
                <a:gd name="sw" fmla="*/ 1 w 4857"/>
                <a:gd name="sh" fmla="*/ 1 h 180"/>
                <a:gd name="mins" fmla="min sw sh"/>
                <a:gd name="dsw" fmla="+- 0 sw mins"/>
                <a:gd name="dsh" fmla="+- 0 sh mins"/>
                <a:gd name="p0x0" fmla="*/ 4730 w 4857"/>
                <a:gd name="p0y0" fmla="*/ 180 h 180"/>
                <a:gd name="p0x1" fmla="*/ 180 w 4857"/>
                <a:gd name="p0y1" fmla="*/ 180 h 180"/>
                <a:gd name="p0x2" fmla="*/ 80 w 4857"/>
                <a:gd name="p0y2" fmla="*/ 180 h 180"/>
                <a:gd name="p0x3" fmla="*/ 0 w 4857"/>
                <a:gd name="p0y3" fmla="*/ 99 h 180"/>
                <a:gd name="p0x4" fmla="*/ 0 w 4857"/>
                <a:gd name="p0y4" fmla="*/ 0 h 180"/>
                <a:gd name="p0x5" fmla="*/ 0 w 4857"/>
                <a:gd name="p0y5" fmla="*/ 91 h 180"/>
                <a:gd name="p0x6" fmla="*/ 80 w 4857"/>
                <a:gd name="p0y6" fmla="*/ 165 h 180"/>
                <a:gd name="p0x7" fmla="*/ 180 w 4857"/>
                <a:gd name="p0y7" fmla="*/ 165 h 180"/>
                <a:gd name="p0x8" fmla="*/ 4730 w 4857"/>
                <a:gd name="p0y8" fmla="*/ 165 h 180"/>
                <a:gd name="p0x9" fmla="*/ 4775 w 4857"/>
                <a:gd name="p0y9" fmla="*/ 165 h 180"/>
                <a:gd name="p0x10" fmla="*/ 4816 w 4857"/>
                <a:gd name="p0y10" fmla="*/ 146 h 180"/>
                <a:gd name="p0x11" fmla="*/ 4846 w 4857"/>
                <a:gd name="p0y11" fmla="*/ 116 h 180"/>
                <a:gd name="p0x12" fmla="*/ 4857 w 4857"/>
                <a:gd name="p0y12" fmla="*/ 127 h 180"/>
                <a:gd name="p0x13" fmla="*/ 4824 w 4857"/>
                <a:gd name="p0y13" fmla="*/ 159 h 180"/>
                <a:gd name="p0x14" fmla="*/ 4779 w 4857"/>
                <a:gd name="p0y14" fmla="*/ 180 h 180"/>
                <a:gd name="p0x15" fmla="*/ 4730 w 4857"/>
                <a:gd name="p0y15" fmla="*/ 18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lnTo>
                    <a:pt x="p0x12" y="p0y12"/>
                  </a:lnTo>
                  <a:cubicBezTo>
                    <a:pt x="p0x13" y="p0y13"/>
                    <a:pt x="p0x14" y="p0y14"/>
                    <a:pt x="p0x15" y="p0y15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885825" y="4147185"/>
            <a:ext cx="287975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精细化流程优化与资源合理配置</a:t>
            </a:r>
            <a:endParaRPr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3"/>
            </p:custDataLst>
          </p:nvPr>
        </p:nvSpPr>
        <p:spPr>
          <a:xfrm>
            <a:off x="885825" y="4738688"/>
            <a:ext cx="1982762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666666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累计节约</a:t>
            </a:r>
            <a:r>
              <a:rPr lang="en-US" altLang="zh-CN" sz="1500">
                <a:solidFill>
                  <a:srgbClr val="666666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</a:t>
            </a:r>
            <a:r>
              <a:rPr lang="en-US" altLang="zh-CN"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54.65 </a:t>
            </a:r>
            <a:r>
              <a:rPr lang="zh-CN" altLang="en-US"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万元</a:t>
            </a:r>
            <a:endParaRPr lang="zh-CN" altLang="en-US" sz="15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771525" y="5905500"/>
            <a:ext cx="3117850" cy="370840"/>
            <a:chOff x="1215" y="9300"/>
            <a:chExt cx="4910" cy="584"/>
          </a:xfrm>
        </p:grpSpPr>
        <p:sp>
          <p:nvSpPr>
            <p:cNvPr id="27" name="任意多边形 26"/>
            <p:cNvSpPr/>
            <p:nvPr>
              <p:custDataLst>
                <p:tags r:id="rId24"/>
              </p:custDataLst>
            </p:nvPr>
          </p:nvSpPr>
          <p:spPr>
            <a:xfrm>
              <a:off x="1215" y="9300"/>
              <a:ext cx="4910" cy="585"/>
            </a:xfrm>
            <a:custGeom>
              <a:avLst/>
              <a:gdLst>
                <a:gd name="sw" fmla="*/ 1 w 4910"/>
                <a:gd name="sh" fmla="*/ 1 h 585"/>
                <a:gd name="mins" fmla="min sw sh"/>
                <a:gd name="dsw" fmla="+- 0 sw mins"/>
                <a:gd name="dsh" fmla="+- 0 sh mins"/>
                <a:gd name="p0x0" fmla="*/ 0 w 4910"/>
                <a:gd name="p0y0" fmla="*/ 0 h 585"/>
                <a:gd name="p0x1" fmla="*/ 4910 w 4910"/>
                <a:gd name="p0y1" fmla="*/ 0 h 585"/>
                <a:gd name="p0x2" fmla="*/ 4910 w 4910"/>
                <a:gd name="p0y2" fmla="*/ 585 h 585"/>
                <a:gd name="p0x3" fmla="*/ 0 w 4910"/>
                <a:gd name="p0y3" fmla="*/ 585 h 585"/>
                <a:gd name="p0x4" fmla="*/ 0 w 4910"/>
                <a:gd name="p0y4" fmla="*/ 0 h 58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25"/>
              </p:custDataLst>
            </p:nvPr>
          </p:nvSpPr>
          <p:spPr>
            <a:xfrm>
              <a:off x="1215" y="9300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0 w 4910"/>
                <a:gd name="p0y0" fmla="*/ 0 h 15"/>
                <a:gd name="p0x1" fmla="*/ 4910 w 4910"/>
                <a:gd name="p0y1" fmla="*/ 0 h 15"/>
                <a:gd name="p0x2" fmla="*/ 4910 w 4910"/>
                <a:gd name="p0y2" fmla="*/ 15 h 15"/>
                <a:gd name="p0x3" fmla="*/ 0 w 4910"/>
                <a:gd name="p0y3" fmla="*/ 15 h 15"/>
                <a:gd name="p0x4" fmla="*/ 0 w 49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0F172A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0" name="任意多边形 29"/>
          <p:cNvSpPr/>
          <p:nvPr>
            <p:custDataLst>
              <p:tags r:id="rId26"/>
            </p:custDataLst>
          </p:nvPr>
        </p:nvSpPr>
        <p:spPr>
          <a:xfrm>
            <a:off x="1849755" y="6033770"/>
            <a:ext cx="960755" cy="238125"/>
          </a:xfrm>
          <a:custGeom>
            <a:avLst/>
            <a:gdLst>
              <a:gd name="sw" fmla="*/ 1 w 1512"/>
              <a:gd name="sh" fmla="*/ 1 h 375"/>
              <a:gd name="mins" fmla="min sw sh"/>
              <a:gd name="dsw" fmla="+- 0 sw mins"/>
              <a:gd name="dsh" fmla="+- 0 sh mins"/>
              <a:gd name="p0x0" fmla="*/ 187 w 1512"/>
              <a:gd name="p0y0" fmla="*/ 0 h 375"/>
              <a:gd name="p0x1" fmla="*/ 1325 w 1512"/>
              <a:gd name="p0y1" fmla="*/ 0 h 375"/>
              <a:gd name="p0x2" fmla="*/ 1428 w 1512"/>
              <a:gd name="p0y2" fmla="*/ 0 h 375"/>
              <a:gd name="p0x3" fmla="*/ 1512 w 1512"/>
              <a:gd name="p0y3" fmla="*/ 83 h 375"/>
              <a:gd name="p0x4" fmla="*/ 1512 w 1512"/>
              <a:gd name="p0y4" fmla="*/ 187 h 375"/>
              <a:gd name="p0x5" fmla="*/ 1512 w 1512"/>
              <a:gd name="p0y5" fmla="*/ 291 h 375"/>
              <a:gd name="p0x6" fmla="*/ 1428 w 1512"/>
              <a:gd name="p0y6" fmla="*/ 375 h 375"/>
              <a:gd name="p0x7" fmla="*/ 1325 w 1512"/>
              <a:gd name="p0y7" fmla="*/ 375 h 375"/>
              <a:gd name="p0x8" fmla="*/ 187 w 1512"/>
              <a:gd name="p0y8" fmla="*/ 375 h 375"/>
              <a:gd name="p0x9" fmla="*/ 83 w 1512"/>
              <a:gd name="p0y9" fmla="*/ 375 h 375"/>
              <a:gd name="p0x10" fmla="*/ 0 w 1512"/>
              <a:gd name="p0y10" fmla="*/ 291 h 375"/>
              <a:gd name="p0x11" fmla="*/ 0 w 1512"/>
              <a:gd name="p0y11" fmla="*/ 187 h 375"/>
              <a:gd name="p0x12" fmla="*/ 0 w 1512"/>
              <a:gd name="p0y12" fmla="*/ 83 h 375"/>
              <a:gd name="p0x13" fmla="*/ 83 w 1512"/>
              <a:gd name="p0y13" fmla="*/ 0 h 375"/>
              <a:gd name="p0x14" fmla="*/ 187 w 1512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6A23C"/>
          </a:solidFill>
          <a:ln w="9525" cmpd="sng">
            <a:solidFill>
              <a:srgbClr val="E6A23C">
                <a:alpha val="1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7"/>
            </p:custDataLst>
          </p:nvPr>
        </p:nvSpPr>
        <p:spPr>
          <a:xfrm>
            <a:off x="2007318" y="6068378"/>
            <a:ext cx="798614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 b="1" spc="72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</a:rPr>
              <a:t>成本控制</a:t>
            </a:r>
            <a:endParaRPr sz="1200" b="1" spc="72">
              <a:solidFill>
                <a:srgbClr val="FFFFF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28"/>
            </p:custDataLst>
          </p:nvPr>
        </p:nvSpPr>
        <p:spPr>
          <a:xfrm>
            <a:off x="434149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0E0E0"/>
            </a:solidFill>
            <a:prstDash val="solid"/>
          </a:ln>
          <a:effectLst>
            <a:outerShdw blurRad="28575" dist="952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2" name="组合 91"/>
          <p:cNvGrpSpPr/>
          <p:nvPr/>
        </p:nvGrpSpPr>
        <p:grpSpPr>
          <a:xfrm>
            <a:off x="4537075" y="1304925"/>
            <a:ext cx="3117850" cy="466090"/>
            <a:chOff x="7145" y="2055"/>
            <a:chExt cx="4910" cy="734"/>
          </a:xfrm>
        </p:grpSpPr>
        <p:sp>
          <p:nvSpPr>
            <p:cNvPr id="33" name="任意多边形 32"/>
            <p:cNvSpPr/>
            <p:nvPr>
              <p:custDataLst>
                <p:tags r:id="rId29"/>
              </p:custDataLst>
            </p:nvPr>
          </p:nvSpPr>
          <p:spPr>
            <a:xfrm>
              <a:off x="7145" y="2055"/>
              <a:ext cx="4910" cy="735"/>
            </a:xfrm>
            <a:custGeom>
              <a:avLst/>
              <a:gdLst>
                <a:gd name="sw" fmla="*/ 1 w 4910"/>
                <a:gd name="sh" fmla="*/ 1 h 735"/>
                <a:gd name="mins" fmla="min sw sh"/>
                <a:gd name="dsw" fmla="+- 0 sw mins"/>
                <a:gd name="dsh" fmla="+- 0 sh mins"/>
                <a:gd name="p0x0" fmla="*/ 0 w 4910"/>
                <a:gd name="p0y0" fmla="*/ 0 h 735"/>
                <a:gd name="p0x1" fmla="*/ 4910 w 4910"/>
                <a:gd name="p0y1" fmla="*/ 0 h 735"/>
                <a:gd name="p0x2" fmla="*/ 4910 w 4910"/>
                <a:gd name="p0y2" fmla="*/ 735 h 735"/>
                <a:gd name="p0x3" fmla="*/ 0 w 4910"/>
                <a:gd name="p0y3" fmla="*/ 735 h 735"/>
                <a:gd name="p0x4" fmla="*/ 0 w 49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>
              <p:custDataLst>
                <p:tags r:id="rId30"/>
              </p:custDataLst>
            </p:nvPr>
          </p:nvSpPr>
          <p:spPr>
            <a:xfrm>
              <a:off x="7145" y="2775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4910 w 4910"/>
                <a:gd name="p0y0" fmla="*/ 15 h 15"/>
                <a:gd name="p0x1" fmla="*/ 0 w 4910"/>
                <a:gd name="p0y1" fmla="*/ 15 h 15"/>
                <a:gd name="p0x2" fmla="*/ 0 w 4910"/>
                <a:gd name="p0y2" fmla="*/ 0 h 15"/>
                <a:gd name="p0x3" fmla="*/ 4910 w 4910"/>
                <a:gd name="p0y3" fmla="*/ 0 h 15"/>
                <a:gd name="p0x4" fmla="*/ 4910 w 49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0F172A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6" name="任意多边形 35"/>
          <p:cNvSpPr/>
          <p:nvPr>
            <p:custDataLst>
              <p:tags r:id="rId31"/>
            </p:custDataLst>
          </p:nvPr>
        </p:nvSpPr>
        <p:spPr>
          <a:xfrm>
            <a:off x="4541520" y="13093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80 w 525"/>
              <a:gd name="p0y0" fmla="*/ 0 h 525"/>
              <a:gd name="p0x1" fmla="*/ 345 w 525"/>
              <a:gd name="p0y1" fmla="*/ 0 h 525"/>
              <a:gd name="p0x2" fmla="*/ 444 w 525"/>
              <a:gd name="p0y2" fmla="*/ 0 h 525"/>
              <a:gd name="p0x3" fmla="*/ 525 w 525"/>
              <a:gd name="p0y3" fmla="*/ 80 h 525"/>
              <a:gd name="p0x4" fmla="*/ 525 w 525"/>
              <a:gd name="p0y4" fmla="*/ 180 h 525"/>
              <a:gd name="p0x5" fmla="*/ 525 w 525"/>
              <a:gd name="p0y5" fmla="*/ 345 h 525"/>
              <a:gd name="p0x6" fmla="*/ 525 w 525"/>
              <a:gd name="p0y6" fmla="*/ 444 h 525"/>
              <a:gd name="p0x7" fmla="*/ 444 w 525"/>
              <a:gd name="p0y7" fmla="*/ 525 h 525"/>
              <a:gd name="p0x8" fmla="*/ 345 w 525"/>
              <a:gd name="p0y8" fmla="*/ 525 h 525"/>
              <a:gd name="p0x9" fmla="*/ 180 w 525"/>
              <a:gd name="p0y9" fmla="*/ 525 h 525"/>
              <a:gd name="p0x10" fmla="*/ 80 w 525"/>
              <a:gd name="p0y10" fmla="*/ 525 h 525"/>
              <a:gd name="p0x11" fmla="*/ 0 w 525"/>
              <a:gd name="p0y11" fmla="*/ 444 h 525"/>
              <a:gd name="p0x12" fmla="*/ 0 w 525"/>
              <a:gd name="p0y12" fmla="*/ 345 h 525"/>
              <a:gd name="p0x13" fmla="*/ 0 w 525"/>
              <a:gd name="p0y13" fmla="*/ 180 h 525"/>
              <a:gd name="p0x14" fmla="*/ 0 w 525"/>
              <a:gd name="p0y14" fmla="*/ 80 h 525"/>
              <a:gd name="p0x15" fmla="*/ 80 w 525"/>
              <a:gd name="p0y15" fmla="*/ 0 h 525"/>
              <a:gd name="p0x16" fmla="*/ 18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6A23C">
              <a:alpha val="10196"/>
            </a:srgbClr>
          </a:solidFill>
          <a:ln w="9525" cmpd="sng">
            <a:solidFill>
              <a:srgbClr val="E6A23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949" t="-9298" r="-2949" b="-9298"/>
          <a:stretch>
            <a:fillRect/>
          </a:stretch>
        </p:blipFill>
        <p:spPr>
          <a:xfrm>
            <a:off x="4577080" y="1366520"/>
            <a:ext cx="262255" cy="21463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35"/>
            </p:custDataLst>
          </p:nvPr>
        </p:nvSpPr>
        <p:spPr>
          <a:xfrm>
            <a:off x="4994301" y="1293495"/>
            <a:ext cx="26606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激发潜能促效益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4537075" y="2705100"/>
            <a:ext cx="3117850" cy="704850"/>
            <a:chOff x="7145" y="4260"/>
            <a:chExt cx="4910" cy="1110"/>
          </a:xfrm>
        </p:grpSpPr>
        <p:sp>
          <p:nvSpPr>
            <p:cNvPr id="40" name="任意多边形 39"/>
            <p:cNvSpPr/>
            <p:nvPr>
              <p:custDataLst>
                <p:tags r:id="rId36"/>
              </p:custDataLst>
            </p:nvPr>
          </p:nvSpPr>
          <p:spPr>
            <a:xfrm>
              <a:off x="7145" y="4260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180 w 4910"/>
                <a:gd name="p0y0" fmla="*/ 0 h 1110"/>
                <a:gd name="p0x1" fmla="*/ 4730 w 4910"/>
                <a:gd name="p0y1" fmla="*/ 0 h 1110"/>
                <a:gd name="p0x2" fmla="*/ 4829 w 4910"/>
                <a:gd name="p0y2" fmla="*/ 0 h 1110"/>
                <a:gd name="p0x3" fmla="*/ 4910 w 4910"/>
                <a:gd name="p0y3" fmla="*/ 80 h 1110"/>
                <a:gd name="p0x4" fmla="*/ 4910 w 4910"/>
                <a:gd name="p0y4" fmla="*/ 180 h 1110"/>
                <a:gd name="p0x5" fmla="*/ 4910 w 4910"/>
                <a:gd name="p0y5" fmla="*/ 930 h 1110"/>
                <a:gd name="p0x6" fmla="*/ 4910 w 4910"/>
                <a:gd name="p0y6" fmla="*/ 1029 h 1110"/>
                <a:gd name="p0x7" fmla="*/ 4829 w 4910"/>
                <a:gd name="p0y7" fmla="*/ 1110 h 1110"/>
                <a:gd name="p0x8" fmla="*/ 4730 w 4910"/>
                <a:gd name="p0y8" fmla="*/ 1110 h 1110"/>
                <a:gd name="p0x9" fmla="*/ 180 w 4910"/>
                <a:gd name="p0y9" fmla="*/ 1110 h 1110"/>
                <a:gd name="p0x10" fmla="*/ 80 w 4910"/>
                <a:gd name="p0y10" fmla="*/ 1110 h 1110"/>
                <a:gd name="p0x11" fmla="*/ 0 w 4910"/>
                <a:gd name="p0y11" fmla="*/ 1029 h 1110"/>
                <a:gd name="p0x12" fmla="*/ 0 w 4910"/>
                <a:gd name="p0y12" fmla="*/ 930 h 1110"/>
                <a:gd name="p0x13" fmla="*/ 0 w 4910"/>
                <a:gd name="p0y13" fmla="*/ 180 h 1110"/>
                <a:gd name="p0x14" fmla="*/ 0 w 4910"/>
                <a:gd name="p0y14" fmla="*/ 80 h 1110"/>
                <a:gd name="p0x15" fmla="*/ 80 w 4910"/>
                <a:gd name="p0y15" fmla="*/ 0 h 1110"/>
                <a:gd name="p0x16" fmla="*/ 18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任意多边形 40"/>
            <p:cNvSpPr/>
            <p:nvPr>
              <p:custDataLst>
                <p:tags r:id="rId37"/>
              </p:custDataLst>
            </p:nvPr>
          </p:nvSpPr>
          <p:spPr>
            <a:xfrm>
              <a:off x="7256" y="4260"/>
              <a:ext cx="4746" cy="63"/>
            </a:xfrm>
            <a:custGeom>
              <a:avLst/>
              <a:gdLst>
                <a:gd name="sw" fmla="*/ 1 w 4746"/>
                <a:gd name="sh" fmla="*/ 1 h 63"/>
                <a:gd name="mins" fmla="min sw sh"/>
                <a:gd name="dsw" fmla="+- 0 sw mins"/>
                <a:gd name="dsh" fmla="+- 0 sh mins"/>
                <a:gd name="p0x0" fmla="*/ 68 w 4746"/>
                <a:gd name="p0y0" fmla="*/ 0 h 63"/>
                <a:gd name="p0x1" fmla="*/ 4618 w 4746"/>
                <a:gd name="p0y1" fmla="*/ 0 h 63"/>
                <a:gd name="p0x2" fmla="*/ 4668 w 4746"/>
                <a:gd name="p0y2" fmla="*/ 0 h 63"/>
                <a:gd name="p0x3" fmla="*/ 4713 w 4746"/>
                <a:gd name="p0y3" fmla="*/ 20 h 63"/>
                <a:gd name="p0x4" fmla="*/ 4746 w 4746"/>
                <a:gd name="p0y4" fmla="*/ 52 h 63"/>
                <a:gd name="p0x5" fmla="*/ 4735 w 4746"/>
                <a:gd name="p0y5" fmla="*/ 63 h 63"/>
                <a:gd name="p0x6" fmla="*/ 4705 w 4746"/>
                <a:gd name="p0y6" fmla="*/ 33 h 63"/>
                <a:gd name="p0x7" fmla="*/ 4664 w 4746"/>
                <a:gd name="p0y7" fmla="*/ 15 h 63"/>
                <a:gd name="p0x8" fmla="*/ 4618 w 4746"/>
                <a:gd name="p0y8" fmla="*/ 15 h 63"/>
                <a:gd name="p0x9" fmla="*/ 68 w 4746"/>
                <a:gd name="p0y9" fmla="*/ 15 h 63"/>
                <a:gd name="p0x10" fmla="*/ 50 w 4746"/>
                <a:gd name="p0y10" fmla="*/ 15 h 63"/>
                <a:gd name="p0x11" fmla="*/ 33 w 4746"/>
                <a:gd name="p0y11" fmla="*/ 19 h 63"/>
                <a:gd name="p0x12" fmla="*/ 17 w 4746"/>
                <a:gd name="p0y12" fmla="*/ 27 h 63"/>
                <a:gd name="p0x13" fmla="*/ 0 w 4746"/>
                <a:gd name="p0y13" fmla="*/ 13 h 63"/>
                <a:gd name="p0x14" fmla="*/ 0 w 4746"/>
                <a:gd name="p0y14" fmla="*/ 13 h 63"/>
                <a:gd name="p0x15" fmla="*/ 21 w 4746"/>
                <a:gd name="p0y15" fmla="*/ 4 h 63"/>
                <a:gd name="p0x16" fmla="*/ 44 w 4746"/>
                <a:gd name="p0y16" fmla="*/ 0 h 63"/>
                <a:gd name="p0x17" fmla="*/ 68 w 4746"/>
                <a:gd name="p0y17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>
              <p:custDataLst>
                <p:tags r:id="rId38"/>
              </p:custDataLst>
            </p:nvPr>
          </p:nvSpPr>
          <p:spPr>
            <a:xfrm>
              <a:off x="11991" y="4312"/>
              <a:ext cx="64" cy="1005"/>
            </a:xfrm>
            <a:custGeom>
              <a:avLst/>
              <a:gdLst>
                <a:gd name="sw" fmla="*/ 1 w 63"/>
                <a:gd name="sh" fmla="*/ 1 h 1004"/>
                <a:gd name="mins" fmla="min sw sh"/>
                <a:gd name="dsw" fmla="+- 0 sw mins"/>
                <a:gd name="dsh" fmla="+- 0 sh mins"/>
                <a:gd name="p0x0" fmla="*/ 63 w 63"/>
                <a:gd name="p0y0" fmla="*/ 127 h 1004"/>
                <a:gd name="p0x1" fmla="*/ 63 w 63"/>
                <a:gd name="p0y1" fmla="*/ 877 h 1004"/>
                <a:gd name="p0x2" fmla="*/ 63 w 63"/>
                <a:gd name="p0y2" fmla="*/ 926 h 1004"/>
                <a:gd name="p0x3" fmla="*/ 43 w 63"/>
                <a:gd name="p0y3" fmla="*/ 971 h 1004"/>
                <a:gd name="p0x4" fmla="*/ 10 w 63"/>
                <a:gd name="p0y4" fmla="*/ 1004 h 1004"/>
                <a:gd name="p0x5" fmla="*/ 0 w 63"/>
                <a:gd name="p0y5" fmla="*/ 993 h 1004"/>
                <a:gd name="p0x6" fmla="*/ 29 w 63"/>
                <a:gd name="p0y6" fmla="*/ 964 h 1004"/>
                <a:gd name="p0x7" fmla="*/ 48 w 63"/>
                <a:gd name="p0y7" fmla="*/ 922 h 1004"/>
                <a:gd name="p0x8" fmla="*/ 48 w 63"/>
                <a:gd name="p0y8" fmla="*/ 877 h 1004"/>
                <a:gd name="p0x9" fmla="*/ 48 w 63"/>
                <a:gd name="p0y9" fmla="*/ 127 h 1004"/>
                <a:gd name="p0x10" fmla="*/ 48 w 63"/>
                <a:gd name="p0y10" fmla="*/ 81 h 1004"/>
                <a:gd name="p0x11" fmla="*/ 29 w 63"/>
                <a:gd name="p0y11" fmla="*/ 40 h 1004"/>
                <a:gd name="p0x12" fmla="*/ 0 w 63"/>
                <a:gd name="p0y12" fmla="*/ 10 h 1004"/>
                <a:gd name="p0x13" fmla="*/ 10 w 63"/>
                <a:gd name="p0y13" fmla="*/ 0 h 1004"/>
                <a:gd name="p0x14" fmla="*/ 43 w 63"/>
                <a:gd name="p0y14" fmla="*/ 32 h 1004"/>
                <a:gd name="p0x15" fmla="*/ 63 w 63"/>
                <a:gd name="p0y15" fmla="*/ 77 h 1004"/>
                <a:gd name="p0x16" fmla="*/ 63 w 63"/>
                <a:gd name="p0y16" fmla="*/ 127 h 100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任意多边形 42"/>
            <p:cNvSpPr/>
            <p:nvPr>
              <p:custDataLst>
                <p:tags r:id="rId39"/>
              </p:custDataLst>
            </p:nvPr>
          </p:nvSpPr>
          <p:spPr>
            <a:xfrm>
              <a:off x="7256" y="5306"/>
              <a:ext cx="4746" cy="64"/>
            </a:xfrm>
            <a:custGeom>
              <a:avLst/>
              <a:gdLst>
                <a:gd name="sw" fmla="*/ 1 w 4746"/>
                <a:gd name="sh" fmla="*/ 1 h 63"/>
                <a:gd name="mins" fmla="min sw sh"/>
                <a:gd name="dsw" fmla="+- 0 sw mins"/>
                <a:gd name="dsh" fmla="+- 0 sh mins"/>
                <a:gd name="p0x0" fmla="*/ 4618 w 4746"/>
                <a:gd name="p0y0" fmla="*/ 63 h 63"/>
                <a:gd name="p0x1" fmla="*/ 68 w 4746"/>
                <a:gd name="p0y1" fmla="*/ 63 h 63"/>
                <a:gd name="p0x2" fmla="*/ 44 w 4746"/>
                <a:gd name="p0y2" fmla="*/ 63 h 63"/>
                <a:gd name="p0x3" fmla="*/ 21 w 4746"/>
                <a:gd name="p0y3" fmla="*/ 58 h 63"/>
                <a:gd name="p0x4" fmla="*/ 0 w 4746"/>
                <a:gd name="p0y4" fmla="*/ 49 h 63"/>
                <a:gd name="p0x5" fmla="*/ 17 w 4746"/>
                <a:gd name="p0y5" fmla="*/ 35 h 63"/>
                <a:gd name="p0x6" fmla="*/ 17 w 4746"/>
                <a:gd name="p0y6" fmla="*/ 35 h 63"/>
                <a:gd name="p0x7" fmla="*/ 33 w 4746"/>
                <a:gd name="p0y7" fmla="*/ 43 h 63"/>
                <a:gd name="p0x8" fmla="*/ 50 w 4746"/>
                <a:gd name="p0y8" fmla="*/ 48 h 63"/>
                <a:gd name="p0x9" fmla="*/ 68 w 4746"/>
                <a:gd name="p0y9" fmla="*/ 48 h 63"/>
                <a:gd name="p0x10" fmla="*/ 4618 w 4746"/>
                <a:gd name="p0y10" fmla="*/ 48 h 63"/>
                <a:gd name="p0x11" fmla="*/ 4664 w 4746"/>
                <a:gd name="p0y11" fmla="*/ 48 h 63"/>
                <a:gd name="p0x12" fmla="*/ 4705 w 4746"/>
                <a:gd name="p0y12" fmla="*/ 29 h 63"/>
                <a:gd name="p0x13" fmla="*/ 4735 w 4746"/>
                <a:gd name="p0y13" fmla="*/ 0 h 63"/>
                <a:gd name="p0x14" fmla="*/ 4746 w 4746"/>
                <a:gd name="p0y14" fmla="*/ 10 h 63"/>
                <a:gd name="p0x15" fmla="*/ 4713 w 4746"/>
                <a:gd name="p0y15" fmla="*/ 43 h 63"/>
                <a:gd name="p0x16" fmla="*/ 4668 w 4746"/>
                <a:gd name="p0y16" fmla="*/ 63 h 63"/>
                <a:gd name="p0x17" fmla="*/ 4618 w 4746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任意多边形 43"/>
            <p:cNvSpPr/>
            <p:nvPr>
              <p:custDataLst>
                <p:tags r:id="rId40"/>
              </p:custDataLst>
            </p:nvPr>
          </p:nvSpPr>
          <p:spPr>
            <a:xfrm>
              <a:off x="7145" y="4273"/>
              <a:ext cx="128" cy="1083"/>
            </a:xfrm>
            <a:custGeom>
              <a:avLst/>
              <a:gdLst>
                <a:gd name="sw" fmla="*/ 1 w 128"/>
                <a:gd name="sh" fmla="*/ 1 h 1082"/>
                <a:gd name="mins" fmla="min sw sh"/>
                <a:gd name="dsw" fmla="+- 0 sw mins"/>
                <a:gd name="dsh" fmla="+- 0 sh mins"/>
                <a:gd name="p0x0" fmla="*/ 0 w 128"/>
                <a:gd name="p0y0" fmla="*/ 916 h 1082"/>
                <a:gd name="p0x1" fmla="*/ 0 w 128"/>
                <a:gd name="p0y1" fmla="*/ 166 h 1082"/>
                <a:gd name="p0x2" fmla="*/ 0 w 128"/>
                <a:gd name="p0y2" fmla="*/ 91 h 1082"/>
                <a:gd name="p0x3" fmla="*/ 45 w 128"/>
                <a:gd name="p0y3" fmla="*/ 27 h 1082"/>
                <a:gd name="p0x4" fmla="*/ 111 w 128"/>
                <a:gd name="p0y4" fmla="*/ 0 h 1082"/>
                <a:gd name="p0x5" fmla="*/ 128 w 128"/>
                <a:gd name="p0y5" fmla="*/ 13 h 1082"/>
                <a:gd name="p0x6" fmla="*/ 128 w 128"/>
                <a:gd name="p0y6" fmla="*/ 13 h 1082"/>
                <a:gd name="p0x7" fmla="*/ 79 w 128"/>
                <a:gd name="p0y7" fmla="*/ 38 h 1082"/>
                <a:gd name="p0x8" fmla="*/ 45 w 128"/>
                <a:gd name="p0y8" fmla="*/ 97 h 1082"/>
                <a:gd name="p0x9" fmla="*/ 45 w 128"/>
                <a:gd name="p0y9" fmla="*/ 166 h 1082"/>
                <a:gd name="p0x10" fmla="*/ 45 w 128"/>
                <a:gd name="p0y10" fmla="*/ 916 h 1082"/>
                <a:gd name="p0x11" fmla="*/ 45 w 128"/>
                <a:gd name="p0y11" fmla="*/ 985 h 1082"/>
                <a:gd name="p0x12" fmla="*/ 79 w 128"/>
                <a:gd name="p0y12" fmla="*/ 1043 h 1082"/>
                <a:gd name="p0x13" fmla="*/ 128 w 128"/>
                <a:gd name="p0y13" fmla="*/ 1068 h 1082"/>
                <a:gd name="p0x14" fmla="*/ 111 w 128"/>
                <a:gd name="p0y14" fmla="*/ 1082 h 1082"/>
                <a:gd name="p0x15" fmla="*/ 111 w 128"/>
                <a:gd name="p0y15" fmla="*/ 1082 h 1082"/>
                <a:gd name="p0x16" fmla="*/ 45 w 128"/>
                <a:gd name="p0y16" fmla="*/ 1055 h 1082"/>
                <a:gd name="p0x17" fmla="*/ 0 w 128"/>
                <a:gd name="p0y17" fmla="*/ 991 h 1082"/>
                <a:gd name="p0x18" fmla="*/ 0 w 128"/>
                <a:gd name="p0y18" fmla="*/ 916 h 108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6A23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6" name="文本框 45"/>
          <p:cNvSpPr txBox="1"/>
          <p:nvPr>
            <p:custDataLst>
              <p:tags r:id="rId41"/>
            </p:custDataLst>
          </p:nvPr>
        </p:nvSpPr>
        <p:spPr>
          <a:xfrm>
            <a:off x="4679976" y="2737485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鼓励员工提出改善建议</a:t>
            </a:r>
            <a:endParaRPr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2"/>
            </p:custDataLst>
          </p:nvPr>
        </p:nvSpPr>
        <p:spPr>
          <a:xfrm>
            <a:off x="4679976" y="3043238"/>
            <a:ext cx="2857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66666"/>
                </a:solidFill>
                <a:latin typeface="MiSans Normal" panose="00000500000000000000" charset="-122"/>
                <a:ea typeface="MiSans Normal" panose="00000500000000000000" charset="-122"/>
              </a:rPr>
              <a:t>以</a:t>
            </a:r>
            <a:r>
              <a:rPr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减量提质</a:t>
            </a:r>
            <a:r>
              <a:rPr sz="1500">
                <a:solidFill>
                  <a:srgbClr val="666666"/>
                </a:solidFill>
                <a:latin typeface="MiSans Normal" panose="00000500000000000000" charset="-122"/>
                <a:ea typeface="MiSans Normal" panose="00000500000000000000" charset="-122"/>
              </a:rPr>
              <a:t>激发积极性与创造力</a:t>
            </a:r>
            <a:endParaRPr sz="1500">
              <a:solidFill>
                <a:srgbClr val="666666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4537075" y="4305300"/>
            <a:ext cx="3117850" cy="704850"/>
            <a:chOff x="7145" y="6780"/>
            <a:chExt cx="4910" cy="1110"/>
          </a:xfrm>
        </p:grpSpPr>
        <p:sp>
          <p:nvSpPr>
            <p:cNvPr id="48" name="任意多边形 47"/>
            <p:cNvSpPr/>
            <p:nvPr>
              <p:custDataLst>
                <p:tags r:id="rId43"/>
              </p:custDataLst>
            </p:nvPr>
          </p:nvSpPr>
          <p:spPr>
            <a:xfrm>
              <a:off x="7145" y="6780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180 w 4910"/>
                <a:gd name="p0y0" fmla="*/ 0 h 1110"/>
                <a:gd name="p0x1" fmla="*/ 4730 w 4910"/>
                <a:gd name="p0y1" fmla="*/ 0 h 1110"/>
                <a:gd name="p0x2" fmla="*/ 4829 w 4910"/>
                <a:gd name="p0y2" fmla="*/ 0 h 1110"/>
                <a:gd name="p0x3" fmla="*/ 4910 w 4910"/>
                <a:gd name="p0y3" fmla="*/ 80 h 1110"/>
                <a:gd name="p0x4" fmla="*/ 4910 w 4910"/>
                <a:gd name="p0y4" fmla="*/ 180 h 1110"/>
                <a:gd name="p0x5" fmla="*/ 4910 w 4910"/>
                <a:gd name="p0y5" fmla="*/ 930 h 1110"/>
                <a:gd name="p0x6" fmla="*/ 4910 w 4910"/>
                <a:gd name="p0y6" fmla="*/ 1029 h 1110"/>
                <a:gd name="p0x7" fmla="*/ 4829 w 4910"/>
                <a:gd name="p0y7" fmla="*/ 1110 h 1110"/>
                <a:gd name="p0x8" fmla="*/ 4730 w 4910"/>
                <a:gd name="p0y8" fmla="*/ 1110 h 1110"/>
                <a:gd name="p0x9" fmla="*/ 180 w 4910"/>
                <a:gd name="p0y9" fmla="*/ 1110 h 1110"/>
                <a:gd name="p0x10" fmla="*/ 80 w 4910"/>
                <a:gd name="p0y10" fmla="*/ 1110 h 1110"/>
                <a:gd name="p0x11" fmla="*/ 0 w 4910"/>
                <a:gd name="p0y11" fmla="*/ 1029 h 1110"/>
                <a:gd name="p0x12" fmla="*/ 0 w 4910"/>
                <a:gd name="p0y12" fmla="*/ 930 h 1110"/>
                <a:gd name="p0x13" fmla="*/ 0 w 4910"/>
                <a:gd name="p0y13" fmla="*/ 180 h 1110"/>
                <a:gd name="p0x14" fmla="*/ 0 w 4910"/>
                <a:gd name="p0y14" fmla="*/ 80 h 1110"/>
                <a:gd name="p0x15" fmla="*/ 80 w 4910"/>
                <a:gd name="p0y15" fmla="*/ 0 h 1110"/>
                <a:gd name="p0x16" fmla="*/ 18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>
              <p:custDataLst>
                <p:tags r:id="rId44"/>
              </p:custDataLst>
            </p:nvPr>
          </p:nvSpPr>
          <p:spPr>
            <a:xfrm>
              <a:off x="7145" y="6780"/>
              <a:ext cx="4857" cy="180"/>
            </a:xfrm>
            <a:custGeom>
              <a:avLst/>
              <a:gdLst>
                <a:gd name="sw" fmla="*/ 1 w 4857"/>
                <a:gd name="sh" fmla="*/ 1 h 180"/>
                <a:gd name="mins" fmla="min sw sh"/>
                <a:gd name="dsw" fmla="+- 0 sw mins"/>
                <a:gd name="dsh" fmla="+- 0 sh mins"/>
                <a:gd name="p0x0" fmla="*/ 180 w 4857"/>
                <a:gd name="p0y0" fmla="*/ 0 h 180"/>
                <a:gd name="p0x1" fmla="*/ 4730 w 4857"/>
                <a:gd name="p0y1" fmla="*/ 0 h 180"/>
                <a:gd name="p0x2" fmla="*/ 4779 w 4857"/>
                <a:gd name="p0y2" fmla="*/ 0 h 180"/>
                <a:gd name="p0x3" fmla="*/ 4824 w 4857"/>
                <a:gd name="p0y3" fmla="*/ 20 h 180"/>
                <a:gd name="p0x4" fmla="*/ 4857 w 4857"/>
                <a:gd name="p0y4" fmla="*/ 52 h 180"/>
                <a:gd name="p0x5" fmla="*/ 4846 w 4857"/>
                <a:gd name="p0y5" fmla="*/ 63 h 180"/>
                <a:gd name="p0x6" fmla="*/ 4816 w 4857"/>
                <a:gd name="p0y6" fmla="*/ 33 h 180"/>
                <a:gd name="p0x7" fmla="*/ 4775 w 4857"/>
                <a:gd name="p0y7" fmla="*/ 15 h 180"/>
                <a:gd name="p0x8" fmla="*/ 4730 w 4857"/>
                <a:gd name="p0y8" fmla="*/ 15 h 180"/>
                <a:gd name="p0x9" fmla="*/ 180 w 4857"/>
                <a:gd name="p0y9" fmla="*/ 15 h 180"/>
                <a:gd name="p0x10" fmla="*/ 80 w 4857"/>
                <a:gd name="p0y10" fmla="*/ 15 h 180"/>
                <a:gd name="p0x11" fmla="*/ 0 w 4857"/>
                <a:gd name="p0y11" fmla="*/ 88 h 180"/>
                <a:gd name="p0x12" fmla="*/ 0 w 4857"/>
                <a:gd name="p0y12" fmla="*/ 180 h 180"/>
                <a:gd name="p0x13" fmla="*/ 0 w 4857"/>
                <a:gd name="p0y13" fmla="*/ 80 h 180"/>
                <a:gd name="p0x14" fmla="*/ 80 w 4857"/>
                <a:gd name="p0y14" fmla="*/ 0 h 180"/>
                <a:gd name="p0x15" fmla="*/ 180 w 4857"/>
                <a:gd name="p0y15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cubicBezTo>
                    <a:pt x="p0x13" y="p0y13"/>
                    <a:pt x="p0x14" y="p0y14"/>
                    <a:pt x="p0x15" y="p0y15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>
              <p:custDataLst>
                <p:tags r:id="rId45"/>
              </p:custDataLst>
            </p:nvPr>
          </p:nvSpPr>
          <p:spPr>
            <a:xfrm>
              <a:off x="11991" y="6832"/>
              <a:ext cx="64" cy="1005"/>
            </a:xfrm>
            <a:custGeom>
              <a:avLst/>
              <a:gdLst>
                <a:gd name="sw" fmla="*/ 1 w 63"/>
                <a:gd name="sh" fmla="*/ 1 h 1004"/>
                <a:gd name="mins" fmla="min sw sh"/>
                <a:gd name="dsw" fmla="+- 0 sw mins"/>
                <a:gd name="dsh" fmla="+- 0 sh mins"/>
                <a:gd name="p0x0" fmla="*/ 63 w 63"/>
                <a:gd name="p0y0" fmla="*/ 127 h 1004"/>
                <a:gd name="p0x1" fmla="*/ 63 w 63"/>
                <a:gd name="p0y1" fmla="*/ 877 h 1004"/>
                <a:gd name="p0x2" fmla="*/ 63 w 63"/>
                <a:gd name="p0y2" fmla="*/ 926 h 1004"/>
                <a:gd name="p0x3" fmla="*/ 43 w 63"/>
                <a:gd name="p0y3" fmla="*/ 971 h 1004"/>
                <a:gd name="p0x4" fmla="*/ 10 w 63"/>
                <a:gd name="p0y4" fmla="*/ 1004 h 1004"/>
                <a:gd name="p0x5" fmla="*/ 0 w 63"/>
                <a:gd name="p0y5" fmla="*/ 993 h 1004"/>
                <a:gd name="p0x6" fmla="*/ 29 w 63"/>
                <a:gd name="p0y6" fmla="*/ 964 h 1004"/>
                <a:gd name="p0x7" fmla="*/ 48 w 63"/>
                <a:gd name="p0y7" fmla="*/ 922 h 1004"/>
                <a:gd name="p0x8" fmla="*/ 48 w 63"/>
                <a:gd name="p0y8" fmla="*/ 877 h 1004"/>
                <a:gd name="p0x9" fmla="*/ 48 w 63"/>
                <a:gd name="p0y9" fmla="*/ 127 h 1004"/>
                <a:gd name="p0x10" fmla="*/ 48 w 63"/>
                <a:gd name="p0y10" fmla="*/ 81 h 1004"/>
                <a:gd name="p0x11" fmla="*/ 29 w 63"/>
                <a:gd name="p0y11" fmla="*/ 40 h 1004"/>
                <a:gd name="p0x12" fmla="*/ 0 w 63"/>
                <a:gd name="p0y12" fmla="*/ 10 h 1004"/>
                <a:gd name="p0x13" fmla="*/ 10 w 63"/>
                <a:gd name="p0y13" fmla="*/ 0 h 1004"/>
                <a:gd name="p0x14" fmla="*/ 43 w 63"/>
                <a:gd name="p0y14" fmla="*/ 32 h 1004"/>
                <a:gd name="p0x15" fmla="*/ 63 w 63"/>
                <a:gd name="p0y15" fmla="*/ 77 h 1004"/>
                <a:gd name="p0x16" fmla="*/ 63 w 63"/>
                <a:gd name="p0y16" fmla="*/ 127 h 100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任意多边形 50"/>
            <p:cNvSpPr/>
            <p:nvPr>
              <p:custDataLst>
                <p:tags r:id="rId46"/>
              </p:custDataLst>
            </p:nvPr>
          </p:nvSpPr>
          <p:spPr>
            <a:xfrm>
              <a:off x="7145" y="7710"/>
              <a:ext cx="4857" cy="180"/>
            </a:xfrm>
            <a:custGeom>
              <a:avLst/>
              <a:gdLst>
                <a:gd name="sw" fmla="*/ 1 w 4857"/>
                <a:gd name="sh" fmla="*/ 1 h 180"/>
                <a:gd name="mins" fmla="min sw sh"/>
                <a:gd name="dsw" fmla="+- 0 sw mins"/>
                <a:gd name="dsh" fmla="+- 0 sh mins"/>
                <a:gd name="p0x0" fmla="*/ 4730 w 4857"/>
                <a:gd name="p0y0" fmla="*/ 180 h 180"/>
                <a:gd name="p0x1" fmla="*/ 180 w 4857"/>
                <a:gd name="p0y1" fmla="*/ 180 h 180"/>
                <a:gd name="p0x2" fmla="*/ 80 w 4857"/>
                <a:gd name="p0y2" fmla="*/ 180 h 180"/>
                <a:gd name="p0x3" fmla="*/ 0 w 4857"/>
                <a:gd name="p0y3" fmla="*/ 99 h 180"/>
                <a:gd name="p0x4" fmla="*/ 0 w 4857"/>
                <a:gd name="p0y4" fmla="*/ 0 h 180"/>
                <a:gd name="p0x5" fmla="*/ 0 w 4857"/>
                <a:gd name="p0y5" fmla="*/ 91 h 180"/>
                <a:gd name="p0x6" fmla="*/ 80 w 4857"/>
                <a:gd name="p0y6" fmla="*/ 165 h 180"/>
                <a:gd name="p0x7" fmla="*/ 180 w 4857"/>
                <a:gd name="p0y7" fmla="*/ 165 h 180"/>
                <a:gd name="p0x8" fmla="*/ 4730 w 4857"/>
                <a:gd name="p0y8" fmla="*/ 165 h 180"/>
                <a:gd name="p0x9" fmla="*/ 4775 w 4857"/>
                <a:gd name="p0y9" fmla="*/ 165 h 180"/>
                <a:gd name="p0x10" fmla="*/ 4816 w 4857"/>
                <a:gd name="p0y10" fmla="*/ 146 h 180"/>
                <a:gd name="p0x11" fmla="*/ 4846 w 4857"/>
                <a:gd name="p0y11" fmla="*/ 116 h 180"/>
                <a:gd name="p0x12" fmla="*/ 4857 w 4857"/>
                <a:gd name="p0y12" fmla="*/ 127 h 180"/>
                <a:gd name="p0x13" fmla="*/ 4824 w 4857"/>
                <a:gd name="p0y13" fmla="*/ 159 h 180"/>
                <a:gd name="p0x14" fmla="*/ 4779 w 4857"/>
                <a:gd name="p0y14" fmla="*/ 180 h 180"/>
                <a:gd name="p0x15" fmla="*/ 4730 w 4857"/>
                <a:gd name="p0y15" fmla="*/ 18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lnTo>
                    <a:pt x="p0x12" y="p0y12"/>
                  </a:lnTo>
                  <a:cubicBezTo>
                    <a:pt x="p0x13" y="p0y13"/>
                    <a:pt x="p0x14" y="p0y14"/>
                    <a:pt x="p0x15" y="p0y15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3" name="文本框 52"/>
          <p:cNvSpPr txBox="1"/>
          <p:nvPr>
            <p:custDataLst>
              <p:tags r:id="rId47"/>
            </p:custDataLst>
          </p:nvPr>
        </p:nvSpPr>
        <p:spPr>
          <a:xfrm>
            <a:off x="4651401" y="4337685"/>
            <a:ext cx="28797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带来</a:t>
            </a:r>
            <a:r>
              <a:rPr lang="en-US" altLang="zh-CN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52.12 </a:t>
            </a:r>
            <a:r>
              <a:rPr lang="zh-CN" altLang="en-US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万元额外效益</a:t>
            </a:r>
            <a:endParaRPr lang="zh-CN" altLang="en-US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48"/>
            </p:custDataLst>
          </p:nvPr>
        </p:nvSpPr>
        <p:spPr>
          <a:xfrm>
            <a:off x="4651401" y="4643438"/>
            <a:ext cx="28797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66666"/>
                </a:solidFill>
                <a:latin typeface="MiSans Normal" panose="00000500000000000000" charset="-122"/>
                <a:ea typeface="MiSans Normal" panose="00000500000000000000" charset="-122"/>
              </a:rPr>
              <a:t>突显员工</a:t>
            </a:r>
            <a:r>
              <a:rPr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作为核心力量</a:t>
            </a:r>
            <a:r>
              <a:rPr sz="1500">
                <a:solidFill>
                  <a:srgbClr val="666666"/>
                </a:solidFill>
                <a:latin typeface="MiSans Normal" panose="00000500000000000000" charset="-122"/>
                <a:ea typeface="MiSans Normal" panose="00000500000000000000" charset="-122"/>
              </a:rPr>
              <a:t>的重要性</a:t>
            </a:r>
            <a:endParaRPr sz="1500">
              <a:solidFill>
                <a:srgbClr val="666666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4537075" y="5905500"/>
            <a:ext cx="3117850" cy="370840"/>
            <a:chOff x="7145" y="9300"/>
            <a:chExt cx="4910" cy="584"/>
          </a:xfrm>
        </p:grpSpPr>
        <p:sp>
          <p:nvSpPr>
            <p:cNvPr id="55" name="任意多边形 54"/>
            <p:cNvSpPr/>
            <p:nvPr>
              <p:custDataLst>
                <p:tags r:id="rId49"/>
              </p:custDataLst>
            </p:nvPr>
          </p:nvSpPr>
          <p:spPr>
            <a:xfrm>
              <a:off x="7145" y="9300"/>
              <a:ext cx="4910" cy="585"/>
            </a:xfrm>
            <a:custGeom>
              <a:avLst/>
              <a:gdLst>
                <a:gd name="sw" fmla="*/ 1 w 4910"/>
                <a:gd name="sh" fmla="*/ 1 h 585"/>
                <a:gd name="mins" fmla="min sw sh"/>
                <a:gd name="dsw" fmla="+- 0 sw mins"/>
                <a:gd name="dsh" fmla="+- 0 sh mins"/>
                <a:gd name="p0x0" fmla="*/ 0 w 4910"/>
                <a:gd name="p0y0" fmla="*/ 0 h 585"/>
                <a:gd name="p0x1" fmla="*/ 4910 w 4910"/>
                <a:gd name="p0y1" fmla="*/ 0 h 585"/>
                <a:gd name="p0x2" fmla="*/ 4910 w 4910"/>
                <a:gd name="p0y2" fmla="*/ 585 h 585"/>
                <a:gd name="p0x3" fmla="*/ 0 w 4910"/>
                <a:gd name="p0y3" fmla="*/ 585 h 585"/>
                <a:gd name="p0x4" fmla="*/ 0 w 4910"/>
                <a:gd name="p0y4" fmla="*/ 0 h 58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>
              <p:custDataLst>
                <p:tags r:id="rId50"/>
              </p:custDataLst>
            </p:nvPr>
          </p:nvSpPr>
          <p:spPr>
            <a:xfrm>
              <a:off x="7145" y="9300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0 w 4910"/>
                <a:gd name="p0y0" fmla="*/ 0 h 15"/>
                <a:gd name="p0x1" fmla="*/ 4910 w 4910"/>
                <a:gd name="p0y1" fmla="*/ 0 h 15"/>
                <a:gd name="p0x2" fmla="*/ 4910 w 4910"/>
                <a:gd name="p0y2" fmla="*/ 15 h 15"/>
                <a:gd name="p0x3" fmla="*/ 0 w 4910"/>
                <a:gd name="p0y3" fmla="*/ 15 h 15"/>
                <a:gd name="p0x4" fmla="*/ 0 w 49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0F172A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8" name="任意多边形 57"/>
          <p:cNvSpPr/>
          <p:nvPr>
            <p:custDataLst>
              <p:tags r:id="rId51"/>
            </p:custDataLst>
          </p:nvPr>
        </p:nvSpPr>
        <p:spPr>
          <a:xfrm>
            <a:off x="5615305" y="6033770"/>
            <a:ext cx="960755" cy="238125"/>
          </a:xfrm>
          <a:custGeom>
            <a:avLst/>
            <a:gdLst>
              <a:gd name="sw" fmla="*/ 1 w 1512"/>
              <a:gd name="sh" fmla="*/ 1 h 375"/>
              <a:gd name="mins" fmla="min sw sh"/>
              <a:gd name="dsw" fmla="+- 0 sw mins"/>
              <a:gd name="dsh" fmla="+- 0 sh mins"/>
              <a:gd name="p0x0" fmla="*/ 187 w 1512"/>
              <a:gd name="p0y0" fmla="*/ 0 h 375"/>
              <a:gd name="p0x1" fmla="*/ 1325 w 1512"/>
              <a:gd name="p0y1" fmla="*/ 0 h 375"/>
              <a:gd name="p0x2" fmla="*/ 1428 w 1512"/>
              <a:gd name="p0y2" fmla="*/ 0 h 375"/>
              <a:gd name="p0x3" fmla="*/ 1512 w 1512"/>
              <a:gd name="p0y3" fmla="*/ 83 h 375"/>
              <a:gd name="p0x4" fmla="*/ 1512 w 1512"/>
              <a:gd name="p0y4" fmla="*/ 187 h 375"/>
              <a:gd name="p0x5" fmla="*/ 1512 w 1512"/>
              <a:gd name="p0y5" fmla="*/ 291 h 375"/>
              <a:gd name="p0x6" fmla="*/ 1428 w 1512"/>
              <a:gd name="p0y6" fmla="*/ 375 h 375"/>
              <a:gd name="p0x7" fmla="*/ 1325 w 1512"/>
              <a:gd name="p0y7" fmla="*/ 375 h 375"/>
              <a:gd name="p0x8" fmla="*/ 187 w 1512"/>
              <a:gd name="p0y8" fmla="*/ 375 h 375"/>
              <a:gd name="p0x9" fmla="*/ 83 w 1512"/>
              <a:gd name="p0y9" fmla="*/ 375 h 375"/>
              <a:gd name="p0x10" fmla="*/ 0 w 1512"/>
              <a:gd name="p0y10" fmla="*/ 291 h 375"/>
              <a:gd name="p0x11" fmla="*/ 0 w 1512"/>
              <a:gd name="p0y11" fmla="*/ 187 h 375"/>
              <a:gd name="p0x12" fmla="*/ 0 w 1512"/>
              <a:gd name="p0y12" fmla="*/ 83 h 375"/>
              <a:gd name="p0x13" fmla="*/ 83 w 1512"/>
              <a:gd name="p0y13" fmla="*/ 0 h 375"/>
              <a:gd name="p0x14" fmla="*/ 187 w 1512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6A23C"/>
          </a:solidFill>
          <a:ln w="9525" cmpd="sng">
            <a:solidFill>
              <a:srgbClr val="E6A23C">
                <a:alpha val="1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>
            <p:custDataLst>
              <p:tags r:id="rId52"/>
            </p:custDataLst>
          </p:nvPr>
        </p:nvSpPr>
        <p:spPr>
          <a:xfrm>
            <a:off x="5772893" y="6068378"/>
            <a:ext cx="798614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 b="1" spc="72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</a:rPr>
              <a:t>全员参与</a:t>
            </a:r>
            <a:endParaRPr sz="1200" b="1" spc="72">
              <a:solidFill>
                <a:srgbClr val="FFFFF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53"/>
            </p:custDataLst>
          </p:nvPr>
        </p:nvSpPr>
        <p:spPr>
          <a:xfrm>
            <a:off x="810704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0E0E0"/>
            </a:solidFill>
            <a:prstDash val="solid"/>
          </a:ln>
          <a:effectLst>
            <a:outerShdw blurRad="28575" dist="952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6" name="组合 95"/>
          <p:cNvGrpSpPr/>
          <p:nvPr/>
        </p:nvGrpSpPr>
        <p:grpSpPr>
          <a:xfrm>
            <a:off x="8302625" y="1304925"/>
            <a:ext cx="3117850" cy="466090"/>
            <a:chOff x="13075" y="2055"/>
            <a:chExt cx="4910" cy="734"/>
          </a:xfrm>
        </p:grpSpPr>
        <p:sp>
          <p:nvSpPr>
            <p:cNvPr id="61" name="任意多边形 60"/>
            <p:cNvSpPr/>
            <p:nvPr>
              <p:custDataLst>
                <p:tags r:id="rId54"/>
              </p:custDataLst>
            </p:nvPr>
          </p:nvSpPr>
          <p:spPr>
            <a:xfrm>
              <a:off x="13075" y="2055"/>
              <a:ext cx="4910" cy="735"/>
            </a:xfrm>
            <a:custGeom>
              <a:avLst/>
              <a:gdLst>
                <a:gd name="sw" fmla="*/ 1 w 4910"/>
                <a:gd name="sh" fmla="*/ 1 h 735"/>
                <a:gd name="mins" fmla="min sw sh"/>
                <a:gd name="dsw" fmla="+- 0 sw mins"/>
                <a:gd name="dsh" fmla="+- 0 sh mins"/>
                <a:gd name="p0x0" fmla="*/ 0 w 4910"/>
                <a:gd name="p0y0" fmla="*/ 0 h 735"/>
                <a:gd name="p0x1" fmla="*/ 4910 w 4910"/>
                <a:gd name="p0y1" fmla="*/ 0 h 735"/>
                <a:gd name="p0x2" fmla="*/ 4910 w 4910"/>
                <a:gd name="p0y2" fmla="*/ 735 h 735"/>
                <a:gd name="p0x3" fmla="*/ 0 w 4910"/>
                <a:gd name="p0y3" fmla="*/ 735 h 735"/>
                <a:gd name="p0x4" fmla="*/ 0 w 49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>
              <p:custDataLst>
                <p:tags r:id="rId55"/>
              </p:custDataLst>
            </p:nvPr>
          </p:nvSpPr>
          <p:spPr>
            <a:xfrm>
              <a:off x="13075" y="2775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4910 w 4910"/>
                <a:gd name="p0y0" fmla="*/ 15 h 15"/>
                <a:gd name="p0x1" fmla="*/ 0 w 4910"/>
                <a:gd name="p0y1" fmla="*/ 15 h 15"/>
                <a:gd name="p0x2" fmla="*/ 0 w 4910"/>
                <a:gd name="p0y2" fmla="*/ 0 h 15"/>
                <a:gd name="p0x3" fmla="*/ 4910 w 4910"/>
                <a:gd name="p0y3" fmla="*/ 0 h 15"/>
                <a:gd name="p0x4" fmla="*/ 4910 w 49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0F172A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4" name="任意多边形 63"/>
          <p:cNvSpPr/>
          <p:nvPr>
            <p:custDataLst>
              <p:tags r:id="rId56"/>
            </p:custDataLst>
          </p:nvPr>
        </p:nvSpPr>
        <p:spPr>
          <a:xfrm>
            <a:off x="8307070" y="13093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80 w 525"/>
              <a:gd name="p0y0" fmla="*/ 0 h 525"/>
              <a:gd name="p0x1" fmla="*/ 345 w 525"/>
              <a:gd name="p0y1" fmla="*/ 0 h 525"/>
              <a:gd name="p0x2" fmla="*/ 444 w 525"/>
              <a:gd name="p0y2" fmla="*/ 0 h 525"/>
              <a:gd name="p0x3" fmla="*/ 525 w 525"/>
              <a:gd name="p0y3" fmla="*/ 80 h 525"/>
              <a:gd name="p0x4" fmla="*/ 525 w 525"/>
              <a:gd name="p0y4" fmla="*/ 180 h 525"/>
              <a:gd name="p0x5" fmla="*/ 525 w 525"/>
              <a:gd name="p0y5" fmla="*/ 345 h 525"/>
              <a:gd name="p0x6" fmla="*/ 525 w 525"/>
              <a:gd name="p0y6" fmla="*/ 444 h 525"/>
              <a:gd name="p0x7" fmla="*/ 444 w 525"/>
              <a:gd name="p0y7" fmla="*/ 525 h 525"/>
              <a:gd name="p0x8" fmla="*/ 345 w 525"/>
              <a:gd name="p0y8" fmla="*/ 525 h 525"/>
              <a:gd name="p0x9" fmla="*/ 180 w 525"/>
              <a:gd name="p0y9" fmla="*/ 525 h 525"/>
              <a:gd name="p0x10" fmla="*/ 80 w 525"/>
              <a:gd name="p0y10" fmla="*/ 525 h 525"/>
              <a:gd name="p0x11" fmla="*/ 0 w 525"/>
              <a:gd name="p0y11" fmla="*/ 444 h 525"/>
              <a:gd name="p0x12" fmla="*/ 0 w 525"/>
              <a:gd name="p0y12" fmla="*/ 345 h 525"/>
              <a:gd name="p0x13" fmla="*/ 0 w 525"/>
              <a:gd name="p0y13" fmla="*/ 180 h 525"/>
              <a:gd name="p0x14" fmla="*/ 0 w 525"/>
              <a:gd name="p0y14" fmla="*/ 80 h 525"/>
              <a:gd name="p0x15" fmla="*/ 80 w 525"/>
              <a:gd name="p0y15" fmla="*/ 0 h 525"/>
              <a:gd name="p0x16" fmla="*/ 18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6A23C">
              <a:alpha val="10196"/>
            </a:srgbClr>
          </a:solidFill>
          <a:ln w="9525" cmpd="sng">
            <a:solidFill>
              <a:srgbClr val="E6A23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5" name="图片 64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 l="-5000" t="-6333" r="-5000" b="-6333"/>
          <a:stretch>
            <a:fillRect/>
          </a:stretch>
        </p:blipFill>
        <p:spPr>
          <a:xfrm>
            <a:off x="8369300" y="1366520"/>
            <a:ext cx="209550" cy="214630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60"/>
            </p:custDataLst>
          </p:nvPr>
        </p:nvSpPr>
        <p:spPr>
          <a:xfrm>
            <a:off x="8759876" y="1293495"/>
            <a:ext cx="26606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创新驱动引飞跃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8302625" y="2507615"/>
            <a:ext cx="3117850" cy="1009650"/>
            <a:chOff x="13075" y="3949"/>
            <a:chExt cx="4910" cy="1590"/>
          </a:xfrm>
        </p:grpSpPr>
        <p:sp>
          <p:nvSpPr>
            <p:cNvPr id="68" name="任意多边形 67"/>
            <p:cNvSpPr/>
            <p:nvPr>
              <p:custDataLst>
                <p:tags r:id="rId61"/>
              </p:custDataLst>
            </p:nvPr>
          </p:nvSpPr>
          <p:spPr>
            <a:xfrm>
              <a:off x="13075" y="3949"/>
              <a:ext cx="4910" cy="1590"/>
            </a:xfrm>
            <a:custGeom>
              <a:avLst/>
              <a:gdLst>
                <a:gd name="sw" fmla="*/ 1 w 4910"/>
                <a:gd name="sh" fmla="*/ 1 h 1590"/>
                <a:gd name="mins" fmla="min sw sh"/>
                <a:gd name="dsw" fmla="+- 0 sw mins"/>
                <a:gd name="dsh" fmla="+- 0 sh mins"/>
                <a:gd name="p0x0" fmla="*/ 180 w 4910"/>
                <a:gd name="p0y0" fmla="*/ 0 h 1590"/>
                <a:gd name="p0x1" fmla="*/ 4730 w 4910"/>
                <a:gd name="p0y1" fmla="*/ 0 h 1590"/>
                <a:gd name="p0x2" fmla="*/ 4829 w 4910"/>
                <a:gd name="p0y2" fmla="*/ 0 h 1590"/>
                <a:gd name="p0x3" fmla="*/ 4910 w 4910"/>
                <a:gd name="p0y3" fmla="*/ 80 h 1590"/>
                <a:gd name="p0x4" fmla="*/ 4910 w 4910"/>
                <a:gd name="p0y4" fmla="*/ 180 h 1590"/>
                <a:gd name="p0x5" fmla="*/ 4910 w 4910"/>
                <a:gd name="p0y5" fmla="*/ 1410 h 1590"/>
                <a:gd name="p0x6" fmla="*/ 4910 w 4910"/>
                <a:gd name="p0y6" fmla="*/ 1509 h 1590"/>
                <a:gd name="p0x7" fmla="*/ 4829 w 4910"/>
                <a:gd name="p0y7" fmla="*/ 1590 h 1590"/>
                <a:gd name="p0x8" fmla="*/ 4730 w 4910"/>
                <a:gd name="p0y8" fmla="*/ 1590 h 1590"/>
                <a:gd name="p0x9" fmla="*/ 180 w 4910"/>
                <a:gd name="p0y9" fmla="*/ 1590 h 1590"/>
                <a:gd name="p0x10" fmla="*/ 80 w 4910"/>
                <a:gd name="p0y10" fmla="*/ 1590 h 1590"/>
                <a:gd name="p0x11" fmla="*/ 0 w 4910"/>
                <a:gd name="p0y11" fmla="*/ 1509 h 1590"/>
                <a:gd name="p0x12" fmla="*/ 0 w 4910"/>
                <a:gd name="p0y12" fmla="*/ 1410 h 1590"/>
                <a:gd name="p0x13" fmla="*/ 0 w 4910"/>
                <a:gd name="p0y13" fmla="*/ 180 h 1590"/>
                <a:gd name="p0x14" fmla="*/ 0 w 4910"/>
                <a:gd name="p0y14" fmla="*/ 80 h 1590"/>
                <a:gd name="p0x15" fmla="*/ 80 w 4910"/>
                <a:gd name="p0y15" fmla="*/ 0 h 1590"/>
                <a:gd name="p0x16" fmla="*/ 180 w 4910"/>
                <a:gd name="p0y16" fmla="*/ 0 h 15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>
              <p:custDataLst>
                <p:tags r:id="rId62"/>
              </p:custDataLst>
            </p:nvPr>
          </p:nvSpPr>
          <p:spPr>
            <a:xfrm>
              <a:off x="13186" y="3949"/>
              <a:ext cx="4746" cy="64"/>
            </a:xfrm>
            <a:custGeom>
              <a:avLst/>
              <a:gdLst>
                <a:gd name="sw" fmla="*/ 1 w 4746"/>
                <a:gd name="sh" fmla="*/ 1 h 63"/>
                <a:gd name="mins" fmla="min sw sh"/>
                <a:gd name="dsw" fmla="+- 0 sw mins"/>
                <a:gd name="dsh" fmla="+- 0 sh mins"/>
                <a:gd name="p0x0" fmla="*/ 68 w 4746"/>
                <a:gd name="p0y0" fmla="*/ 0 h 63"/>
                <a:gd name="p0x1" fmla="*/ 4618 w 4746"/>
                <a:gd name="p0y1" fmla="*/ 0 h 63"/>
                <a:gd name="p0x2" fmla="*/ 4668 w 4746"/>
                <a:gd name="p0y2" fmla="*/ 0 h 63"/>
                <a:gd name="p0x3" fmla="*/ 4713 w 4746"/>
                <a:gd name="p0y3" fmla="*/ 20 h 63"/>
                <a:gd name="p0x4" fmla="*/ 4746 w 4746"/>
                <a:gd name="p0y4" fmla="*/ 52 h 63"/>
                <a:gd name="p0x5" fmla="*/ 4735 w 4746"/>
                <a:gd name="p0y5" fmla="*/ 63 h 63"/>
                <a:gd name="p0x6" fmla="*/ 4705 w 4746"/>
                <a:gd name="p0y6" fmla="*/ 33 h 63"/>
                <a:gd name="p0x7" fmla="*/ 4664 w 4746"/>
                <a:gd name="p0y7" fmla="*/ 15 h 63"/>
                <a:gd name="p0x8" fmla="*/ 4618 w 4746"/>
                <a:gd name="p0y8" fmla="*/ 15 h 63"/>
                <a:gd name="p0x9" fmla="*/ 68 w 4746"/>
                <a:gd name="p0y9" fmla="*/ 15 h 63"/>
                <a:gd name="p0x10" fmla="*/ 50 w 4746"/>
                <a:gd name="p0y10" fmla="*/ 15 h 63"/>
                <a:gd name="p0x11" fmla="*/ 33 w 4746"/>
                <a:gd name="p0y11" fmla="*/ 19 h 63"/>
                <a:gd name="p0x12" fmla="*/ 17 w 4746"/>
                <a:gd name="p0y12" fmla="*/ 27 h 63"/>
                <a:gd name="p0x13" fmla="*/ 0 w 4746"/>
                <a:gd name="p0y13" fmla="*/ 13 h 63"/>
                <a:gd name="p0x14" fmla="*/ 0 w 4746"/>
                <a:gd name="p0y14" fmla="*/ 13 h 63"/>
                <a:gd name="p0x15" fmla="*/ 21 w 4746"/>
                <a:gd name="p0y15" fmla="*/ 4 h 63"/>
                <a:gd name="p0x16" fmla="*/ 44 w 4746"/>
                <a:gd name="p0y16" fmla="*/ 0 h 63"/>
                <a:gd name="p0x17" fmla="*/ 68 w 4746"/>
                <a:gd name="p0y17" fmla="*/ 0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>
              <p:custDataLst>
                <p:tags r:id="rId63"/>
              </p:custDataLst>
            </p:nvPr>
          </p:nvSpPr>
          <p:spPr>
            <a:xfrm>
              <a:off x="17921" y="4002"/>
              <a:ext cx="64" cy="1485"/>
            </a:xfrm>
            <a:custGeom>
              <a:avLst/>
              <a:gdLst>
                <a:gd name="sw" fmla="*/ 1 w 63"/>
                <a:gd name="sh" fmla="*/ 1 h 1484"/>
                <a:gd name="mins" fmla="min sw sh"/>
                <a:gd name="dsw" fmla="+- 0 sw mins"/>
                <a:gd name="dsh" fmla="+- 0 sh mins"/>
                <a:gd name="p0x0" fmla="*/ 63 w 63"/>
                <a:gd name="p0y0" fmla="*/ 127 h 1484"/>
                <a:gd name="p0x1" fmla="*/ 63 w 63"/>
                <a:gd name="p0y1" fmla="*/ 1357 h 1484"/>
                <a:gd name="p0x2" fmla="*/ 63 w 63"/>
                <a:gd name="p0y2" fmla="*/ 1406 h 1484"/>
                <a:gd name="p0x3" fmla="*/ 43 w 63"/>
                <a:gd name="p0y3" fmla="*/ 1451 h 1484"/>
                <a:gd name="p0x4" fmla="*/ 10 w 63"/>
                <a:gd name="p0y4" fmla="*/ 1484 h 1484"/>
                <a:gd name="p0x5" fmla="*/ 0 w 63"/>
                <a:gd name="p0y5" fmla="*/ 1473 h 1484"/>
                <a:gd name="p0x6" fmla="*/ 29 w 63"/>
                <a:gd name="p0y6" fmla="*/ 1444 h 1484"/>
                <a:gd name="p0x7" fmla="*/ 48 w 63"/>
                <a:gd name="p0y7" fmla="*/ 1402 h 1484"/>
                <a:gd name="p0x8" fmla="*/ 48 w 63"/>
                <a:gd name="p0y8" fmla="*/ 1357 h 1484"/>
                <a:gd name="p0x9" fmla="*/ 48 w 63"/>
                <a:gd name="p0y9" fmla="*/ 127 h 1484"/>
                <a:gd name="p0x10" fmla="*/ 48 w 63"/>
                <a:gd name="p0y10" fmla="*/ 81 h 1484"/>
                <a:gd name="p0x11" fmla="*/ 29 w 63"/>
                <a:gd name="p0y11" fmla="*/ 40 h 1484"/>
                <a:gd name="p0x12" fmla="*/ 0 w 63"/>
                <a:gd name="p0y12" fmla="*/ 10 h 1484"/>
                <a:gd name="p0x13" fmla="*/ 10 w 63"/>
                <a:gd name="p0y13" fmla="*/ 0 h 1484"/>
                <a:gd name="p0x14" fmla="*/ 43 w 63"/>
                <a:gd name="p0y14" fmla="*/ 32 h 1484"/>
                <a:gd name="p0x15" fmla="*/ 63 w 63"/>
                <a:gd name="p0y15" fmla="*/ 77 h 1484"/>
                <a:gd name="p0x16" fmla="*/ 63 w 63"/>
                <a:gd name="p0y16" fmla="*/ 127 h 148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1" name="任意多边形 70"/>
            <p:cNvSpPr/>
            <p:nvPr>
              <p:custDataLst>
                <p:tags r:id="rId64"/>
              </p:custDataLst>
            </p:nvPr>
          </p:nvSpPr>
          <p:spPr>
            <a:xfrm>
              <a:off x="13186" y="5476"/>
              <a:ext cx="4746" cy="63"/>
            </a:xfrm>
            <a:custGeom>
              <a:avLst/>
              <a:gdLst>
                <a:gd name="sw" fmla="*/ 1 w 4746"/>
                <a:gd name="sh" fmla="*/ 1 h 63"/>
                <a:gd name="mins" fmla="min sw sh"/>
                <a:gd name="dsw" fmla="+- 0 sw mins"/>
                <a:gd name="dsh" fmla="+- 0 sh mins"/>
                <a:gd name="p0x0" fmla="*/ 4618 w 4746"/>
                <a:gd name="p0y0" fmla="*/ 63 h 63"/>
                <a:gd name="p0x1" fmla="*/ 68 w 4746"/>
                <a:gd name="p0y1" fmla="*/ 63 h 63"/>
                <a:gd name="p0x2" fmla="*/ 44 w 4746"/>
                <a:gd name="p0y2" fmla="*/ 63 h 63"/>
                <a:gd name="p0x3" fmla="*/ 21 w 4746"/>
                <a:gd name="p0y3" fmla="*/ 58 h 63"/>
                <a:gd name="p0x4" fmla="*/ 0 w 4746"/>
                <a:gd name="p0y4" fmla="*/ 49 h 63"/>
                <a:gd name="p0x5" fmla="*/ 17 w 4746"/>
                <a:gd name="p0y5" fmla="*/ 35 h 63"/>
                <a:gd name="p0x6" fmla="*/ 17 w 4746"/>
                <a:gd name="p0y6" fmla="*/ 35 h 63"/>
                <a:gd name="p0x7" fmla="*/ 33 w 4746"/>
                <a:gd name="p0y7" fmla="*/ 43 h 63"/>
                <a:gd name="p0x8" fmla="*/ 50 w 4746"/>
                <a:gd name="p0y8" fmla="*/ 48 h 63"/>
                <a:gd name="p0x9" fmla="*/ 68 w 4746"/>
                <a:gd name="p0y9" fmla="*/ 48 h 63"/>
                <a:gd name="p0x10" fmla="*/ 4618 w 4746"/>
                <a:gd name="p0y10" fmla="*/ 48 h 63"/>
                <a:gd name="p0x11" fmla="*/ 4664 w 4746"/>
                <a:gd name="p0y11" fmla="*/ 48 h 63"/>
                <a:gd name="p0x12" fmla="*/ 4705 w 4746"/>
                <a:gd name="p0y12" fmla="*/ 29 h 63"/>
                <a:gd name="p0x13" fmla="*/ 4735 w 4746"/>
                <a:gd name="p0y13" fmla="*/ 0 h 63"/>
                <a:gd name="p0x14" fmla="*/ 4746 w 4746"/>
                <a:gd name="p0y14" fmla="*/ 10 h 63"/>
                <a:gd name="p0x15" fmla="*/ 4713 w 4746"/>
                <a:gd name="p0y15" fmla="*/ 43 h 63"/>
                <a:gd name="p0x16" fmla="*/ 4668 w 4746"/>
                <a:gd name="p0y16" fmla="*/ 63 h 63"/>
                <a:gd name="p0x17" fmla="*/ 4618 w 4746"/>
                <a:gd name="p0y17" fmla="*/ 63 h 6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任意多边形 71"/>
            <p:cNvSpPr/>
            <p:nvPr>
              <p:custDataLst>
                <p:tags r:id="rId65"/>
              </p:custDataLst>
            </p:nvPr>
          </p:nvSpPr>
          <p:spPr>
            <a:xfrm>
              <a:off x="13075" y="3963"/>
              <a:ext cx="128" cy="1563"/>
            </a:xfrm>
            <a:custGeom>
              <a:avLst/>
              <a:gdLst>
                <a:gd name="sw" fmla="*/ 1 w 128"/>
                <a:gd name="sh" fmla="*/ 1 h 1562"/>
                <a:gd name="mins" fmla="min sw sh"/>
                <a:gd name="dsw" fmla="+- 0 sw mins"/>
                <a:gd name="dsh" fmla="+- 0 sh mins"/>
                <a:gd name="p0x0" fmla="*/ 0 w 128"/>
                <a:gd name="p0y0" fmla="*/ 1396 h 1562"/>
                <a:gd name="p0x1" fmla="*/ 0 w 128"/>
                <a:gd name="p0y1" fmla="*/ 166 h 1562"/>
                <a:gd name="p0x2" fmla="*/ 0 w 128"/>
                <a:gd name="p0y2" fmla="*/ 91 h 1562"/>
                <a:gd name="p0x3" fmla="*/ 45 w 128"/>
                <a:gd name="p0y3" fmla="*/ 27 h 1562"/>
                <a:gd name="p0x4" fmla="*/ 111 w 128"/>
                <a:gd name="p0y4" fmla="*/ 0 h 1562"/>
                <a:gd name="p0x5" fmla="*/ 128 w 128"/>
                <a:gd name="p0y5" fmla="*/ 13 h 1562"/>
                <a:gd name="p0x6" fmla="*/ 128 w 128"/>
                <a:gd name="p0y6" fmla="*/ 13 h 1562"/>
                <a:gd name="p0x7" fmla="*/ 79 w 128"/>
                <a:gd name="p0y7" fmla="*/ 38 h 1562"/>
                <a:gd name="p0x8" fmla="*/ 45 w 128"/>
                <a:gd name="p0y8" fmla="*/ 97 h 1562"/>
                <a:gd name="p0x9" fmla="*/ 45 w 128"/>
                <a:gd name="p0y9" fmla="*/ 166 h 1562"/>
                <a:gd name="p0x10" fmla="*/ 45 w 128"/>
                <a:gd name="p0y10" fmla="*/ 1396 h 1562"/>
                <a:gd name="p0x11" fmla="*/ 45 w 128"/>
                <a:gd name="p0y11" fmla="*/ 1465 h 1562"/>
                <a:gd name="p0x12" fmla="*/ 79 w 128"/>
                <a:gd name="p0y12" fmla="*/ 1523 h 1562"/>
                <a:gd name="p0x13" fmla="*/ 128 w 128"/>
                <a:gd name="p0y13" fmla="*/ 1548 h 1562"/>
                <a:gd name="p0x14" fmla="*/ 111 w 128"/>
                <a:gd name="p0y14" fmla="*/ 1562 h 1562"/>
                <a:gd name="p0x15" fmla="*/ 111 w 128"/>
                <a:gd name="p0y15" fmla="*/ 1562 h 1562"/>
                <a:gd name="p0x16" fmla="*/ 45 w 128"/>
                <a:gd name="p0y16" fmla="*/ 1535 h 1562"/>
                <a:gd name="p0x17" fmla="*/ 0 w 128"/>
                <a:gd name="p0y17" fmla="*/ 1471 h 1562"/>
                <a:gd name="p0x18" fmla="*/ 0 w 128"/>
                <a:gd name="p0y18" fmla="*/ 1396 h 156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6A23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4" name="文本框 73"/>
          <p:cNvSpPr txBox="1"/>
          <p:nvPr>
            <p:custDataLst>
              <p:tags r:id="rId66"/>
            </p:custDataLst>
          </p:nvPr>
        </p:nvSpPr>
        <p:spPr>
          <a:xfrm>
            <a:off x="8445551" y="2540584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推进抱西瓜</a:t>
            </a:r>
            <a:endParaRPr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67"/>
            </p:custDataLst>
          </p:nvPr>
        </p:nvSpPr>
        <p:spPr>
          <a:xfrm>
            <a:off x="8445551" y="2846337"/>
            <a:ext cx="28511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rgbClr val="666666"/>
                </a:solidFill>
                <a:latin typeface="MiSans Normal" panose="00000500000000000000" charset="-122"/>
                <a:ea typeface="MiSans Normal" panose="00000500000000000000" charset="-122"/>
              </a:rPr>
              <a:t>借</a:t>
            </a:r>
            <a:r>
              <a:rPr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技术创新与管理创新</a:t>
            </a:r>
            <a:r>
              <a:rPr sz="1500">
                <a:solidFill>
                  <a:srgbClr val="666666"/>
                </a:solidFill>
                <a:latin typeface="MiSans Normal" panose="00000500000000000000" charset="-122"/>
                <a:ea typeface="MiSans Normal" panose="00000500000000000000" charset="-122"/>
              </a:rPr>
              <a:t>解决难题、提升效率</a:t>
            </a:r>
            <a:endParaRPr sz="1500">
              <a:solidFill>
                <a:srgbClr val="666666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98" name="组合 97"/>
          <p:cNvGrpSpPr/>
          <p:nvPr/>
        </p:nvGrpSpPr>
        <p:grpSpPr>
          <a:xfrm>
            <a:off x="8302625" y="4215765"/>
            <a:ext cx="3117850" cy="990600"/>
            <a:chOff x="13075" y="6639"/>
            <a:chExt cx="4910" cy="1560"/>
          </a:xfrm>
        </p:grpSpPr>
        <p:sp>
          <p:nvSpPr>
            <p:cNvPr id="76" name="任意多边形 75"/>
            <p:cNvSpPr/>
            <p:nvPr>
              <p:custDataLst>
                <p:tags r:id="rId68"/>
              </p:custDataLst>
            </p:nvPr>
          </p:nvSpPr>
          <p:spPr>
            <a:xfrm>
              <a:off x="13075" y="6639"/>
              <a:ext cx="4910" cy="1560"/>
            </a:xfrm>
            <a:custGeom>
              <a:avLst/>
              <a:gdLst>
                <a:gd name="sw" fmla="*/ 1 w 4910"/>
                <a:gd name="sh" fmla="*/ 1 h 1560"/>
                <a:gd name="mins" fmla="min sw sh"/>
                <a:gd name="dsw" fmla="+- 0 sw mins"/>
                <a:gd name="dsh" fmla="+- 0 sh mins"/>
                <a:gd name="p0x0" fmla="*/ 180 w 4910"/>
                <a:gd name="p0y0" fmla="*/ 0 h 1560"/>
                <a:gd name="p0x1" fmla="*/ 4730 w 4910"/>
                <a:gd name="p0y1" fmla="*/ 0 h 1560"/>
                <a:gd name="p0x2" fmla="*/ 4829 w 4910"/>
                <a:gd name="p0y2" fmla="*/ 0 h 1560"/>
                <a:gd name="p0x3" fmla="*/ 4910 w 4910"/>
                <a:gd name="p0y3" fmla="*/ 80 h 1560"/>
                <a:gd name="p0x4" fmla="*/ 4910 w 4910"/>
                <a:gd name="p0y4" fmla="*/ 180 h 1560"/>
                <a:gd name="p0x5" fmla="*/ 4910 w 4910"/>
                <a:gd name="p0y5" fmla="*/ 1380 h 1560"/>
                <a:gd name="p0x6" fmla="*/ 4910 w 4910"/>
                <a:gd name="p0y6" fmla="*/ 1479 h 1560"/>
                <a:gd name="p0x7" fmla="*/ 4829 w 4910"/>
                <a:gd name="p0y7" fmla="*/ 1560 h 1560"/>
                <a:gd name="p0x8" fmla="*/ 4730 w 4910"/>
                <a:gd name="p0y8" fmla="*/ 1560 h 1560"/>
                <a:gd name="p0x9" fmla="*/ 180 w 4910"/>
                <a:gd name="p0y9" fmla="*/ 1560 h 1560"/>
                <a:gd name="p0x10" fmla="*/ 80 w 4910"/>
                <a:gd name="p0y10" fmla="*/ 1560 h 1560"/>
                <a:gd name="p0x11" fmla="*/ 0 w 4910"/>
                <a:gd name="p0y11" fmla="*/ 1479 h 1560"/>
                <a:gd name="p0x12" fmla="*/ 0 w 4910"/>
                <a:gd name="p0y12" fmla="*/ 1380 h 1560"/>
                <a:gd name="p0x13" fmla="*/ 0 w 4910"/>
                <a:gd name="p0y13" fmla="*/ 180 h 1560"/>
                <a:gd name="p0x14" fmla="*/ 0 w 4910"/>
                <a:gd name="p0y14" fmla="*/ 80 h 1560"/>
                <a:gd name="p0x15" fmla="*/ 80 w 4910"/>
                <a:gd name="p0y15" fmla="*/ 0 h 1560"/>
                <a:gd name="p0x16" fmla="*/ 180 w 4910"/>
                <a:gd name="p0y16" fmla="*/ 0 h 15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任意多边形 76"/>
            <p:cNvSpPr/>
            <p:nvPr>
              <p:custDataLst>
                <p:tags r:id="rId69"/>
              </p:custDataLst>
            </p:nvPr>
          </p:nvSpPr>
          <p:spPr>
            <a:xfrm>
              <a:off x="13075" y="6639"/>
              <a:ext cx="4857" cy="180"/>
            </a:xfrm>
            <a:custGeom>
              <a:avLst/>
              <a:gdLst>
                <a:gd name="sw" fmla="*/ 1 w 4857"/>
                <a:gd name="sh" fmla="*/ 1 h 180"/>
                <a:gd name="mins" fmla="min sw sh"/>
                <a:gd name="dsw" fmla="+- 0 sw mins"/>
                <a:gd name="dsh" fmla="+- 0 sh mins"/>
                <a:gd name="p0x0" fmla="*/ 180 w 4857"/>
                <a:gd name="p0y0" fmla="*/ 0 h 180"/>
                <a:gd name="p0x1" fmla="*/ 4730 w 4857"/>
                <a:gd name="p0y1" fmla="*/ 0 h 180"/>
                <a:gd name="p0x2" fmla="*/ 4779 w 4857"/>
                <a:gd name="p0y2" fmla="*/ 0 h 180"/>
                <a:gd name="p0x3" fmla="*/ 4824 w 4857"/>
                <a:gd name="p0y3" fmla="*/ 20 h 180"/>
                <a:gd name="p0x4" fmla="*/ 4857 w 4857"/>
                <a:gd name="p0y4" fmla="*/ 52 h 180"/>
                <a:gd name="p0x5" fmla="*/ 4846 w 4857"/>
                <a:gd name="p0y5" fmla="*/ 63 h 180"/>
                <a:gd name="p0x6" fmla="*/ 4816 w 4857"/>
                <a:gd name="p0y6" fmla="*/ 33 h 180"/>
                <a:gd name="p0x7" fmla="*/ 4775 w 4857"/>
                <a:gd name="p0y7" fmla="*/ 15 h 180"/>
                <a:gd name="p0x8" fmla="*/ 4730 w 4857"/>
                <a:gd name="p0y8" fmla="*/ 15 h 180"/>
                <a:gd name="p0x9" fmla="*/ 180 w 4857"/>
                <a:gd name="p0y9" fmla="*/ 15 h 180"/>
                <a:gd name="p0x10" fmla="*/ 80 w 4857"/>
                <a:gd name="p0y10" fmla="*/ 15 h 180"/>
                <a:gd name="p0x11" fmla="*/ 0 w 4857"/>
                <a:gd name="p0y11" fmla="*/ 88 h 180"/>
                <a:gd name="p0x12" fmla="*/ 0 w 4857"/>
                <a:gd name="p0y12" fmla="*/ 180 h 180"/>
                <a:gd name="p0x13" fmla="*/ 0 w 4857"/>
                <a:gd name="p0y13" fmla="*/ 80 h 180"/>
                <a:gd name="p0x14" fmla="*/ 80 w 4857"/>
                <a:gd name="p0y14" fmla="*/ 0 h 180"/>
                <a:gd name="p0x15" fmla="*/ 180 w 4857"/>
                <a:gd name="p0y15" fmla="*/ 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cubicBezTo>
                    <a:pt x="p0x13" y="p0y13"/>
                    <a:pt x="p0x14" y="p0y14"/>
                    <a:pt x="p0x15" y="p0y15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任意多边形 77"/>
            <p:cNvSpPr/>
            <p:nvPr>
              <p:custDataLst>
                <p:tags r:id="rId70"/>
              </p:custDataLst>
            </p:nvPr>
          </p:nvSpPr>
          <p:spPr>
            <a:xfrm>
              <a:off x="17921" y="6692"/>
              <a:ext cx="64" cy="1455"/>
            </a:xfrm>
            <a:custGeom>
              <a:avLst/>
              <a:gdLst>
                <a:gd name="sw" fmla="*/ 1 w 63"/>
                <a:gd name="sh" fmla="*/ 1 h 1454"/>
                <a:gd name="mins" fmla="min sw sh"/>
                <a:gd name="dsw" fmla="+- 0 sw mins"/>
                <a:gd name="dsh" fmla="+- 0 sh mins"/>
                <a:gd name="p0x0" fmla="*/ 63 w 63"/>
                <a:gd name="p0y0" fmla="*/ 127 h 1454"/>
                <a:gd name="p0x1" fmla="*/ 63 w 63"/>
                <a:gd name="p0y1" fmla="*/ 1327 h 1454"/>
                <a:gd name="p0x2" fmla="*/ 63 w 63"/>
                <a:gd name="p0y2" fmla="*/ 1376 h 1454"/>
                <a:gd name="p0x3" fmla="*/ 43 w 63"/>
                <a:gd name="p0y3" fmla="*/ 1421 h 1454"/>
                <a:gd name="p0x4" fmla="*/ 10 w 63"/>
                <a:gd name="p0y4" fmla="*/ 1454 h 1454"/>
                <a:gd name="p0x5" fmla="*/ 0 w 63"/>
                <a:gd name="p0y5" fmla="*/ 1443 h 1454"/>
                <a:gd name="p0x6" fmla="*/ 29 w 63"/>
                <a:gd name="p0y6" fmla="*/ 1414 h 1454"/>
                <a:gd name="p0x7" fmla="*/ 48 w 63"/>
                <a:gd name="p0y7" fmla="*/ 1372 h 1454"/>
                <a:gd name="p0x8" fmla="*/ 48 w 63"/>
                <a:gd name="p0y8" fmla="*/ 1327 h 1454"/>
                <a:gd name="p0x9" fmla="*/ 48 w 63"/>
                <a:gd name="p0y9" fmla="*/ 127 h 1454"/>
                <a:gd name="p0x10" fmla="*/ 48 w 63"/>
                <a:gd name="p0y10" fmla="*/ 81 h 1454"/>
                <a:gd name="p0x11" fmla="*/ 29 w 63"/>
                <a:gd name="p0y11" fmla="*/ 40 h 1454"/>
                <a:gd name="p0x12" fmla="*/ 0 w 63"/>
                <a:gd name="p0y12" fmla="*/ 10 h 1454"/>
                <a:gd name="p0x13" fmla="*/ 10 w 63"/>
                <a:gd name="p0y13" fmla="*/ 0 h 1454"/>
                <a:gd name="p0x14" fmla="*/ 43 w 63"/>
                <a:gd name="p0y14" fmla="*/ 32 h 1454"/>
                <a:gd name="p0x15" fmla="*/ 63 w 63"/>
                <a:gd name="p0y15" fmla="*/ 77 h 1454"/>
                <a:gd name="p0x16" fmla="*/ 63 w 63"/>
                <a:gd name="p0y16" fmla="*/ 127 h 145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任意多边形 78"/>
            <p:cNvSpPr/>
            <p:nvPr>
              <p:custDataLst>
                <p:tags r:id="rId71"/>
              </p:custDataLst>
            </p:nvPr>
          </p:nvSpPr>
          <p:spPr>
            <a:xfrm>
              <a:off x="13075" y="8019"/>
              <a:ext cx="4857" cy="180"/>
            </a:xfrm>
            <a:custGeom>
              <a:avLst/>
              <a:gdLst>
                <a:gd name="sw" fmla="*/ 1 w 4857"/>
                <a:gd name="sh" fmla="*/ 1 h 180"/>
                <a:gd name="mins" fmla="min sw sh"/>
                <a:gd name="dsw" fmla="+- 0 sw mins"/>
                <a:gd name="dsh" fmla="+- 0 sh mins"/>
                <a:gd name="p0x0" fmla="*/ 4730 w 4857"/>
                <a:gd name="p0y0" fmla="*/ 180 h 180"/>
                <a:gd name="p0x1" fmla="*/ 179 w 4857"/>
                <a:gd name="p0y1" fmla="*/ 180 h 180"/>
                <a:gd name="p0x2" fmla="*/ 80 w 4857"/>
                <a:gd name="p0y2" fmla="*/ 180 h 180"/>
                <a:gd name="p0x3" fmla="*/ 0 w 4857"/>
                <a:gd name="p0y3" fmla="*/ 99 h 180"/>
                <a:gd name="p0x4" fmla="*/ 0 w 4857"/>
                <a:gd name="p0y4" fmla="*/ 0 h 180"/>
                <a:gd name="p0x5" fmla="*/ 0 w 4857"/>
                <a:gd name="p0y5" fmla="*/ 91 h 180"/>
                <a:gd name="p0x6" fmla="*/ 80 w 4857"/>
                <a:gd name="p0y6" fmla="*/ 165 h 180"/>
                <a:gd name="p0x7" fmla="*/ 180 w 4857"/>
                <a:gd name="p0y7" fmla="*/ 165 h 180"/>
                <a:gd name="p0x8" fmla="*/ 4730 w 4857"/>
                <a:gd name="p0y8" fmla="*/ 165 h 180"/>
                <a:gd name="p0x9" fmla="*/ 4775 w 4857"/>
                <a:gd name="p0y9" fmla="*/ 165 h 180"/>
                <a:gd name="p0x10" fmla="*/ 4816 w 4857"/>
                <a:gd name="p0y10" fmla="*/ 146 h 180"/>
                <a:gd name="p0x11" fmla="*/ 4846 w 4857"/>
                <a:gd name="p0y11" fmla="*/ 116 h 180"/>
                <a:gd name="p0x12" fmla="*/ 4857 w 4857"/>
                <a:gd name="p0y12" fmla="*/ 127 h 180"/>
                <a:gd name="p0x13" fmla="*/ 4824 w 4857"/>
                <a:gd name="p0y13" fmla="*/ 159 h 180"/>
                <a:gd name="p0x14" fmla="*/ 4779 w 4857"/>
                <a:gd name="p0y14" fmla="*/ 180 h 180"/>
                <a:gd name="p0x15" fmla="*/ 4730 w 4857"/>
                <a:gd name="p0y15" fmla="*/ 180 h 1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lnTo>
                    <a:pt x="p0x12" y="p0y12"/>
                  </a:lnTo>
                  <a:cubicBezTo>
                    <a:pt x="p0x13" y="p0y13"/>
                    <a:pt x="p0x14" y="p0y14"/>
                    <a:pt x="p0x15" y="p0y15"/>
                  </a:cubicBez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1" name="文本框 80"/>
          <p:cNvSpPr txBox="1"/>
          <p:nvPr>
            <p:custDataLst>
              <p:tags r:id="rId72"/>
            </p:custDataLst>
          </p:nvPr>
        </p:nvSpPr>
        <p:spPr>
          <a:xfrm>
            <a:off x="8416976" y="4248683"/>
            <a:ext cx="287975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上半年带来超二千万元效益增长</a:t>
            </a:r>
            <a:endParaRPr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73"/>
            </p:custDataLst>
          </p:nvPr>
        </p:nvSpPr>
        <p:spPr>
          <a:xfrm>
            <a:off x="8416976" y="4840186"/>
            <a:ext cx="1714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666666"/>
                </a:solidFill>
                <a:latin typeface="MiSans Normal" panose="00000500000000000000" charset="-122"/>
                <a:ea typeface="MiSans Normal" panose="00000500000000000000" charset="-122"/>
              </a:rPr>
              <a:t>奠定</a:t>
            </a:r>
            <a:r>
              <a:rPr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稳健发展基石</a:t>
            </a:r>
            <a:endParaRPr sz="15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8302625" y="5905500"/>
            <a:ext cx="3117850" cy="370840"/>
            <a:chOff x="13075" y="9300"/>
            <a:chExt cx="4910" cy="584"/>
          </a:xfrm>
        </p:grpSpPr>
        <p:sp>
          <p:nvSpPr>
            <p:cNvPr id="83" name="任意多边形 82"/>
            <p:cNvSpPr/>
            <p:nvPr>
              <p:custDataLst>
                <p:tags r:id="rId74"/>
              </p:custDataLst>
            </p:nvPr>
          </p:nvSpPr>
          <p:spPr>
            <a:xfrm>
              <a:off x="13075" y="9300"/>
              <a:ext cx="4910" cy="585"/>
            </a:xfrm>
            <a:custGeom>
              <a:avLst/>
              <a:gdLst>
                <a:gd name="sw" fmla="*/ 1 w 4910"/>
                <a:gd name="sh" fmla="*/ 1 h 585"/>
                <a:gd name="mins" fmla="min sw sh"/>
                <a:gd name="dsw" fmla="+- 0 sw mins"/>
                <a:gd name="dsh" fmla="+- 0 sh mins"/>
                <a:gd name="p0x0" fmla="*/ 0 w 4910"/>
                <a:gd name="p0y0" fmla="*/ 0 h 585"/>
                <a:gd name="p0x1" fmla="*/ 4910 w 4910"/>
                <a:gd name="p0y1" fmla="*/ 0 h 585"/>
                <a:gd name="p0x2" fmla="*/ 4910 w 4910"/>
                <a:gd name="p0y2" fmla="*/ 585 h 585"/>
                <a:gd name="p0x3" fmla="*/ 0 w 4910"/>
                <a:gd name="p0y3" fmla="*/ 585 h 585"/>
                <a:gd name="p0x4" fmla="*/ 0 w 4910"/>
                <a:gd name="p0y4" fmla="*/ 0 h 58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任意多边形 83"/>
            <p:cNvSpPr/>
            <p:nvPr>
              <p:custDataLst>
                <p:tags r:id="rId75"/>
              </p:custDataLst>
            </p:nvPr>
          </p:nvSpPr>
          <p:spPr>
            <a:xfrm>
              <a:off x="13075" y="9300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0 w 4910"/>
                <a:gd name="p0y0" fmla="*/ 0 h 15"/>
                <a:gd name="p0x1" fmla="*/ 4910 w 4910"/>
                <a:gd name="p0y1" fmla="*/ 0 h 15"/>
                <a:gd name="p0x2" fmla="*/ 4910 w 4910"/>
                <a:gd name="p0y2" fmla="*/ 15 h 15"/>
                <a:gd name="p0x3" fmla="*/ 0 w 4910"/>
                <a:gd name="p0y3" fmla="*/ 15 h 15"/>
                <a:gd name="p0x4" fmla="*/ 0 w 49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0F172A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6" name="任意多边形 85"/>
          <p:cNvSpPr/>
          <p:nvPr>
            <p:custDataLst>
              <p:tags r:id="rId76"/>
            </p:custDataLst>
          </p:nvPr>
        </p:nvSpPr>
        <p:spPr>
          <a:xfrm>
            <a:off x="9380855" y="6033770"/>
            <a:ext cx="960755" cy="238125"/>
          </a:xfrm>
          <a:custGeom>
            <a:avLst/>
            <a:gdLst>
              <a:gd name="sw" fmla="*/ 1 w 1512"/>
              <a:gd name="sh" fmla="*/ 1 h 375"/>
              <a:gd name="mins" fmla="min sw sh"/>
              <a:gd name="dsw" fmla="+- 0 sw mins"/>
              <a:gd name="dsh" fmla="+- 0 sh mins"/>
              <a:gd name="p0x0" fmla="*/ 187 w 1512"/>
              <a:gd name="p0y0" fmla="*/ 0 h 375"/>
              <a:gd name="p0x1" fmla="*/ 1325 w 1512"/>
              <a:gd name="p0y1" fmla="*/ 0 h 375"/>
              <a:gd name="p0x2" fmla="*/ 1428 w 1512"/>
              <a:gd name="p0y2" fmla="*/ 0 h 375"/>
              <a:gd name="p0x3" fmla="*/ 1512 w 1512"/>
              <a:gd name="p0y3" fmla="*/ 83 h 375"/>
              <a:gd name="p0x4" fmla="*/ 1512 w 1512"/>
              <a:gd name="p0y4" fmla="*/ 187 h 375"/>
              <a:gd name="p0x5" fmla="*/ 1512 w 1512"/>
              <a:gd name="p0y5" fmla="*/ 291 h 375"/>
              <a:gd name="p0x6" fmla="*/ 1428 w 1512"/>
              <a:gd name="p0y6" fmla="*/ 375 h 375"/>
              <a:gd name="p0x7" fmla="*/ 1325 w 1512"/>
              <a:gd name="p0y7" fmla="*/ 375 h 375"/>
              <a:gd name="p0x8" fmla="*/ 187 w 1512"/>
              <a:gd name="p0y8" fmla="*/ 375 h 375"/>
              <a:gd name="p0x9" fmla="*/ 83 w 1512"/>
              <a:gd name="p0y9" fmla="*/ 375 h 375"/>
              <a:gd name="p0x10" fmla="*/ 0 w 1512"/>
              <a:gd name="p0y10" fmla="*/ 291 h 375"/>
              <a:gd name="p0x11" fmla="*/ 0 w 1512"/>
              <a:gd name="p0y11" fmla="*/ 187 h 375"/>
              <a:gd name="p0x12" fmla="*/ 0 w 1512"/>
              <a:gd name="p0y12" fmla="*/ 83 h 375"/>
              <a:gd name="p0x13" fmla="*/ 83 w 1512"/>
              <a:gd name="p0y13" fmla="*/ 0 h 375"/>
              <a:gd name="p0x14" fmla="*/ 187 w 1512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6A23C"/>
          </a:solidFill>
          <a:ln w="9525" cmpd="sng">
            <a:solidFill>
              <a:srgbClr val="E6A23C">
                <a:alpha val="1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文本框 86"/>
          <p:cNvSpPr txBox="1"/>
          <p:nvPr>
            <p:custDataLst>
              <p:tags r:id="rId77"/>
            </p:custDataLst>
          </p:nvPr>
        </p:nvSpPr>
        <p:spPr>
          <a:xfrm>
            <a:off x="9538468" y="6068378"/>
            <a:ext cx="798614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 b="1" spc="72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</a:rPr>
              <a:t>技术创新</a:t>
            </a:r>
            <a:endParaRPr sz="1200" b="1" spc="72">
              <a:solidFill>
                <a:srgbClr val="FFFFF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5C3A"/>
                </a:solidFill>
                <a:latin typeface="MiSans Normal" panose="00000500000000000000" charset="-122"/>
                <a:ea typeface="MiSans Normal" panose="00000500000000000000" charset="-122"/>
              </a:rPr>
              <a:t>教学流程</a:t>
            </a:r>
            <a:endParaRPr sz="3000" b="1">
              <a:solidFill>
                <a:srgbClr val="1A5C3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594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240 w 5525"/>
              <a:gd name="p0y0" fmla="*/ 0 h 8445"/>
              <a:gd name="p0x1" fmla="*/ 5285 w 5525"/>
              <a:gd name="p0y1" fmla="*/ 0 h 8445"/>
              <a:gd name="p0x2" fmla="*/ 5417 w 5525"/>
              <a:gd name="p0y2" fmla="*/ 0 h 8445"/>
              <a:gd name="p0x3" fmla="*/ 5525 w 5525"/>
              <a:gd name="p0y3" fmla="*/ 107 h 8445"/>
              <a:gd name="p0x4" fmla="*/ 5525 w 5525"/>
              <a:gd name="p0y4" fmla="*/ 240 h 8445"/>
              <a:gd name="p0x5" fmla="*/ 5525 w 5525"/>
              <a:gd name="p0y5" fmla="*/ 8205 h 8445"/>
              <a:gd name="p0x6" fmla="*/ 5525 w 5525"/>
              <a:gd name="p0y6" fmla="*/ 8337 h 8445"/>
              <a:gd name="p0x7" fmla="*/ 5417 w 5525"/>
              <a:gd name="p0y7" fmla="*/ 8445 h 8445"/>
              <a:gd name="p0x8" fmla="*/ 5285 w 5525"/>
              <a:gd name="p0y8" fmla="*/ 8445 h 8445"/>
              <a:gd name="p0x9" fmla="*/ 240 w 5525"/>
              <a:gd name="p0y9" fmla="*/ 8445 h 8445"/>
              <a:gd name="p0x10" fmla="*/ 107 w 5525"/>
              <a:gd name="p0y10" fmla="*/ 8445 h 8445"/>
              <a:gd name="p0x11" fmla="*/ 0 w 5525"/>
              <a:gd name="p0y11" fmla="*/ 8337 h 8445"/>
              <a:gd name="p0x12" fmla="*/ 0 w 5525"/>
              <a:gd name="p0y12" fmla="*/ 8205 h 8445"/>
              <a:gd name="p0x13" fmla="*/ 0 w 5525"/>
              <a:gd name="p0y13" fmla="*/ 240 h 8445"/>
              <a:gd name="p0x14" fmla="*/ 0 w 5525"/>
              <a:gd name="p0y14" fmla="*/ 107 h 8445"/>
              <a:gd name="p0x15" fmla="*/ 107 w 5525"/>
              <a:gd name="p0y15" fmla="*/ 0 h 8445"/>
              <a:gd name="p0x16" fmla="*/ 24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1F5F9"/>
            </a:solidFill>
            <a:prstDash val="solid"/>
          </a:ln>
          <a:effectLst>
            <a:outerShdw blurRad="28575" dist="952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809625" y="14192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A838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e36d1872-b244-11f1-b667-da4b945ddb9a"/>
          <p:cNvPicPr/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933450" y="1543050"/>
            <a:ext cx="247650" cy="24765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457325" y="1364932"/>
            <a:ext cx="2393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课前准备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1457325" y="1752600"/>
            <a:ext cx="239397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Pre-class</a:t>
            </a:r>
            <a:endParaRPr sz="1200" spc="7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矩形 11"/>
          <p:cNvSpPr/>
          <p:nvPr>
            <p:custDataLst>
              <p:tags r:id="rId10"/>
            </p:custDataLst>
          </p:nvPr>
        </p:nvSpPr>
        <p:spPr>
          <a:xfrm>
            <a:off x="809625" y="2143125"/>
            <a:ext cx="3041650" cy="9525"/>
          </a:xfrm>
          <a:prstGeom prst="rect">
            <a:avLst/>
          </a:prstGeom>
          <a:solidFill>
            <a:srgbClr val="0F172A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809625" y="293814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8A838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e36d1933-b244-11f1-b667-da4b945ddb9a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-151" b="151"/>
          <a:stretch>
            <a:fillRect/>
          </a:stretch>
        </p:blipFill>
        <p:spPr>
          <a:xfrm>
            <a:off x="857250" y="2985770"/>
            <a:ext cx="209550" cy="20955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1228725" y="2924175"/>
            <a:ext cx="26225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明确学习目标</a:t>
            </a:r>
            <a:endParaRPr sz="15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1228725" y="3187065"/>
            <a:ext cx="262257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与核心知识点</a:t>
            </a:r>
            <a:endParaRPr sz="1200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矩形 18"/>
          <p:cNvSpPr/>
          <p:nvPr>
            <p:custDataLst>
              <p:tags r:id="rId17"/>
            </p:custDataLst>
          </p:nvPr>
        </p:nvSpPr>
        <p:spPr>
          <a:xfrm>
            <a:off x="809625" y="3462020"/>
            <a:ext cx="3041650" cy="9525"/>
          </a:xfrm>
          <a:prstGeom prst="rect">
            <a:avLst/>
          </a:prstGeom>
          <a:solidFill>
            <a:srgbClr val="0F172A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8"/>
            </p:custDataLst>
          </p:nvPr>
        </p:nvSpPr>
        <p:spPr>
          <a:xfrm>
            <a:off x="809625" y="406717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8A838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e36d193c-b244-11f1-b667-da4b945ddb9a"/>
          <p:cNvPicPr/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857250" y="4114800"/>
            <a:ext cx="209550" cy="20955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1228725" y="4052888"/>
            <a:ext cx="26225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设计导入问题</a:t>
            </a:r>
            <a:endParaRPr sz="15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1228725" y="4315778"/>
            <a:ext cx="262257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与课堂活动</a:t>
            </a:r>
            <a:endParaRPr sz="1200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矩形 25"/>
          <p:cNvSpPr/>
          <p:nvPr>
            <p:custDataLst>
              <p:tags r:id="rId24"/>
            </p:custDataLst>
          </p:nvPr>
        </p:nvSpPr>
        <p:spPr>
          <a:xfrm>
            <a:off x="809625" y="4591050"/>
            <a:ext cx="3041650" cy="9525"/>
          </a:xfrm>
          <a:prstGeom prst="rect">
            <a:avLst/>
          </a:prstGeom>
          <a:solidFill>
            <a:srgbClr val="0F172A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5"/>
            </p:custDataLst>
          </p:nvPr>
        </p:nvSpPr>
        <p:spPr>
          <a:xfrm>
            <a:off x="809625" y="519557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8A838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 descr="e36d1a2b-b244-11f1-b667-da4b945ddb9a"/>
          <p:cNvPicPr/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t="-151" b="151"/>
          <a:stretch>
            <a:fillRect/>
          </a:stretch>
        </p:blipFill>
        <p:spPr>
          <a:xfrm>
            <a:off x="857250" y="5243195"/>
            <a:ext cx="209550" cy="20955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29"/>
            </p:custDataLst>
          </p:nvPr>
        </p:nvSpPr>
        <p:spPr>
          <a:xfrm>
            <a:off x="1228725" y="5181600"/>
            <a:ext cx="26225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准备教学材料</a:t>
            </a:r>
            <a:endParaRPr sz="15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1228725" y="5444490"/>
            <a:ext cx="262257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与评价方式</a:t>
            </a:r>
            <a:endParaRPr sz="1200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1"/>
            </p:custDataLst>
          </p:nvPr>
        </p:nvSpPr>
        <p:spPr>
          <a:xfrm>
            <a:off x="632620" y="1114426"/>
            <a:ext cx="3395661" cy="3809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47" h="60">
                <a:moveTo>
                  <a:pt x="159" y="0"/>
                </a:moveTo>
                <a:lnTo>
                  <a:pt x="5189" y="0"/>
                </a:lnTo>
                <a:cubicBezTo>
                  <a:pt x="5250" y="0"/>
                  <a:pt x="5305" y="23"/>
                  <a:pt x="5347" y="60"/>
                </a:cubicBezTo>
                <a:lnTo>
                  <a:pt x="0" y="60"/>
                </a:lnTo>
                <a:cubicBezTo>
                  <a:pt x="42" y="23"/>
                  <a:pt x="98" y="0"/>
                  <a:pt x="159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2"/>
            </p:custDataLst>
          </p:nvPr>
        </p:nvSpPr>
        <p:spPr>
          <a:xfrm>
            <a:off x="434149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240 w 5525"/>
              <a:gd name="p0y0" fmla="*/ 0 h 8445"/>
              <a:gd name="p0x1" fmla="*/ 5285 w 5525"/>
              <a:gd name="p0y1" fmla="*/ 0 h 8445"/>
              <a:gd name="p0x2" fmla="*/ 5417 w 5525"/>
              <a:gd name="p0y2" fmla="*/ 0 h 8445"/>
              <a:gd name="p0x3" fmla="*/ 5525 w 5525"/>
              <a:gd name="p0y3" fmla="*/ 107 h 8445"/>
              <a:gd name="p0x4" fmla="*/ 5525 w 5525"/>
              <a:gd name="p0y4" fmla="*/ 240 h 8445"/>
              <a:gd name="p0x5" fmla="*/ 5525 w 5525"/>
              <a:gd name="p0y5" fmla="*/ 8205 h 8445"/>
              <a:gd name="p0x6" fmla="*/ 5525 w 5525"/>
              <a:gd name="p0y6" fmla="*/ 8337 h 8445"/>
              <a:gd name="p0x7" fmla="*/ 5417 w 5525"/>
              <a:gd name="p0y7" fmla="*/ 8445 h 8445"/>
              <a:gd name="p0x8" fmla="*/ 5285 w 5525"/>
              <a:gd name="p0y8" fmla="*/ 8445 h 8445"/>
              <a:gd name="p0x9" fmla="*/ 240 w 5525"/>
              <a:gd name="p0y9" fmla="*/ 8445 h 8445"/>
              <a:gd name="p0x10" fmla="*/ 107 w 5525"/>
              <a:gd name="p0y10" fmla="*/ 8445 h 8445"/>
              <a:gd name="p0x11" fmla="*/ 0 w 5525"/>
              <a:gd name="p0y11" fmla="*/ 8337 h 8445"/>
              <a:gd name="p0x12" fmla="*/ 0 w 5525"/>
              <a:gd name="p0y12" fmla="*/ 8205 h 8445"/>
              <a:gd name="p0x13" fmla="*/ 0 w 5525"/>
              <a:gd name="p0y13" fmla="*/ 240 h 8445"/>
              <a:gd name="p0x14" fmla="*/ 0 w 5525"/>
              <a:gd name="p0y14" fmla="*/ 107 h 8445"/>
              <a:gd name="p0x15" fmla="*/ 107 w 5525"/>
              <a:gd name="p0y15" fmla="*/ 0 h 8445"/>
              <a:gd name="p0x16" fmla="*/ 24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1F5F9"/>
            </a:solidFill>
            <a:prstDash val="solid"/>
          </a:ln>
          <a:effectLst>
            <a:outerShdw blurRad="28575" dist="952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33"/>
            </p:custDataLst>
          </p:nvPr>
        </p:nvSpPr>
        <p:spPr>
          <a:xfrm>
            <a:off x="4575175" y="14192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A838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e36d1c26-b244-11f1-b667-da4b945ddb9a"/>
          <p:cNvPicPr/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10" r="10"/>
          <a:stretch>
            <a:fillRect/>
          </a:stretch>
        </p:blipFill>
        <p:spPr>
          <a:xfrm>
            <a:off x="4699000" y="1543050"/>
            <a:ext cx="247650" cy="24765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37"/>
            </p:custDataLst>
          </p:nvPr>
        </p:nvSpPr>
        <p:spPr>
          <a:xfrm>
            <a:off x="5222901" y="1364932"/>
            <a:ext cx="2393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课堂实施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38"/>
            </p:custDataLst>
          </p:nvPr>
        </p:nvSpPr>
        <p:spPr>
          <a:xfrm>
            <a:off x="5222901" y="1752600"/>
            <a:ext cx="239397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In-class</a:t>
            </a:r>
            <a:endParaRPr sz="1200" spc="7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2" name="矩形 41"/>
          <p:cNvSpPr/>
          <p:nvPr>
            <p:custDataLst>
              <p:tags r:id="rId39"/>
            </p:custDataLst>
          </p:nvPr>
        </p:nvSpPr>
        <p:spPr>
          <a:xfrm>
            <a:off x="4575175" y="2143125"/>
            <a:ext cx="3041650" cy="9525"/>
          </a:xfrm>
          <a:prstGeom prst="rect">
            <a:avLst/>
          </a:prstGeom>
          <a:solidFill>
            <a:srgbClr val="0F172A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>
            <p:custDataLst>
              <p:tags r:id="rId40"/>
            </p:custDataLst>
          </p:nvPr>
        </p:nvSpPr>
        <p:spPr>
          <a:xfrm>
            <a:off x="4575175" y="271208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8A838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4" name="图片 43" descr="e36d1faf-b244-11f1-b667-da4b945ddb9a"/>
          <p:cNvPicPr/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12" t="-289" r="12" b="289"/>
          <a:stretch>
            <a:fillRect/>
          </a:stretch>
        </p:blipFill>
        <p:spPr>
          <a:xfrm>
            <a:off x="4622800" y="2759710"/>
            <a:ext cx="209550" cy="20955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44"/>
            </p:custDataLst>
          </p:nvPr>
        </p:nvSpPr>
        <p:spPr>
          <a:xfrm>
            <a:off x="4994301" y="2698404"/>
            <a:ext cx="26225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问题或情境导入</a:t>
            </a:r>
            <a:endParaRPr sz="15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45"/>
            </p:custDataLst>
          </p:nvPr>
        </p:nvSpPr>
        <p:spPr>
          <a:xfrm>
            <a:off x="4994301" y="2961294"/>
            <a:ext cx="262257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激发学习兴趣</a:t>
            </a:r>
            <a:endParaRPr sz="1200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9" name="矩形 48"/>
          <p:cNvSpPr/>
          <p:nvPr>
            <p:custDataLst>
              <p:tags r:id="rId46"/>
            </p:custDataLst>
          </p:nvPr>
        </p:nvSpPr>
        <p:spPr>
          <a:xfrm>
            <a:off x="4575175" y="3235960"/>
            <a:ext cx="3041650" cy="9525"/>
          </a:xfrm>
          <a:prstGeom prst="rect">
            <a:avLst/>
          </a:prstGeom>
          <a:solidFill>
            <a:srgbClr val="0F172A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>
            <p:custDataLst>
              <p:tags r:id="rId47"/>
            </p:custDataLst>
          </p:nvPr>
        </p:nvSpPr>
        <p:spPr>
          <a:xfrm>
            <a:off x="4575175" y="361505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8A838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1" name="图片 50" descr="e36d1c14-b244-11f1-b667-da4b945ddb9a"/>
          <p:cNvPicPr/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-12" t="-275" r="12" b="275"/>
          <a:stretch>
            <a:fillRect/>
          </a:stretch>
        </p:blipFill>
        <p:spPr>
          <a:xfrm>
            <a:off x="4622800" y="3662680"/>
            <a:ext cx="209550" cy="209550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51"/>
            </p:custDataLst>
          </p:nvPr>
        </p:nvSpPr>
        <p:spPr>
          <a:xfrm>
            <a:off x="4994301" y="3601345"/>
            <a:ext cx="26225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围绕核心内容</a:t>
            </a:r>
            <a:endParaRPr sz="15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52"/>
            </p:custDataLst>
          </p:nvPr>
        </p:nvSpPr>
        <p:spPr>
          <a:xfrm>
            <a:off x="4994301" y="3864235"/>
            <a:ext cx="262257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讲解与互动</a:t>
            </a:r>
            <a:endParaRPr sz="1200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6" name="矩形 55"/>
          <p:cNvSpPr/>
          <p:nvPr>
            <p:custDataLst>
              <p:tags r:id="rId53"/>
            </p:custDataLst>
          </p:nvPr>
        </p:nvSpPr>
        <p:spPr>
          <a:xfrm>
            <a:off x="4575175" y="4138930"/>
            <a:ext cx="3041650" cy="9525"/>
          </a:xfrm>
          <a:prstGeom prst="rect">
            <a:avLst/>
          </a:prstGeom>
          <a:solidFill>
            <a:srgbClr val="0F172A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任意多边形 56"/>
          <p:cNvSpPr/>
          <p:nvPr>
            <p:custDataLst>
              <p:tags r:id="rId54"/>
            </p:custDataLst>
          </p:nvPr>
        </p:nvSpPr>
        <p:spPr>
          <a:xfrm>
            <a:off x="4575175" y="451802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8A838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8" name="图片 57" descr="e36d1c3f-b244-11f1-b667-da4b945ddb9a"/>
          <p:cNvPicPr/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12" t="-262" r="12" b="262"/>
          <a:stretch>
            <a:fillRect/>
          </a:stretch>
        </p:blipFill>
        <p:spPr>
          <a:xfrm>
            <a:off x="4622800" y="4565650"/>
            <a:ext cx="209550" cy="209550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58"/>
            </p:custDataLst>
          </p:nvPr>
        </p:nvSpPr>
        <p:spPr>
          <a:xfrm>
            <a:off x="4994301" y="4504287"/>
            <a:ext cx="26225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练习</a:t>
            </a:r>
            <a:r>
              <a:rPr lang="en-US" altLang="zh-CN"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· </a:t>
            </a:r>
            <a:r>
              <a:rPr lang="zh-CN" altLang="en-US"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讨论</a:t>
            </a:r>
            <a:r>
              <a:rPr lang="en-US" altLang="zh-CN"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· </a:t>
            </a:r>
            <a:r>
              <a:rPr lang="zh-CN" altLang="en-US"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实践</a:t>
            </a:r>
            <a:endParaRPr lang="zh-CN" altLang="en-US" sz="15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59"/>
            </p:custDataLst>
          </p:nvPr>
        </p:nvSpPr>
        <p:spPr>
          <a:xfrm>
            <a:off x="4994301" y="4767177"/>
            <a:ext cx="262257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组织学生参与</a:t>
            </a:r>
            <a:endParaRPr sz="1200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3" name="矩形 62"/>
          <p:cNvSpPr/>
          <p:nvPr>
            <p:custDataLst>
              <p:tags r:id="rId60"/>
            </p:custDataLst>
          </p:nvPr>
        </p:nvSpPr>
        <p:spPr>
          <a:xfrm>
            <a:off x="4575175" y="5041900"/>
            <a:ext cx="3041650" cy="9525"/>
          </a:xfrm>
          <a:prstGeom prst="rect">
            <a:avLst/>
          </a:prstGeom>
          <a:solidFill>
            <a:srgbClr val="0F172A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>
            <p:custDataLst>
              <p:tags r:id="rId61"/>
            </p:custDataLst>
          </p:nvPr>
        </p:nvSpPr>
        <p:spPr>
          <a:xfrm>
            <a:off x="4575175" y="542099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8A838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5" name="图片 64" descr="e36d1d76-b244-11f1-b667-da4b945ddb9a"/>
          <p:cNvPicPr/>
          <p:nvPr>
            <p:custDataLst>
              <p:tags r:id="rId62"/>
            </p:custDataLst>
          </p:nvPr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 l="-12" t="-248" r="12" b="248"/>
          <a:stretch>
            <a:fillRect/>
          </a:stretch>
        </p:blipFill>
        <p:spPr>
          <a:xfrm>
            <a:off x="4622800" y="5468620"/>
            <a:ext cx="209550" cy="209550"/>
          </a:xfrm>
          <a:prstGeom prst="rect">
            <a:avLst/>
          </a:prstGeom>
        </p:spPr>
      </p:pic>
      <p:sp>
        <p:nvSpPr>
          <p:cNvPr id="68" name="文本框 67"/>
          <p:cNvSpPr txBox="1"/>
          <p:nvPr>
            <p:custDataLst>
              <p:tags r:id="rId65"/>
            </p:custDataLst>
          </p:nvPr>
        </p:nvSpPr>
        <p:spPr>
          <a:xfrm>
            <a:off x="4994301" y="5407228"/>
            <a:ext cx="26225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观察反馈</a:t>
            </a:r>
            <a:r>
              <a:rPr lang="en-US" altLang="zh-CN"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· </a:t>
            </a:r>
            <a:r>
              <a:rPr lang="zh-CN" altLang="en-US"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调整节奏</a:t>
            </a:r>
            <a:endParaRPr lang="zh-CN" altLang="en-US" sz="15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66"/>
            </p:custDataLst>
          </p:nvPr>
        </p:nvSpPr>
        <p:spPr>
          <a:xfrm>
            <a:off x="4994301" y="5670118"/>
            <a:ext cx="262257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活动中及时跟进</a:t>
            </a:r>
            <a:endParaRPr sz="1200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67"/>
            </p:custDataLst>
          </p:nvPr>
        </p:nvSpPr>
        <p:spPr>
          <a:xfrm>
            <a:off x="4398170" y="1114426"/>
            <a:ext cx="3395661" cy="3809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47" h="60">
                <a:moveTo>
                  <a:pt x="159" y="0"/>
                </a:moveTo>
                <a:lnTo>
                  <a:pt x="5189" y="0"/>
                </a:lnTo>
                <a:cubicBezTo>
                  <a:pt x="5250" y="0"/>
                  <a:pt x="5305" y="23"/>
                  <a:pt x="5347" y="60"/>
                </a:cubicBezTo>
                <a:lnTo>
                  <a:pt x="0" y="60"/>
                </a:lnTo>
                <a:cubicBezTo>
                  <a:pt x="42" y="23"/>
                  <a:pt x="98" y="0"/>
                  <a:pt x="159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71" name="任意多边形 70"/>
          <p:cNvSpPr/>
          <p:nvPr>
            <p:custDataLst>
              <p:tags r:id="rId68"/>
            </p:custDataLst>
          </p:nvPr>
        </p:nvSpPr>
        <p:spPr>
          <a:xfrm>
            <a:off x="810704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240 w 5525"/>
              <a:gd name="p0y0" fmla="*/ 0 h 8445"/>
              <a:gd name="p0x1" fmla="*/ 5285 w 5525"/>
              <a:gd name="p0y1" fmla="*/ 0 h 8445"/>
              <a:gd name="p0x2" fmla="*/ 5417 w 5525"/>
              <a:gd name="p0y2" fmla="*/ 0 h 8445"/>
              <a:gd name="p0x3" fmla="*/ 5525 w 5525"/>
              <a:gd name="p0y3" fmla="*/ 107 h 8445"/>
              <a:gd name="p0x4" fmla="*/ 5525 w 5525"/>
              <a:gd name="p0y4" fmla="*/ 240 h 8445"/>
              <a:gd name="p0x5" fmla="*/ 5525 w 5525"/>
              <a:gd name="p0y5" fmla="*/ 8205 h 8445"/>
              <a:gd name="p0x6" fmla="*/ 5525 w 5525"/>
              <a:gd name="p0y6" fmla="*/ 8337 h 8445"/>
              <a:gd name="p0x7" fmla="*/ 5417 w 5525"/>
              <a:gd name="p0y7" fmla="*/ 8445 h 8445"/>
              <a:gd name="p0x8" fmla="*/ 5285 w 5525"/>
              <a:gd name="p0y8" fmla="*/ 8445 h 8445"/>
              <a:gd name="p0x9" fmla="*/ 240 w 5525"/>
              <a:gd name="p0y9" fmla="*/ 8445 h 8445"/>
              <a:gd name="p0x10" fmla="*/ 107 w 5525"/>
              <a:gd name="p0y10" fmla="*/ 8445 h 8445"/>
              <a:gd name="p0x11" fmla="*/ 0 w 5525"/>
              <a:gd name="p0y11" fmla="*/ 8337 h 8445"/>
              <a:gd name="p0x12" fmla="*/ 0 w 5525"/>
              <a:gd name="p0y12" fmla="*/ 8205 h 8445"/>
              <a:gd name="p0x13" fmla="*/ 0 w 5525"/>
              <a:gd name="p0y13" fmla="*/ 240 h 8445"/>
              <a:gd name="p0x14" fmla="*/ 0 w 5525"/>
              <a:gd name="p0y14" fmla="*/ 107 h 8445"/>
              <a:gd name="p0x15" fmla="*/ 107 w 5525"/>
              <a:gd name="p0y15" fmla="*/ 0 h 8445"/>
              <a:gd name="p0x16" fmla="*/ 24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1F5F9"/>
            </a:solidFill>
            <a:prstDash val="solid"/>
          </a:ln>
          <a:effectLst>
            <a:outerShdw blurRad="28575" dist="952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>
            <p:custDataLst>
              <p:tags r:id="rId69"/>
            </p:custDataLst>
          </p:nvPr>
        </p:nvSpPr>
        <p:spPr>
          <a:xfrm>
            <a:off x="8340725" y="14192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60 w 780"/>
              <a:gd name="p0y0" fmla="*/ 0 h 780"/>
              <a:gd name="p0x1" fmla="*/ 720 w 780"/>
              <a:gd name="p0y1" fmla="*/ 0 h 780"/>
              <a:gd name="p0x2" fmla="*/ 753 w 780"/>
              <a:gd name="p0y2" fmla="*/ 0 h 780"/>
              <a:gd name="p0x3" fmla="*/ 780 w 780"/>
              <a:gd name="p0y3" fmla="*/ 26 h 780"/>
              <a:gd name="p0x4" fmla="*/ 780 w 780"/>
              <a:gd name="p0y4" fmla="*/ 60 h 780"/>
              <a:gd name="p0x5" fmla="*/ 780 w 780"/>
              <a:gd name="p0y5" fmla="*/ 720 h 780"/>
              <a:gd name="p0x6" fmla="*/ 780 w 780"/>
              <a:gd name="p0y6" fmla="*/ 753 h 780"/>
              <a:gd name="p0x7" fmla="*/ 753 w 780"/>
              <a:gd name="p0y7" fmla="*/ 780 h 780"/>
              <a:gd name="p0x8" fmla="*/ 720 w 780"/>
              <a:gd name="p0y8" fmla="*/ 780 h 780"/>
              <a:gd name="p0x9" fmla="*/ 60 w 780"/>
              <a:gd name="p0y9" fmla="*/ 780 h 780"/>
              <a:gd name="p0x10" fmla="*/ 26 w 780"/>
              <a:gd name="p0y10" fmla="*/ 780 h 780"/>
              <a:gd name="p0x11" fmla="*/ 0 w 780"/>
              <a:gd name="p0y11" fmla="*/ 753 h 780"/>
              <a:gd name="p0x12" fmla="*/ 0 w 780"/>
              <a:gd name="p0y12" fmla="*/ 720 h 780"/>
              <a:gd name="p0x13" fmla="*/ 0 w 780"/>
              <a:gd name="p0y13" fmla="*/ 60 h 780"/>
              <a:gd name="p0x14" fmla="*/ 0 w 780"/>
              <a:gd name="p0y14" fmla="*/ 26 h 780"/>
              <a:gd name="p0x15" fmla="*/ 26 w 780"/>
              <a:gd name="p0y15" fmla="*/ 0 h 780"/>
              <a:gd name="p0x16" fmla="*/ 6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A838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4" name="图片 73" descr="e36d1e34-b244-11f1-b667-da4b945ddb9a"/>
          <p:cNvPicPr/>
          <p:nvPr>
            <p:custDataLst>
              <p:tags r:id="rId70"/>
            </p:custDataLst>
          </p:nvPr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 l="-21" r="21"/>
          <a:stretch>
            <a:fillRect/>
          </a:stretch>
        </p:blipFill>
        <p:spPr>
          <a:xfrm>
            <a:off x="8464550" y="1543050"/>
            <a:ext cx="247650" cy="247650"/>
          </a:xfrm>
          <a:prstGeom prst="rect">
            <a:avLst/>
          </a:prstGeom>
        </p:spPr>
      </p:pic>
      <p:sp>
        <p:nvSpPr>
          <p:cNvPr id="77" name="文本框 76"/>
          <p:cNvSpPr txBox="1"/>
          <p:nvPr>
            <p:custDataLst>
              <p:tags r:id="rId73"/>
            </p:custDataLst>
          </p:nvPr>
        </p:nvSpPr>
        <p:spPr>
          <a:xfrm>
            <a:off x="8988476" y="1364932"/>
            <a:ext cx="2393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课后巩固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74"/>
            </p:custDataLst>
          </p:nvPr>
        </p:nvSpPr>
        <p:spPr>
          <a:xfrm>
            <a:off x="8988476" y="1752600"/>
            <a:ext cx="239397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Post-class</a:t>
            </a:r>
            <a:endParaRPr sz="1200" spc="7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9" name="矩形 78"/>
          <p:cNvSpPr/>
          <p:nvPr>
            <p:custDataLst>
              <p:tags r:id="rId75"/>
            </p:custDataLst>
          </p:nvPr>
        </p:nvSpPr>
        <p:spPr>
          <a:xfrm>
            <a:off x="8340725" y="2143125"/>
            <a:ext cx="3041650" cy="9525"/>
          </a:xfrm>
          <a:prstGeom prst="rect">
            <a:avLst/>
          </a:prstGeom>
          <a:solidFill>
            <a:srgbClr val="0F172A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任意多边形 79"/>
          <p:cNvSpPr/>
          <p:nvPr>
            <p:custDataLst>
              <p:tags r:id="rId76"/>
            </p:custDataLst>
          </p:nvPr>
        </p:nvSpPr>
        <p:spPr>
          <a:xfrm>
            <a:off x="8340725" y="293814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8A838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1" name="图片 80" descr="e36d1ea5-b244-11f1-b667-da4b945ddb9a"/>
          <p:cNvPicPr/>
          <p:nvPr>
            <p:custDataLst>
              <p:tags r:id="rId77"/>
            </p:custDataLst>
          </p:nvPr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rcRect l="-24" t="-151" r="24" b="151"/>
          <a:stretch>
            <a:fillRect/>
          </a:stretch>
        </p:blipFill>
        <p:spPr>
          <a:xfrm>
            <a:off x="8388350" y="2985770"/>
            <a:ext cx="209550" cy="209550"/>
          </a:xfrm>
          <a:prstGeom prst="rect">
            <a:avLst/>
          </a:prstGeom>
        </p:spPr>
      </p:pic>
      <p:sp>
        <p:nvSpPr>
          <p:cNvPr id="84" name="文本框 83"/>
          <p:cNvSpPr txBox="1"/>
          <p:nvPr>
            <p:custDataLst>
              <p:tags r:id="rId80"/>
            </p:custDataLst>
          </p:nvPr>
        </p:nvSpPr>
        <p:spPr>
          <a:xfrm>
            <a:off x="8759876" y="2924175"/>
            <a:ext cx="26225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布置针对性练习</a:t>
            </a:r>
            <a:endParaRPr sz="15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81"/>
            </p:custDataLst>
          </p:nvPr>
        </p:nvSpPr>
        <p:spPr>
          <a:xfrm>
            <a:off x="8759876" y="3187065"/>
            <a:ext cx="262257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或拓展任务</a:t>
            </a:r>
            <a:endParaRPr sz="1200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6" name="矩形 85"/>
          <p:cNvSpPr/>
          <p:nvPr>
            <p:custDataLst>
              <p:tags r:id="rId82"/>
            </p:custDataLst>
          </p:nvPr>
        </p:nvSpPr>
        <p:spPr>
          <a:xfrm>
            <a:off x="8340725" y="3462020"/>
            <a:ext cx="3041650" cy="9525"/>
          </a:xfrm>
          <a:prstGeom prst="rect">
            <a:avLst/>
          </a:prstGeom>
          <a:solidFill>
            <a:srgbClr val="0F172A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任意多边形 86"/>
          <p:cNvSpPr/>
          <p:nvPr>
            <p:custDataLst>
              <p:tags r:id="rId83"/>
            </p:custDataLst>
          </p:nvPr>
        </p:nvSpPr>
        <p:spPr>
          <a:xfrm>
            <a:off x="8340725" y="406717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8A838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8" name="图片 87" descr="e36d1d83-b244-11f1-b667-da4b945ddb9a"/>
          <p:cNvPicPr/>
          <p:nvPr>
            <p:custDataLst>
              <p:tags r:id="rId84"/>
            </p:custDataLst>
          </p:nvPr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rcRect l="-24" r="24"/>
          <a:stretch>
            <a:fillRect/>
          </a:stretch>
        </p:blipFill>
        <p:spPr>
          <a:xfrm>
            <a:off x="8388350" y="4114800"/>
            <a:ext cx="209550" cy="209550"/>
          </a:xfrm>
          <a:prstGeom prst="rect">
            <a:avLst/>
          </a:prstGeom>
        </p:spPr>
      </p:pic>
      <p:sp>
        <p:nvSpPr>
          <p:cNvPr id="91" name="文本框 90"/>
          <p:cNvSpPr txBox="1"/>
          <p:nvPr>
            <p:custDataLst>
              <p:tags r:id="rId87"/>
            </p:custDataLst>
          </p:nvPr>
        </p:nvSpPr>
        <p:spPr>
          <a:xfrm>
            <a:off x="8759876" y="4052888"/>
            <a:ext cx="26225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收集作业数据</a:t>
            </a:r>
            <a:endParaRPr sz="15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2" name="文本框 91"/>
          <p:cNvSpPr txBox="1"/>
          <p:nvPr>
            <p:custDataLst>
              <p:tags r:id="rId88"/>
            </p:custDataLst>
          </p:nvPr>
        </p:nvSpPr>
        <p:spPr>
          <a:xfrm>
            <a:off x="8759876" y="4315778"/>
            <a:ext cx="262257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与课堂表现数据</a:t>
            </a:r>
            <a:endParaRPr sz="1200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3" name="矩形 92"/>
          <p:cNvSpPr/>
          <p:nvPr>
            <p:custDataLst>
              <p:tags r:id="rId89"/>
            </p:custDataLst>
          </p:nvPr>
        </p:nvSpPr>
        <p:spPr>
          <a:xfrm>
            <a:off x="8340725" y="4591050"/>
            <a:ext cx="3041650" cy="9525"/>
          </a:xfrm>
          <a:prstGeom prst="rect">
            <a:avLst/>
          </a:prstGeom>
          <a:solidFill>
            <a:srgbClr val="0F172A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任意多边形 93"/>
          <p:cNvSpPr/>
          <p:nvPr>
            <p:custDataLst>
              <p:tags r:id="rId90"/>
            </p:custDataLst>
          </p:nvPr>
        </p:nvSpPr>
        <p:spPr>
          <a:xfrm>
            <a:off x="8340725" y="519557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8A838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5" name="图片 94" descr="e36d2168-b244-11f1-b667-da4b945ddb9a"/>
          <p:cNvPicPr/>
          <p:nvPr>
            <p:custDataLst>
              <p:tags r:id="rId91"/>
            </p:custDataLst>
          </p:nvPr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rcRect l="-24" t="-151" r="24" b="151"/>
          <a:stretch>
            <a:fillRect/>
          </a:stretch>
        </p:blipFill>
        <p:spPr>
          <a:xfrm>
            <a:off x="8388350" y="5243195"/>
            <a:ext cx="209550" cy="209550"/>
          </a:xfrm>
          <a:prstGeom prst="rect">
            <a:avLst/>
          </a:prstGeom>
        </p:spPr>
      </p:pic>
      <p:sp>
        <p:nvSpPr>
          <p:cNvPr id="98" name="文本框 97"/>
          <p:cNvSpPr txBox="1"/>
          <p:nvPr>
            <p:custDataLst>
              <p:tags r:id="rId94"/>
            </p:custDataLst>
          </p:nvPr>
        </p:nvSpPr>
        <p:spPr>
          <a:xfrm>
            <a:off x="8759876" y="5181600"/>
            <a:ext cx="26225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反思优化设计</a:t>
            </a:r>
            <a:endParaRPr sz="15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9" name="文本框 98"/>
          <p:cNvSpPr txBox="1"/>
          <p:nvPr>
            <p:custDataLst>
              <p:tags r:id="rId95"/>
            </p:custDataLst>
          </p:nvPr>
        </p:nvSpPr>
        <p:spPr>
          <a:xfrm>
            <a:off x="8759876" y="5444490"/>
            <a:ext cx="262257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形成闭环迭代</a:t>
            </a:r>
            <a:endParaRPr sz="1200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2" name="任意多边形 71"/>
          <p:cNvSpPr/>
          <p:nvPr>
            <p:custDataLst>
              <p:tags r:id="rId96"/>
            </p:custDataLst>
          </p:nvPr>
        </p:nvSpPr>
        <p:spPr>
          <a:xfrm>
            <a:off x="8163720" y="1114426"/>
            <a:ext cx="3395661" cy="3809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347" h="60">
                <a:moveTo>
                  <a:pt x="159" y="0"/>
                </a:moveTo>
                <a:lnTo>
                  <a:pt x="5189" y="0"/>
                </a:lnTo>
                <a:cubicBezTo>
                  <a:pt x="5250" y="0"/>
                  <a:pt x="5305" y="23"/>
                  <a:pt x="5347" y="60"/>
                </a:cubicBezTo>
                <a:lnTo>
                  <a:pt x="0" y="60"/>
                </a:lnTo>
                <a:cubicBezTo>
                  <a:pt x="42" y="23"/>
                  <a:pt x="98" y="0"/>
                  <a:pt x="159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1A3C2E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2024</a:t>
            </a:r>
            <a:r>
              <a:rPr lang="zh-CN" altLang="en-US" sz="3000" b="1">
                <a:solidFill>
                  <a:srgbClr val="1A3C2E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年各省份业务覆盖门店数</a:t>
            </a:r>
            <a:r>
              <a:rPr lang="en-US" altLang="zh-CN" sz="3000" b="1">
                <a:solidFill>
                  <a:srgbClr val="1A3C2E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TOP8</a:t>
            </a:r>
            <a:endParaRPr lang="en-US" altLang="zh-CN" sz="3000" b="1">
              <a:solidFill>
                <a:srgbClr val="1A3C2E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广东以</a:t>
            </a:r>
            <a:r>
              <a:rPr lang="en-US" altLang="zh-CN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386 </a:t>
            </a:r>
            <a:r>
              <a:rPr lang="zh-CN" altLang="en-US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家领跑，与第二名拉开</a:t>
            </a:r>
            <a:r>
              <a:rPr lang="en-US" altLang="zh-CN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74 </a:t>
            </a:r>
            <a:r>
              <a:rPr lang="zh-CN" altLang="en-US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家差距。</a:t>
            </a:r>
            <a:endParaRPr lang="zh-CN" altLang="en-US" sz="150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5"/>
            </p:custDataLst>
          </p:nvPr>
        </p:nvSpPr>
        <p:spPr>
          <a:xfrm>
            <a:off x="575945" y="1452245"/>
            <a:ext cx="1271905" cy="1526540"/>
          </a:xfrm>
          <a:custGeom>
            <a:avLst/>
            <a:gdLst>
              <a:gd name="sw" fmla="*/ 1 w 2002"/>
              <a:gd name="sh" fmla="*/ 1 h 2404"/>
              <a:gd name="mins" fmla="min sw sh"/>
              <a:gd name="dsw" fmla="+- 0 sw mins"/>
              <a:gd name="dsh" fmla="+- 0 sh mins"/>
              <a:gd name="p0x0" fmla="*/ 240 w 2002"/>
              <a:gd name="p0y0" fmla="*/ 0 h 2404"/>
              <a:gd name="p0x1" fmla="*/ 1762 w 2002"/>
              <a:gd name="p0y1" fmla="*/ 0 h 2404"/>
              <a:gd name="p0x2" fmla="*/ 1895 w 2002"/>
              <a:gd name="p0y2" fmla="*/ 0 h 2404"/>
              <a:gd name="p0x3" fmla="*/ 2002 w 2002"/>
              <a:gd name="p0y3" fmla="*/ 107 h 2404"/>
              <a:gd name="p0x4" fmla="*/ 2002 w 2002"/>
              <a:gd name="p0y4" fmla="*/ 240 h 2404"/>
              <a:gd name="p0x5" fmla="*/ 2002 w 2002"/>
              <a:gd name="p0y5" fmla="*/ 2164 h 2404"/>
              <a:gd name="p0x6" fmla="*/ 2002 w 2002"/>
              <a:gd name="p0y6" fmla="*/ 2296 h 2404"/>
              <a:gd name="p0x7" fmla="*/ 1895 w 2002"/>
              <a:gd name="p0y7" fmla="*/ 2404 h 2404"/>
              <a:gd name="p0x8" fmla="*/ 1762 w 2002"/>
              <a:gd name="p0y8" fmla="*/ 2404 h 2404"/>
              <a:gd name="p0x9" fmla="*/ 240 w 2002"/>
              <a:gd name="p0y9" fmla="*/ 2404 h 2404"/>
              <a:gd name="p0x10" fmla="*/ 107 w 2002"/>
              <a:gd name="p0y10" fmla="*/ 2404 h 2404"/>
              <a:gd name="p0x11" fmla="*/ 0 w 2002"/>
              <a:gd name="p0y11" fmla="*/ 2296 h 2404"/>
              <a:gd name="p0x12" fmla="*/ 0 w 2002"/>
              <a:gd name="p0y12" fmla="*/ 2164 h 2404"/>
              <a:gd name="p0x13" fmla="*/ 0 w 2002"/>
              <a:gd name="p0y13" fmla="*/ 240 h 2404"/>
              <a:gd name="p0x14" fmla="*/ 0 w 2002"/>
              <a:gd name="p0y14" fmla="*/ 107 h 2404"/>
              <a:gd name="p0x15" fmla="*/ 107 w 2002"/>
              <a:gd name="p0y15" fmla="*/ 0 h 2404"/>
              <a:gd name="p0x16" fmla="*/ 240 w 2002"/>
              <a:gd name="p0y16" fmla="*/ 0 h 24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0E0E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695325" y="1771088"/>
            <a:ext cx="1313107" cy="5133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386</a:t>
            </a:r>
            <a:endParaRPr sz="3600"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518942" y="1972065"/>
            <a:ext cx="457276" cy="2543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家</a:t>
            </a:r>
            <a:endParaRPr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695325" y="2280676"/>
            <a:ext cx="1033463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广东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1971675" y="1452245"/>
            <a:ext cx="1271270" cy="1526540"/>
          </a:xfrm>
          <a:custGeom>
            <a:avLst/>
            <a:gdLst>
              <a:gd name="sw" fmla="*/ 1 w 2002"/>
              <a:gd name="sh" fmla="*/ 1 h 2404"/>
              <a:gd name="mins" fmla="min sw sh"/>
              <a:gd name="dsw" fmla="+- 0 sw mins"/>
              <a:gd name="dsh" fmla="+- 0 sh mins"/>
              <a:gd name="p0x0" fmla="*/ 240 w 2002"/>
              <a:gd name="p0y0" fmla="*/ 0 h 2404"/>
              <a:gd name="p0x1" fmla="*/ 1762 w 2002"/>
              <a:gd name="p0y1" fmla="*/ 0 h 2404"/>
              <a:gd name="p0x2" fmla="*/ 1895 w 2002"/>
              <a:gd name="p0y2" fmla="*/ 0 h 2404"/>
              <a:gd name="p0x3" fmla="*/ 2002 w 2002"/>
              <a:gd name="p0y3" fmla="*/ 107 h 2404"/>
              <a:gd name="p0x4" fmla="*/ 2002 w 2002"/>
              <a:gd name="p0y4" fmla="*/ 240 h 2404"/>
              <a:gd name="p0x5" fmla="*/ 2002 w 2002"/>
              <a:gd name="p0y5" fmla="*/ 2164 h 2404"/>
              <a:gd name="p0x6" fmla="*/ 2002 w 2002"/>
              <a:gd name="p0y6" fmla="*/ 2296 h 2404"/>
              <a:gd name="p0x7" fmla="*/ 1895 w 2002"/>
              <a:gd name="p0y7" fmla="*/ 2404 h 2404"/>
              <a:gd name="p0x8" fmla="*/ 1762 w 2002"/>
              <a:gd name="p0y8" fmla="*/ 2404 h 2404"/>
              <a:gd name="p0x9" fmla="*/ 240 w 2002"/>
              <a:gd name="p0y9" fmla="*/ 2404 h 2404"/>
              <a:gd name="p0x10" fmla="*/ 107 w 2002"/>
              <a:gd name="p0y10" fmla="*/ 2404 h 2404"/>
              <a:gd name="p0x11" fmla="*/ 0 w 2002"/>
              <a:gd name="p0y11" fmla="*/ 2296 h 2404"/>
              <a:gd name="p0x12" fmla="*/ 0 w 2002"/>
              <a:gd name="p0y12" fmla="*/ 2164 h 2404"/>
              <a:gd name="p0x13" fmla="*/ 0 w 2002"/>
              <a:gd name="p0y13" fmla="*/ 240 h 2404"/>
              <a:gd name="p0x14" fmla="*/ 0 w 2002"/>
              <a:gd name="p0y14" fmla="*/ 107 h 2404"/>
              <a:gd name="p0x15" fmla="*/ 107 w 2002"/>
              <a:gd name="p0y15" fmla="*/ 0 h 2404"/>
              <a:gd name="p0x16" fmla="*/ 240 w 2002"/>
              <a:gd name="p0y16" fmla="*/ 0 h 24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0E0E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2090738" y="1771088"/>
            <a:ext cx="1313107" cy="5133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312</a:t>
            </a:r>
            <a:endParaRPr sz="3600"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2914355" y="1972065"/>
            <a:ext cx="457276" cy="2543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家</a:t>
            </a:r>
            <a:endParaRPr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2090738" y="2280676"/>
            <a:ext cx="1033463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江苏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3366770" y="1452245"/>
            <a:ext cx="1271905" cy="1526540"/>
          </a:xfrm>
          <a:custGeom>
            <a:avLst/>
            <a:gdLst>
              <a:gd name="sw" fmla="*/ 1 w 2002"/>
              <a:gd name="sh" fmla="*/ 1 h 2404"/>
              <a:gd name="mins" fmla="min sw sh"/>
              <a:gd name="dsw" fmla="+- 0 sw mins"/>
              <a:gd name="dsh" fmla="+- 0 sh mins"/>
              <a:gd name="p0x0" fmla="*/ 240 w 2002"/>
              <a:gd name="p0y0" fmla="*/ 0 h 2404"/>
              <a:gd name="p0x1" fmla="*/ 1762 w 2002"/>
              <a:gd name="p0y1" fmla="*/ 0 h 2404"/>
              <a:gd name="p0x2" fmla="*/ 1895 w 2002"/>
              <a:gd name="p0y2" fmla="*/ 0 h 2404"/>
              <a:gd name="p0x3" fmla="*/ 2002 w 2002"/>
              <a:gd name="p0y3" fmla="*/ 107 h 2404"/>
              <a:gd name="p0x4" fmla="*/ 2002 w 2002"/>
              <a:gd name="p0y4" fmla="*/ 240 h 2404"/>
              <a:gd name="p0x5" fmla="*/ 2002 w 2002"/>
              <a:gd name="p0y5" fmla="*/ 2164 h 2404"/>
              <a:gd name="p0x6" fmla="*/ 2002 w 2002"/>
              <a:gd name="p0y6" fmla="*/ 2296 h 2404"/>
              <a:gd name="p0x7" fmla="*/ 1895 w 2002"/>
              <a:gd name="p0y7" fmla="*/ 2404 h 2404"/>
              <a:gd name="p0x8" fmla="*/ 1762 w 2002"/>
              <a:gd name="p0y8" fmla="*/ 2404 h 2404"/>
              <a:gd name="p0x9" fmla="*/ 240 w 2002"/>
              <a:gd name="p0y9" fmla="*/ 2404 h 2404"/>
              <a:gd name="p0x10" fmla="*/ 107 w 2002"/>
              <a:gd name="p0y10" fmla="*/ 2404 h 2404"/>
              <a:gd name="p0x11" fmla="*/ 0 w 2002"/>
              <a:gd name="p0y11" fmla="*/ 2296 h 2404"/>
              <a:gd name="p0x12" fmla="*/ 0 w 2002"/>
              <a:gd name="p0y12" fmla="*/ 2164 h 2404"/>
              <a:gd name="p0x13" fmla="*/ 0 w 2002"/>
              <a:gd name="p0y13" fmla="*/ 240 h 2404"/>
              <a:gd name="p0x14" fmla="*/ 0 w 2002"/>
              <a:gd name="p0y14" fmla="*/ 107 h 2404"/>
              <a:gd name="p0x15" fmla="*/ 107 w 2002"/>
              <a:gd name="p0y15" fmla="*/ 0 h 2404"/>
              <a:gd name="p0x16" fmla="*/ 240 w 2002"/>
              <a:gd name="p0y16" fmla="*/ 0 h 24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0E0E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3486150" y="1771088"/>
            <a:ext cx="1313107" cy="5133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278</a:t>
            </a:r>
            <a:endParaRPr sz="3600"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4309767" y="1972065"/>
            <a:ext cx="457276" cy="2543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家</a:t>
            </a:r>
            <a:endParaRPr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3486150" y="2280676"/>
            <a:ext cx="1033463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浙江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7"/>
            </p:custDataLst>
          </p:nvPr>
        </p:nvSpPr>
        <p:spPr>
          <a:xfrm>
            <a:off x="4762500" y="1452245"/>
            <a:ext cx="1271270" cy="1526540"/>
          </a:xfrm>
          <a:custGeom>
            <a:avLst/>
            <a:gdLst>
              <a:gd name="sw" fmla="*/ 1 w 2002"/>
              <a:gd name="sh" fmla="*/ 1 h 2404"/>
              <a:gd name="mins" fmla="min sw sh"/>
              <a:gd name="dsw" fmla="+- 0 sw mins"/>
              <a:gd name="dsh" fmla="+- 0 sh mins"/>
              <a:gd name="p0x0" fmla="*/ 240 w 2002"/>
              <a:gd name="p0y0" fmla="*/ 0 h 2404"/>
              <a:gd name="p0x1" fmla="*/ 1762 w 2002"/>
              <a:gd name="p0y1" fmla="*/ 0 h 2404"/>
              <a:gd name="p0x2" fmla="*/ 1895 w 2002"/>
              <a:gd name="p0y2" fmla="*/ 0 h 2404"/>
              <a:gd name="p0x3" fmla="*/ 2002 w 2002"/>
              <a:gd name="p0y3" fmla="*/ 107 h 2404"/>
              <a:gd name="p0x4" fmla="*/ 2002 w 2002"/>
              <a:gd name="p0y4" fmla="*/ 240 h 2404"/>
              <a:gd name="p0x5" fmla="*/ 2002 w 2002"/>
              <a:gd name="p0y5" fmla="*/ 2164 h 2404"/>
              <a:gd name="p0x6" fmla="*/ 2002 w 2002"/>
              <a:gd name="p0y6" fmla="*/ 2296 h 2404"/>
              <a:gd name="p0x7" fmla="*/ 1895 w 2002"/>
              <a:gd name="p0y7" fmla="*/ 2404 h 2404"/>
              <a:gd name="p0x8" fmla="*/ 1762 w 2002"/>
              <a:gd name="p0y8" fmla="*/ 2404 h 2404"/>
              <a:gd name="p0x9" fmla="*/ 240 w 2002"/>
              <a:gd name="p0y9" fmla="*/ 2404 h 2404"/>
              <a:gd name="p0x10" fmla="*/ 107 w 2002"/>
              <a:gd name="p0y10" fmla="*/ 2404 h 2404"/>
              <a:gd name="p0x11" fmla="*/ 0 w 2002"/>
              <a:gd name="p0y11" fmla="*/ 2296 h 2404"/>
              <a:gd name="p0x12" fmla="*/ 0 w 2002"/>
              <a:gd name="p0y12" fmla="*/ 2164 h 2404"/>
              <a:gd name="p0x13" fmla="*/ 0 w 2002"/>
              <a:gd name="p0y13" fmla="*/ 240 h 2404"/>
              <a:gd name="p0x14" fmla="*/ 0 w 2002"/>
              <a:gd name="p0y14" fmla="*/ 107 h 2404"/>
              <a:gd name="p0x15" fmla="*/ 107 w 2002"/>
              <a:gd name="p0y15" fmla="*/ 0 h 2404"/>
              <a:gd name="p0x16" fmla="*/ 240 w 2002"/>
              <a:gd name="p0y16" fmla="*/ 0 h 24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0E0E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4881563" y="1771088"/>
            <a:ext cx="1313107" cy="5133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241</a:t>
            </a:r>
            <a:endParaRPr sz="3600"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5705180" y="1972065"/>
            <a:ext cx="457276" cy="2543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家</a:t>
            </a:r>
            <a:endParaRPr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0"/>
            </p:custDataLst>
          </p:nvPr>
        </p:nvSpPr>
        <p:spPr>
          <a:xfrm>
            <a:off x="4881563" y="2280676"/>
            <a:ext cx="1033463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山东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1"/>
            </p:custDataLst>
          </p:nvPr>
        </p:nvSpPr>
        <p:spPr>
          <a:xfrm>
            <a:off x="6157595" y="1452245"/>
            <a:ext cx="1271905" cy="1526540"/>
          </a:xfrm>
          <a:custGeom>
            <a:avLst/>
            <a:gdLst>
              <a:gd name="sw" fmla="*/ 1 w 2002"/>
              <a:gd name="sh" fmla="*/ 1 h 2404"/>
              <a:gd name="mins" fmla="min sw sh"/>
              <a:gd name="dsw" fmla="+- 0 sw mins"/>
              <a:gd name="dsh" fmla="+- 0 sh mins"/>
              <a:gd name="p0x0" fmla="*/ 240 w 2002"/>
              <a:gd name="p0y0" fmla="*/ 0 h 2404"/>
              <a:gd name="p0x1" fmla="*/ 1762 w 2002"/>
              <a:gd name="p0y1" fmla="*/ 0 h 2404"/>
              <a:gd name="p0x2" fmla="*/ 1895 w 2002"/>
              <a:gd name="p0y2" fmla="*/ 0 h 2404"/>
              <a:gd name="p0x3" fmla="*/ 2002 w 2002"/>
              <a:gd name="p0y3" fmla="*/ 107 h 2404"/>
              <a:gd name="p0x4" fmla="*/ 2002 w 2002"/>
              <a:gd name="p0y4" fmla="*/ 240 h 2404"/>
              <a:gd name="p0x5" fmla="*/ 2002 w 2002"/>
              <a:gd name="p0y5" fmla="*/ 2164 h 2404"/>
              <a:gd name="p0x6" fmla="*/ 2002 w 2002"/>
              <a:gd name="p0y6" fmla="*/ 2296 h 2404"/>
              <a:gd name="p0x7" fmla="*/ 1895 w 2002"/>
              <a:gd name="p0y7" fmla="*/ 2404 h 2404"/>
              <a:gd name="p0x8" fmla="*/ 1762 w 2002"/>
              <a:gd name="p0y8" fmla="*/ 2404 h 2404"/>
              <a:gd name="p0x9" fmla="*/ 240 w 2002"/>
              <a:gd name="p0y9" fmla="*/ 2404 h 2404"/>
              <a:gd name="p0x10" fmla="*/ 107 w 2002"/>
              <a:gd name="p0y10" fmla="*/ 2404 h 2404"/>
              <a:gd name="p0x11" fmla="*/ 0 w 2002"/>
              <a:gd name="p0y11" fmla="*/ 2296 h 2404"/>
              <a:gd name="p0x12" fmla="*/ 0 w 2002"/>
              <a:gd name="p0y12" fmla="*/ 2164 h 2404"/>
              <a:gd name="p0x13" fmla="*/ 0 w 2002"/>
              <a:gd name="p0y13" fmla="*/ 240 h 2404"/>
              <a:gd name="p0x14" fmla="*/ 0 w 2002"/>
              <a:gd name="p0y14" fmla="*/ 107 h 2404"/>
              <a:gd name="p0x15" fmla="*/ 107 w 2002"/>
              <a:gd name="p0y15" fmla="*/ 0 h 2404"/>
              <a:gd name="p0x16" fmla="*/ 240 w 2002"/>
              <a:gd name="p0y16" fmla="*/ 0 h 24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0E0E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6276975" y="1815855"/>
            <a:ext cx="1094261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203</a:t>
            </a:r>
            <a:endParaRPr sz="3000"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7028335" y="1943490"/>
            <a:ext cx="457276" cy="2543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家</a:t>
            </a:r>
            <a:endParaRPr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6276975" y="2242576"/>
            <a:ext cx="1033463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四川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5"/>
            </p:custDataLst>
          </p:nvPr>
        </p:nvSpPr>
        <p:spPr>
          <a:xfrm>
            <a:off x="7553325" y="1452245"/>
            <a:ext cx="1271270" cy="1526540"/>
          </a:xfrm>
          <a:custGeom>
            <a:avLst/>
            <a:gdLst>
              <a:gd name="sw" fmla="*/ 1 w 2002"/>
              <a:gd name="sh" fmla="*/ 1 h 2404"/>
              <a:gd name="mins" fmla="min sw sh"/>
              <a:gd name="dsw" fmla="+- 0 sw mins"/>
              <a:gd name="dsh" fmla="+- 0 sh mins"/>
              <a:gd name="p0x0" fmla="*/ 240 w 2002"/>
              <a:gd name="p0y0" fmla="*/ 0 h 2404"/>
              <a:gd name="p0x1" fmla="*/ 1762 w 2002"/>
              <a:gd name="p0y1" fmla="*/ 0 h 2404"/>
              <a:gd name="p0x2" fmla="*/ 1895 w 2002"/>
              <a:gd name="p0y2" fmla="*/ 0 h 2404"/>
              <a:gd name="p0x3" fmla="*/ 2002 w 2002"/>
              <a:gd name="p0y3" fmla="*/ 107 h 2404"/>
              <a:gd name="p0x4" fmla="*/ 2002 w 2002"/>
              <a:gd name="p0y4" fmla="*/ 240 h 2404"/>
              <a:gd name="p0x5" fmla="*/ 2002 w 2002"/>
              <a:gd name="p0y5" fmla="*/ 2164 h 2404"/>
              <a:gd name="p0x6" fmla="*/ 2002 w 2002"/>
              <a:gd name="p0y6" fmla="*/ 2296 h 2404"/>
              <a:gd name="p0x7" fmla="*/ 1895 w 2002"/>
              <a:gd name="p0y7" fmla="*/ 2404 h 2404"/>
              <a:gd name="p0x8" fmla="*/ 1762 w 2002"/>
              <a:gd name="p0y8" fmla="*/ 2404 h 2404"/>
              <a:gd name="p0x9" fmla="*/ 240 w 2002"/>
              <a:gd name="p0y9" fmla="*/ 2404 h 2404"/>
              <a:gd name="p0x10" fmla="*/ 107 w 2002"/>
              <a:gd name="p0y10" fmla="*/ 2404 h 2404"/>
              <a:gd name="p0x11" fmla="*/ 0 w 2002"/>
              <a:gd name="p0y11" fmla="*/ 2296 h 2404"/>
              <a:gd name="p0x12" fmla="*/ 0 w 2002"/>
              <a:gd name="p0y12" fmla="*/ 2164 h 2404"/>
              <a:gd name="p0x13" fmla="*/ 0 w 2002"/>
              <a:gd name="p0y13" fmla="*/ 240 h 2404"/>
              <a:gd name="p0x14" fmla="*/ 0 w 2002"/>
              <a:gd name="p0y14" fmla="*/ 107 h 2404"/>
              <a:gd name="p0x15" fmla="*/ 107 w 2002"/>
              <a:gd name="p0y15" fmla="*/ 0 h 2404"/>
              <a:gd name="p0x16" fmla="*/ 240 w 2002"/>
              <a:gd name="p0y16" fmla="*/ 0 h 24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0E0E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6"/>
            </p:custDataLst>
          </p:nvPr>
        </p:nvSpPr>
        <p:spPr>
          <a:xfrm>
            <a:off x="7672388" y="1815855"/>
            <a:ext cx="1094261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187</a:t>
            </a:r>
            <a:endParaRPr sz="3000"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7"/>
            </p:custDataLst>
          </p:nvPr>
        </p:nvSpPr>
        <p:spPr>
          <a:xfrm>
            <a:off x="8423748" y="1943490"/>
            <a:ext cx="457276" cy="2543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家</a:t>
            </a:r>
            <a:endParaRPr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8"/>
            </p:custDataLst>
          </p:nvPr>
        </p:nvSpPr>
        <p:spPr>
          <a:xfrm>
            <a:off x="7672388" y="2242576"/>
            <a:ext cx="1033463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河南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9"/>
            </p:custDataLst>
          </p:nvPr>
        </p:nvSpPr>
        <p:spPr>
          <a:xfrm>
            <a:off x="8948420" y="1452245"/>
            <a:ext cx="1271905" cy="1526540"/>
          </a:xfrm>
          <a:custGeom>
            <a:avLst/>
            <a:gdLst>
              <a:gd name="sw" fmla="*/ 1 w 2002"/>
              <a:gd name="sh" fmla="*/ 1 h 2404"/>
              <a:gd name="mins" fmla="min sw sh"/>
              <a:gd name="dsw" fmla="+- 0 sw mins"/>
              <a:gd name="dsh" fmla="+- 0 sh mins"/>
              <a:gd name="p0x0" fmla="*/ 240 w 2002"/>
              <a:gd name="p0y0" fmla="*/ 0 h 2404"/>
              <a:gd name="p0x1" fmla="*/ 1762 w 2002"/>
              <a:gd name="p0y1" fmla="*/ 0 h 2404"/>
              <a:gd name="p0x2" fmla="*/ 1895 w 2002"/>
              <a:gd name="p0y2" fmla="*/ 0 h 2404"/>
              <a:gd name="p0x3" fmla="*/ 2002 w 2002"/>
              <a:gd name="p0y3" fmla="*/ 107 h 2404"/>
              <a:gd name="p0x4" fmla="*/ 2002 w 2002"/>
              <a:gd name="p0y4" fmla="*/ 240 h 2404"/>
              <a:gd name="p0x5" fmla="*/ 2002 w 2002"/>
              <a:gd name="p0y5" fmla="*/ 2164 h 2404"/>
              <a:gd name="p0x6" fmla="*/ 2002 w 2002"/>
              <a:gd name="p0y6" fmla="*/ 2296 h 2404"/>
              <a:gd name="p0x7" fmla="*/ 1895 w 2002"/>
              <a:gd name="p0y7" fmla="*/ 2404 h 2404"/>
              <a:gd name="p0x8" fmla="*/ 1762 w 2002"/>
              <a:gd name="p0y8" fmla="*/ 2404 h 2404"/>
              <a:gd name="p0x9" fmla="*/ 240 w 2002"/>
              <a:gd name="p0y9" fmla="*/ 2404 h 2404"/>
              <a:gd name="p0x10" fmla="*/ 107 w 2002"/>
              <a:gd name="p0y10" fmla="*/ 2404 h 2404"/>
              <a:gd name="p0x11" fmla="*/ 0 w 2002"/>
              <a:gd name="p0y11" fmla="*/ 2296 h 2404"/>
              <a:gd name="p0x12" fmla="*/ 0 w 2002"/>
              <a:gd name="p0y12" fmla="*/ 2164 h 2404"/>
              <a:gd name="p0x13" fmla="*/ 0 w 2002"/>
              <a:gd name="p0y13" fmla="*/ 240 h 2404"/>
              <a:gd name="p0x14" fmla="*/ 0 w 2002"/>
              <a:gd name="p0y14" fmla="*/ 107 h 2404"/>
              <a:gd name="p0x15" fmla="*/ 107 w 2002"/>
              <a:gd name="p0y15" fmla="*/ 0 h 2404"/>
              <a:gd name="p0x16" fmla="*/ 240 w 2002"/>
              <a:gd name="p0y16" fmla="*/ 0 h 24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0E0E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0"/>
            </p:custDataLst>
          </p:nvPr>
        </p:nvSpPr>
        <p:spPr>
          <a:xfrm>
            <a:off x="9067800" y="1815855"/>
            <a:ext cx="1094261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165</a:t>
            </a:r>
            <a:endParaRPr sz="3000"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1"/>
            </p:custDataLst>
          </p:nvPr>
        </p:nvSpPr>
        <p:spPr>
          <a:xfrm>
            <a:off x="9819160" y="1943490"/>
            <a:ext cx="457276" cy="2543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家</a:t>
            </a:r>
            <a:endParaRPr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2"/>
            </p:custDataLst>
          </p:nvPr>
        </p:nvSpPr>
        <p:spPr>
          <a:xfrm>
            <a:off x="9067800" y="2242576"/>
            <a:ext cx="1033463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湖北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3"/>
            </p:custDataLst>
          </p:nvPr>
        </p:nvSpPr>
        <p:spPr>
          <a:xfrm>
            <a:off x="10344150" y="1452245"/>
            <a:ext cx="1271270" cy="1526540"/>
          </a:xfrm>
          <a:custGeom>
            <a:avLst/>
            <a:gdLst>
              <a:gd name="sw" fmla="*/ 1 w 2002"/>
              <a:gd name="sh" fmla="*/ 1 h 2404"/>
              <a:gd name="mins" fmla="min sw sh"/>
              <a:gd name="dsw" fmla="+- 0 sw mins"/>
              <a:gd name="dsh" fmla="+- 0 sh mins"/>
              <a:gd name="p0x0" fmla="*/ 240 w 2002"/>
              <a:gd name="p0y0" fmla="*/ 0 h 2404"/>
              <a:gd name="p0x1" fmla="*/ 1762 w 2002"/>
              <a:gd name="p0y1" fmla="*/ 0 h 2404"/>
              <a:gd name="p0x2" fmla="*/ 1895 w 2002"/>
              <a:gd name="p0y2" fmla="*/ 0 h 2404"/>
              <a:gd name="p0x3" fmla="*/ 2002 w 2002"/>
              <a:gd name="p0y3" fmla="*/ 107 h 2404"/>
              <a:gd name="p0x4" fmla="*/ 2002 w 2002"/>
              <a:gd name="p0y4" fmla="*/ 240 h 2404"/>
              <a:gd name="p0x5" fmla="*/ 2002 w 2002"/>
              <a:gd name="p0y5" fmla="*/ 2164 h 2404"/>
              <a:gd name="p0x6" fmla="*/ 2002 w 2002"/>
              <a:gd name="p0y6" fmla="*/ 2296 h 2404"/>
              <a:gd name="p0x7" fmla="*/ 1895 w 2002"/>
              <a:gd name="p0y7" fmla="*/ 2404 h 2404"/>
              <a:gd name="p0x8" fmla="*/ 1762 w 2002"/>
              <a:gd name="p0y8" fmla="*/ 2404 h 2404"/>
              <a:gd name="p0x9" fmla="*/ 240 w 2002"/>
              <a:gd name="p0y9" fmla="*/ 2404 h 2404"/>
              <a:gd name="p0x10" fmla="*/ 107 w 2002"/>
              <a:gd name="p0y10" fmla="*/ 2404 h 2404"/>
              <a:gd name="p0x11" fmla="*/ 0 w 2002"/>
              <a:gd name="p0y11" fmla="*/ 2296 h 2404"/>
              <a:gd name="p0x12" fmla="*/ 0 w 2002"/>
              <a:gd name="p0y12" fmla="*/ 2164 h 2404"/>
              <a:gd name="p0x13" fmla="*/ 0 w 2002"/>
              <a:gd name="p0y13" fmla="*/ 240 h 2404"/>
              <a:gd name="p0x14" fmla="*/ 0 w 2002"/>
              <a:gd name="p0y14" fmla="*/ 107 h 2404"/>
              <a:gd name="p0x15" fmla="*/ 107 w 2002"/>
              <a:gd name="p0y15" fmla="*/ 0 h 2404"/>
              <a:gd name="p0x16" fmla="*/ 240 w 2002"/>
              <a:gd name="p0y16" fmla="*/ 0 h 24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0E0E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4"/>
            </p:custDataLst>
          </p:nvPr>
        </p:nvSpPr>
        <p:spPr>
          <a:xfrm>
            <a:off x="10463213" y="1815855"/>
            <a:ext cx="1094261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142</a:t>
            </a:r>
            <a:endParaRPr sz="3000"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5"/>
            </p:custDataLst>
          </p:nvPr>
        </p:nvSpPr>
        <p:spPr>
          <a:xfrm>
            <a:off x="11214573" y="1943490"/>
            <a:ext cx="457276" cy="2543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b="1">
                <a:solidFill>
                  <a:srgbClr val="5A9E6F"/>
                </a:solidFill>
                <a:latin typeface="MiSans Normal" panose="00000500000000000000" charset="-122"/>
                <a:ea typeface="MiSans Normal" panose="00000500000000000000" charset="-122"/>
              </a:rPr>
              <a:t>家</a:t>
            </a:r>
            <a:endParaRPr b="1">
              <a:solidFill>
                <a:srgbClr val="5A9E6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6"/>
            </p:custDataLst>
          </p:nvPr>
        </p:nvSpPr>
        <p:spPr>
          <a:xfrm>
            <a:off x="10463213" y="2242576"/>
            <a:ext cx="1033463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福建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37"/>
            </p:custDataLst>
          </p:nvPr>
        </p:nvSpPr>
        <p:spPr>
          <a:xfrm>
            <a:off x="575945" y="3216910"/>
            <a:ext cx="11039475" cy="3255010"/>
          </a:xfrm>
          <a:custGeom>
            <a:avLst/>
            <a:gdLst>
              <a:gd name="sw" fmla="*/ 1 w 17385"/>
              <a:gd name="sh" fmla="*/ 1 h 5125"/>
              <a:gd name="mins" fmla="min sw sh"/>
              <a:gd name="dsw" fmla="+- 0 sw mins"/>
              <a:gd name="dsh" fmla="+- 0 sh mins"/>
              <a:gd name="p0x0" fmla="*/ 240 w 17385"/>
              <a:gd name="p0y0" fmla="*/ 0 h 5125"/>
              <a:gd name="p0x1" fmla="*/ 17145 w 17385"/>
              <a:gd name="p0y1" fmla="*/ 0 h 5125"/>
              <a:gd name="p0x2" fmla="*/ 17277 w 17385"/>
              <a:gd name="p0y2" fmla="*/ 0 h 5125"/>
              <a:gd name="p0x3" fmla="*/ 17385 w 17385"/>
              <a:gd name="p0y3" fmla="*/ 107 h 5125"/>
              <a:gd name="p0x4" fmla="*/ 17385 w 17385"/>
              <a:gd name="p0y4" fmla="*/ 240 h 5125"/>
              <a:gd name="p0x5" fmla="*/ 17385 w 17385"/>
              <a:gd name="p0y5" fmla="*/ 4885 h 5125"/>
              <a:gd name="p0x6" fmla="*/ 17385 w 17385"/>
              <a:gd name="p0y6" fmla="*/ 5018 h 5125"/>
              <a:gd name="p0x7" fmla="*/ 17277 w 17385"/>
              <a:gd name="p0y7" fmla="*/ 5125 h 5125"/>
              <a:gd name="p0x8" fmla="*/ 17145 w 17385"/>
              <a:gd name="p0y8" fmla="*/ 5125 h 5125"/>
              <a:gd name="p0x9" fmla="*/ 240 w 17385"/>
              <a:gd name="p0y9" fmla="*/ 5125 h 5125"/>
              <a:gd name="p0x10" fmla="*/ 107 w 17385"/>
              <a:gd name="p0y10" fmla="*/ 5125 h 5125"/>
              <a:gd name="p0x11" fmla="*/ 0 w 17385"/>
              <a:gd name="p0y11" fmla="*/ 5018 h 5125"/>
              <a:gd name="p0x12" fmla="*/ 0 w 17385"/>
              <a:gd name="p0y12" fmla="*/ 4885 h 5125"/>
              <a:gd name="p0x13" fmla="*/ 0 w 17385"/>
              <a:gd name="p0y13" fmla="*/ 240 h 5125"/>
              <a:gd name="p0x14" fmla="*/ 0 w 17385"/>
              <a:gd name="p0y14" fmla="*/ 107 h 5125"/>
              <a:gd name="p0x15" fmla="*/ 107 w 17385"/>
              <a:gd name="p0y15" fmla="*/ 0 h 5125"/>
              <a:gd name="p0x16" fmla="*/ 240 w 17385"/>
              <a:gd name="p0y16" fmla="*/ 0 h 5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0E0E0"/>
            </a:solidFill>
            <a:prstDash val="solid"/>
          </a:ln>
          <a:effectLst>
            <a:outerShdw blurRad="28575" dist="952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>
            <p:custDataLst>
              <p:tags r:id="rId38"/>
            </p:custDataLst>
          </p:nvPr>
        </p:nvSpPr>
        <p:spPr>
          <a:xfrm>
            <a:off x="8401050" y="3698875"/>
            <a:ext cx="9525" cy="2291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9"/>
            </p:custDataLst>
          </p:nvPr>
        </p:nvSpPr>
        <p:spPr>
          <a:xfrm>
            <a:off x="8562975" y="3397386"/>
            <a:ext cx="285750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区域聚合</a:t>
            </a:r>
            <a:endParaRPr b="1" spc="36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40"/>
            </p:custDataLst>
          </p:nvPr>
        </p:nvSpPr>
        <p:spPr>
          <a:xfrm>
            <a:off x="8562975" y="3642636"/>
            <a:ext cx="28575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华东三省（</a:t>
            </a:r>
            <a:r>
              <a:rPr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江苏、浙江、山东</a:t>
            </a:r>
            <a:r>
              <a:rPr lang="zh-CN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）合计</a:t>
            </a:r>
            <a:r>
              <a:rPr lang="en-US" altLang="zh-CN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</a:t>
            </a:r>
            <a:r>
              <a:rPr sz="15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831</a:t>
            </a:r>
            <a:r>
              <a:rPr lang="en-US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</a:t>
            </a:r>
            <a:r>
              <a:rPr lang="zh-CN" altLang="en-US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家，占</a:t>
            </a:r>
            <a:r>
              <a:rPr lang="en-US" altLang="zh-CN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TOP8 </a:t>
            </a:r>
            <a:r>
              <a:rPr lang="zh-CN" altLang="en-US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总量超四成。</a:t>
            </a:r>
            <a:endParaRPr lang="zh-CN" altLang="en-US" sz="150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3" name="矩形 42"/>
          <p:cNvSpPr/>
          <p:nvPr>
            <p:custDataLst>
              <p:tags r:id="rId41"/>
            </p:custDataLst>
          </p:nvPr>
        </p:nvSpPr>
        <p:spPr>
          <a:xfrm>
            <a:off x="8562975" y="4430395"/>
            <a:ext cx="2857500" cy="6985"/>
          </a:xfrm>
          <a:prstGeom prst="rect">
            <a:avLst/>
          </a:prstGeom>
          <a:solidFill>
            <a:srgbClr val="0F172A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2"/>
            </p:custDataLst>
          </p:nvPr>
        </p:nvSpPr>
        <p:spPr>
          <a:xfrm>
            <a:off x="8562975" y="4552207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广东</a:t>
            </a:r>
            <a:r>
              <a:rPr lang="en-US" altLang="zh-CN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386 </a:t>
            </a:r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家</a:t>
            </a:r>
            <a:r>
              <a:rPr sz="135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，领跑全国</a:t>
            </a:r>
            <a:endParaRPr sz="135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3"/>
            </p:custDataLst>
          </p:nvPr>
        </p:nvSpPr>
        <p:spPr>
          <a:xfrm>
            <a:off x="8562975" y="4777311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江苏</a:t>
            </a:r>
            <a:r>
              <a:rPr lang="en-US" altLang="zh-CN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312 </a:t>
            </a:r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家</a:t>
            </a:r>
            <a:r>
              <a:rPr sz="135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，位居第二</a:t>
            </a:r>
            <a:endParaRPr sz="135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4"/>
            </p:custDataLst>
          </p:nvPr>
        </p:nvSpPr>
        <p:spPr>
          <a:xfrm>
            <a:off x="8562975" y="5002416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浙江</a:t>
            </a:r>
            <a:r>
              <a:rPr lang="en-US" altLang="zh-CN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278 </a:t>
            </a:r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家</a:t>
            </a:r>
            <a:r>
              <a:rPr sz="135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，位列第三</a:t>
            </a:r>
            <a:endParaRPr sz="135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5"/>
            </p:custDataLst>
          </p:nvPr>
        </p:nvSpPr>
        <p:spPr>
          <a:xfrm>
            <a:off x="8562975" y="522751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山东</a:t>
            </a:r>
            <a:r>
              <a:rPr lang="en-US" altLang="zh-CN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241 </a:t>
            </a:r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家</a:t>
            </a:r>
            <a:r>
              <a:rPr sz="135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，华东主力</a:t>
            </a:r>
            <a:endParaRPr sz="135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46"/>
            </p:custDataLst>
          </p:nvPr>
        </p:nvSpPr>
        <p:spPr>
          <a:xfrm>
            <a:off x="8562975" y="5452615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四川</a:t>
            </a:r>
            <a:r>
              <a:rPr lang="en-US" altLang="zh-CN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203 </a:t>
            </a:r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家</a:t>
            </a:r>
            <a:r>
              <a:rPr sz="135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，西部领先</a:t>
            </a:r>
            <a:endParaRPr sz="135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47"/>
            </p:custDataLst>
          </p:nvPr>
        </p:nvSpPr>
        <p:spPr>
          <a:xfrm>
            <a:off x="8562975" y="5677719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河南</a:t>
            </a:r>
            <a:r>
              <a:rPr lang="en-US" altLang="zh-CN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187 </a:t>
            </a:r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家</a:t>
            </a:r>
            <a:r>
              <a:rPr sz="135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，中部重要</a:t>
            </a:r>
            <a:endParaRPr sz="135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48"/>
            </p:custDataLst>
          </p:nvPr>
        </p:nvSpPr>
        <p:spPr>
          <a:xfrm>
            <a:off x="8562975" y="5902823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湖北</a:t>
            </a:r>
            <a:r>
              <a:rPr lang="en-US" altLang="zh-CN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165 </a:t>
            </a:r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家</a:t>
            </a:r>
            <a:r>
              <a:rPr sz="135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，中部支撑</a:t>
            </a:r>
            <a:endParaRPr sz="135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49"/>
            </p:custDataLst>
          </p:nvPr>
        </p:nvSpPr>
        <p:spPr>
          <a:xfrm>
            <a:off x="8562975" y="6127928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福建</a:t>
            </a:r>
            <a:r>
              <a:rPr lang="en-US" altLang="zh-CN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142 </a:t>
            </a:r>
            <a:r>
              <a:rPr lang="zh-CN" altLang="en-US" sz="135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家</a:t>
            </a:r>
            <a:r>
              <a:rPr sz="135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，东南沿海</a:t>
            </a:r>
            <a:endParaRPr sz="135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aphicFrame>
        <p:nvGraphicFramePr>
          <p:cNvPr id="38" name="图表 37"/>
          <p:cNvGraphicFramePr/>
          <p:nvPr/>
        </p:nvGraphicFramePr>
        <p:xfrm>
          <a:off x="771525" y="3412490"/>
          <a:ext cx="7477125" cy="2867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5F3C"/>
                </a:solidFill>
                <a:latin typeface="MiSans Normal" panose="00000500000000000000" charset="-122"/>
                <a:ea typeface="MiSans Normal" panose="00000500000000000000" charset="-122"/>
              </a:rPr>
              <a:t>季度营收与同比增长率</a:t>
            </a:r>
            <a:endParaRPr sz="3000" b="1">
              <a:solidFill>
                <a:srgbClr val="1A5F3C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2024</a:t>
            </a:r>
            <a:r>
              <a:rPr lang="zh-CN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年各季度营收逐季走高，同比增速持续加快。</a:t>
            </a:r>
            <a:endParaRPr lang="zh-CN" sz="150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5"/>
            </p:custDataLst>
          </p:nvPr>
        </p:nvSpPr>
        <p:spPr>
          <a:xfrm>
            <a:off x="571500" y="1447800"/>
            <a:ext cx="5930265" cy="5029200"/>
          </a:xfrm>
          <a:custGeom>
            <a:avLst/>
            <a:gdLst>
              <a:gd name="sw" fmla="*/ 1 w 9339"/>
              <a:gd name="sh" fmla="*/ 1 h 7920"/>
              <a:gd name="mins" fmla="min sw sh"/>
              <a:gd name="dsw" fmla="+- 0 sw mins"/>
              <a:gd name="dsh" fmla="+- 0 sh mins"/>
              <a:gd name="p0x0" fmla="*/ 180 w 9339"/>
              <a:gd name="p0y0" fmla="*/ 0 h 7920"/>
              <a:gd name="p0x1" fmla="*/ 9159 w 9339"/>
              <a:gd name="p0y1" fmla="*/ 0 h 7920"/>
              <a:gd name="p0x2" fmla="*/ 9258 w 9339"/>
              <a:gd name="p0y2" fmla="*/ 0 h 7920"/>
              <a:gd name="p0x3" fmla="*/ 9339 w 9339"/>
              <a:gd name="p0y3" fmla="*/ 80 h 7920"/>
              <a:gd name="p0x4" fmla="*/ 9339 w 9339"/>
              <a:gd name="p0y4" fmla="*/ 180 h 7920"/>
              <a:gd name="p0x5" fmla="*/ 9339 w 9339"/>
              <a:gd name="p0y5" fmla="*/ 7740 h 7920"/>
              <a:gd name="p0x6" fmla="*/ 9339 w 9339"/>
              <a:gd name="p0y6" fmla="*/ 7839 h 7920"/>
              <a:gd name="p0x7" fmla="*/ 9258 w 9339"/>
              <a:gd name="p0y7" fmla="*/ 7920 h 7920"/>
              <a:gd name="p0x8" fmla="*/ 9159 w 9339"/>
              <a:gd name="p0y8" fmla="*/ 7920 h 7920"/>
              <a:gd name="p0x9" fmla="*/ 180 w 9339"/>
              <a:gd name="p0y9" fmla="*/ 7920 h 7920"/>
              <a:gd name="p0x10" fmla="*/ 80 w 9339"/>
              <a:gd name="p0y10" fmla="*/ 7920 h 7920"/>
              <a:gd name="p0x11" fmla="*/ 0 w 9339"/>
              <a:gd name="p0y11" fmla="*/ 7839 h 7920"/>
              <a:gd name="p0x12" fmla="*/ 0 w 9339"/>
              <a:gd name="p0y12" fmla="*/ 7740 h 7920"/>
              <a:gd name="p0x13" fmla="*/ 0 w 9339"/>
              <a:gd name="p0y13" fmla="*/ 180 h 7920"/>
              <a:gd name="p0x14" fmla="*/ 0 w 9339"/>
              <a:gd name="p0y14" fmla="*/ 80 h 7920"/>
              <a:gd name="p0x15" fmla="*/ 80 w 9339"/>
              <a:gd name="p0y15" fmla="*/ 0 h 7920"/>
              <a:gd name="p0x16" fmla="*/ 180 w 9339"/>
              <a:gd name="p0y16" fmla="*/ 0 h 79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190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762000" y="1622107"/>
            <a:ext cx="554928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《季度营收与同比增长率》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762000" y="2124075"/>
            <a:ext cx="5549265" cy="9525"/>
          </a:xfrm>
          <a:prstGeom prst="rect">
            <a:avLst/>
          </a:prstGeom>
          <a:solidFill>
            <a:srgbClr val="0F172A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" name="图表 7"/>
          <p:cNvGraphicFramePr/>
          <p:nvPr/>
        </p:nvGraphicFramePr>
        <p:xfrm>
          <a:off x="762000" y="2247900"/>
          <a:ext cx="5553075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6772910" y="1452245"/>
            <a:ext cx="4842510" cy="1171575"/>
          </a:xfrm>
          <a:custGeom>
            <a:avLst/>
            <a:gdLst>
              <a:gd name="sw" fmla="*/ 1 w 7625"/>
              <a:gd name="sh" fmla="*/ 1 h 1845"/>
              <a:gd name="mins" fmla="min sw sh"/>
              <a:gd name="dsw" fmla="+- 0 sw mins"/>
              <a:gd name="dsh" fmla="+- 0 sh mins"/>
              <a:gd name="p0x0" fmla="*/ 60 w 7625"/>
              <a:gd name="p0y0" fmla="*/ 0 h 1845"/>
              <a:gd name="p0x1" fmla="*/ 7565 w 7625"/>
              <a:gd name="p0y1" fmla="*/ 0 h 1845"/>
              <a:gd name="p0x2" fmla="*/ 7599 w 7625"/>
              <a:gd name="p0y2" fmla="*/ 0 h 1845"/>
              <a:gd name="p0x3" fmla="*/ 7625 w 7625"/>
              <a:gd name="p0y3" fmla="*/ 26 h 1845"/>
              <a:gd name="p0x4" fmla="*/ 7625 w 7625"/>
              <a:gd name="p0y4" fmla="*/ 60 h 1845"/>
              <a:gd name="p0x5" fmla="*/ 7625 w 7625"/>
              <a:gd name="p0y5" fmla="*/ 1785 h 1845"/>
              <a:gd name="p0x6" fmla="*/ 7625 w 7625"/>
              <a:gd name="p0y6" fmla="*/ 1818 h 1845"/>
              <a:gd name="p0x7" fmla="*/ 7599 w 7625"/>
              <a:gd name="p0y7" fmla="*/ 1845 h 1845"/>
              <a:gd name="p0x8" fmla="*/ 7565 w 7625"/>
              <a:gd name="p0y8" fmla="*/ 1845 h 1845"/>
              <a:gd name="p0x9" fmla="*/ 60 w 7625"/>
              <a:gd name="p0y9" fmla="*/ 1845 h 1845"/>
              <a:gd name="p0x10" fmla="*/ 26 w 7625"/>
              <a:gd name="p0y10" fmla="*/ 1845 h 1845"/>
              <a:gd name="p0x11" fmla="*/ 0 w 7625"/>
              <a:gd name="p0y11" fmla="*/ 1818 h 1845"/>
              <a:gd name="p0x12" fmla="*/ 0 w 7625"/>
              <a:gd name="p0y12" fmla="*/ 1785 h 1845"/>
              <a:gd name="p0x13" fmla="*/ 0 w 7625"/>
              <a:gd name="p0y13" fmla="*/ 60 h 1845"/>
              <a:gd name="p0x14" fmla="*/ 0 w 7625"/>
              <a:gd name="p0y14" fmla="*/ 26 h 1845"/>
              <a:gd name="p0x15" fmla="*/ 26 w 7625"/>
              <a:gd name="p0y15" fmla="*/ 0 h 1845"/>
              <a:gd name="p0x16" fmla="*/ 60 w 7625"/>
              <a:gd name="p0y16" fmla="*/ 0 h 18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1F5F9"/>
            </a:solidFill>
            <a:prstDash val="solid"/>
          </a:ln>
          <a:effectLst>
            <a:outerShdw blurRad="28575" dist="952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6968509" y="1585913"/>
            <a:ext cx="956367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2.8</a:t>
            </a:r>
            <a:endParaRPr sz="30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7658176" y="1776413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亿元</a:t>
            </a:r>
            <a:endParaRPr sz="1500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8153400" y="1737995"/>
            <a:ext cx="1336675" cy="328930"/>
          </a:xfrm>
          <a:custGeom>
            <a:avLst/>
            <a:gdLst>
              <a:gd name="sw" fmla="*/ 1 w 2105"/>
              <a:gd name="sh" fmla="*/ 1 h 517"/>
              <a:gd name="mins" fmla="min sw sh"/>
              <a:gd name="dsw" fmla="+- 0 sw mins"/>
              <a:gd name="dsh" fmla="+- 0 sh mins"/>
              <a:gd name="p0x0" fmla="*/ 258 w 2105"/>
              <a:gd name="p0y0" fmla="*/ 0 h 517"/>
              <a:gd name="p0x1" fmla="*/ 1846 w 2105"/>
              <a:gd name="p0y1" fmla="*/ 0 h 517"/>
              <a:gd name="p0x2" fmla="*/ 1989 w 2105"/>
              <a:gd name="p0y2" fmla="*/ 0 h 517"/>
              <a:gd name="p0x3" fmla="*/ 2105 w 2105"/>
              <a:gd name="p0y3" fmla="*/ 115 h 517"/>
              <a:gd name="p0x4" fmla="*/ 2105 w 2105"/>
              <a:gd name="p0y4" fmla="*/ 258 h 517"/>
              <a:gd name="p0x5" fmla="*/ 2105 w 2105"/>
              <a:gd name="p0y5" fmla="*/ 401 h 517"/>
              <a:gd name="p0x6" fmla="*/ 1989 w 2105"/>
              <a:gd name="p0y6" fmla="*/ 517 h 517"/>
              <a:gd name="p0x7" fmla="*/ 1846 w 2105"/>
              <a:gd name="p0y7" fmla="*/ 517 h 517"/>
              <a:gd name="p0x8" fmla="*/ 258 w 2105"/>
              <a:gd name="p0y8" fmla="*/ 517 h 517"/>
              <a:gd name="p0x9" fmla="*/ 115 w 2105"/>
              <a:gd name="p0y9" fmla="*/ 517 h 517"/>
              <a:gd name="p0x10" fmla="*/ 0 w 2105"/>
              <a:gd name="p0y10" fmla="*/ 401 h 517"/>
              <a:gd name="p0x11" fmla="*/ 0 w 2105"/>
              <a:gd name="p0y11" fmla="*/ 258 h 517"/>
              <a:gd name="p0x12" fmla="*/ 0 w 2105"/>
              <a:gd name="p0y12" fmla="*/ 115 h 517"/>
              <a:gd name="p0x13" fmla="*/ 115 w 2105"/>
              <a:gd name="p0y13" fmla="*/ 0 h 517"/>
              <a:gd name="p0x14" fmla="*/ 258 w 2105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6A23C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8267776" y="1776413"/>
            <a:ext cx="1298896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B32F0B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▲</a:t>
            </a:r>
            <a:r>
              <a:rPr lang="en-US" altLang="zh-CN" sz="1500" b="1">
                <a:solidFill>
                  <a:srgbClr val="B32F0B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</a:t>
            </a:r>
            <a:r>
              <a:rPr lang="zh-CN" altLang="en-US" sz="1500" b="1">
                <a:solidFill>
                  <a:srgbClr val="B32F0B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同比</a:t>
            </a:r>
            <a:r>
              <a:rPr lang="en-US" altLang="zh-CN" sz="1500" b="1">
                <a:solidFill>
                  <a:srgbClr val="B32F0B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18%</a:t>
            </a:r>
            <a:endParaRPr lang="en-US" altLang="zh-CN" sz="1500" b="1">
              <a:solidFill>
                <a:srgbClr val="B32F0B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6968509" y="2147888"/>
            <a:ext cx="445196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第一季度营收</a:t>
            </a:r>
            <a:endParaRPr sz="150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4"/>
            </p:custDataLst>
          </p:nvPr>
        </p:nvSpPr>
        <p:spPr>
          <a:xfrm>
            <a:off x="6772910" y="2823845"/>
            <a:ext cx="4842510" cy="1171575"/>
          </a:xfrm>
          <a:custGeom>
            <a:avLst/>
            <a:gdLst>
              <a:gd name="sw" fmla="*/ 1 w 7625"/>
              <a:gd name="sh" fmla="*/ 1 h 1845"/>
              <a:gd name="mins" fmla="min sw sh"/>
              <a:gd name="dsw" fmla="+- 0 sw mins"/>
              <a:gd name="dsh" fmla="+- 0 sh mins"/>
              <a:gd name="p0x0" fmla="*/ 60 w 7625"/>
              <a:gd name="p0y0" fmla="*/ 0 h 1845"/>
              <a:gd name="p0x1" fmla="*/ 7565 w 7625"/>
              <a:gd name="p0y1" fmla="*/ 0 h 1845"/>
              <a:gd name="p0x2" fmla="*/ 7599 w 7625"/>
              <a:gd name="p0y2" fmla="*/ 0 h 1845"/>
              <a:gd name="p0x3" fmla="*/ 7625 w 7625"/>
              <a:gd name="p0y3" fmla="*/ 26 h 1845"/>
              <a:gd name="p0x4" fmla="*/ 7625 w 7625"/>
              <a:gd name="p0y4" fmla="*/ 60 h 1845"/>
              <a:gd name="p0x5" fmla="*/ 7625 w 7625"/>
              <a:gd name="p0y5" fmla="*/ 1785 h 1845"/>
              <a:gd name="p0x6" fmla="*/ 7625 w 7625"/>
              <a:gd name="p0y6" fmla="*/ 1818 h 1845"/>
              <a:gd name="p0x7" fmla="*/ 7599 w 7625"/>
              <a:gd name="p0y7" fmla="*/ 1845 h 1845"/>
              <a:gd name="p0x8" fmla="*/ 7565 w 7625"/>
              <a:gd name="p0y8" fmla="*/ 1845 h 1845"/>
              <a:gd name="p0x9" fmla="*/ 60 w 7625"/>
              <a:gd name="p0y9" fmla="*/ 1845 h 1845"/>
              <a:gd name="p0x10" fmla="*/ 26 w 7625"/>
              <a:gd name="p0y10" fmla="*/ 1845 h 1845"/>
              <a:gd name="p0x11" fmla="*/ 0 w 7625"/>
              <a:gd name="p0y11" fmla="*/ 1818 h 1845"/>
              <a:gd name="p0x12" fmla="*/ 0 w 7625"/>
              <a:gd name="p0y12" fmla="*/ 1785 h 1845"/>
              <a:gd name="p0x13" fmla="*/ 0 w 7625"/>
              <a:gd name="p0y13" fmla="*/ 60 h 1845"/>
              <a:gd name="p0x14" fmla="*/ 0 w 7625"/>
              <a:gd name="p0y14" fmla="*/ 26 h 1845"/>
              <a:gd name="p0x15" fmla="*/ 26 w 7625"/>
              <a:gd name="p0y15" fmla="*/ 0 h 1845"/>
              <a:gd name="p0x16" fmla="*/ 60 w 7625"/>
              <a:gd name="p0y16" fmla="*/ 0 h 18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1F5F9"/>
            </a:solidFill>
            <a:prstDash val="solid"/>
          </a:ln>
          <a:effectLst>
            <a:outerShdw blurRad="28575" dist="952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6968509" y="2957513"/>
            <a:ext cx="956367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3.4</a:t>
            </a:r>
            <a:endParaRPr sz="30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7658176" y="3148013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亿元</a:t>
            </a:r>
            <a:endParaRPr sz="1500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8153400" y="3109595"/>
            <a:ext cx="1336675" cy="328930"/>
          </a:xfrm>
          <a:custGeom>
            <a:avLst/>
            <a:gdLst>
              <a:gd name="sw" fmla="*/ 1 w 2105"/>
              <a:gd name="sh" fmla="*/ 1 h 517"/>
              <a:gd name="mins" fmla="min sw sh"/>
              <a:gd name="dsw" fmla="+- 0 sw mins"/>
              <a:gd name="dsh" fmla="+- 0 sh mins"/>
              <a:gd name="p0x0" fmla="*/ 258 w 2105"/>
              <a:gd name="p0y0" fmla="*/ 0 h 517"/>
              <a:gd name="p0x1" fmla="*/ 1846 w 2105"/>
              <a:gd name="p0y1" fmla="*/ 0 h 517"/>
              <a:gd name="p0x2" fmla="*/ 1989 w 2105"/>
              <a:gd name="p0y2" fmla="*/ 0 h 517"/>
              <a:gd name="p0x3" fmla="*/ 2105 w 2105"/>
              <a:gd name="p0y3" fmla="*/ 115 h 517"/>
              <a:gd name="p0x4" fmla="*/ 2105 w 2105"/>
              <a:gd name="p0y4" fmla="*/ 258 h 517"/>
              <a:gd name="p0x5" fmla="*/ 2105 w 2105"/>
              <a:gd name="p0y5" fmla="*/ 401 h 517"/>
              <a:gd name="p0x6" fmla="*/ 1989 w 2105"/>
              <a:gd name="p0y6" fmla="*/ 517 h 517"/>
              <a:gd name="p0x7" fmla="*/ 1846 w 2105"/>
              <a:gd name="p0y7" fmla="*/ 517 h 517"/>
              <a:gd name="p0x8" fmla="*/ 258 w 2105"/>
              <a:gd name="p0y8" fmla="*/ 517 h 517"/>
              <a:gd name="p0x9" fmla="*/ 115 w 2105"/>
              <a:gd name="p0y9" fmla="*/ 517 h 517"/>
              <a:gd name="p0x10" fmla="*/ 0 w 2105"/>
              <a:gd name="p0y10" fmla="*/ 401 h 517"/>
              <a:gd name="p0x11" fmla="*/ 0 w 2105"/>
              <a:gd name="p0y11" fmla="*/ 258 h 517"/>
              <a:gd name="p0x12" fmla="*/ 0 w 2105"/>
              <a:gd name="p0y12" fmla="*/ 115 h 517"/>
              <a:gd name="p0x13" fmla="*/ 115 w 2105"/>
              <a:gd name="p0y13" fmla="*/ 0 h 517"/>
              <a:gd name="p0x14" fmla="*/ 258 w 2105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6A23C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8267776" y="3148013"/>
            <a:ext cx="1298896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B32F0B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▲</a:t>
            </a:r>
            <a:r>
              <a:rPr lang="en-US" altLang="zh-CN" sz="1500" b="1">
                <a:solidFill>
                  <a:srgbClr val="B32F0B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</a:t>
            </a:r>
            <a:r>
              <a:rPr lang="zh-CN" altLang="en-US" sz="1500" b="1">
                <a:solidFill>
                  <a:srgbClr val="B32F0B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同比</a:t>
            </a:r>
            <a:r>
              <a:rPr lang="en-US" altLang="zh-CN" sz="1500" b="1">
                <a:solidFill>
                  <a:srgbClr val="B32F0B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24%</a:t>
            </a:r>
            <a:endParaRPr lang="en-US" altLang="zh-CN" sz="1500" b="1">
              <a:solidFill>
                <a:srgbClr val="B32F0B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6968509" y="3519488"/>
            <a:ext cx="445196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第二季度营收</a:t>
            </a:r>
            <a:endParaRPr sz="150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0"/>
            </p:custDataLst>
          </p:nvPr>
        </p:nvSpPr>
        <p:spPr>
          <a:xfrm>
            <a:off x="6772910" y="4195445"/>
            <a:ext cx="4842510" cy="1171575"/>
          </a:xfrm>
          <a:custGeom>
            <a:avLst/>
            <a:gdLst>
              <a:gd name="sw" fmla="*/ 1 w 7625"/>
              <a:gd name="sh" fmla="*/ 1 h 1845"/>
              <a:gd name="mins" fmla="min sw sh"/>
              <a:gd name="dsw" fmla="+- 0 sw mins"/>
              <a:gd name="dsh" fmla="+- 0 sh mins"/>
              <a:gd name="p0x0" fmla="*/ 60 w 7625"/>
              <a:gd name="p0y0" fmla="*/ 0 h 1845"/>
              <a:gd name="p0x1" fmla="*/ 7565 w 7625"/>
              <a:gd name="p0y1" fmla="*/ 0 h 1845"/>
              <a:gd name="p0x2" fmla="*/ 7599 w 7625"/>
              <a:gd name="p0y2" fmla="*/ 0 h 1845"/>
              <a:gd name="p0x3" fmla="*/ 7625 w 7625"/>
              <a:gd name="p0y3" fmla="*/ 26 h 1845"/>
              <a:gd name="p0x4" fmla="*/ 7625 w 7625"/>
              <a:gd name="p0y4" fmla="*/ 60 h 1845"/>
              <a:gd name="p0x5" fmla="*/ 7625 w 7625"/>
              <a:gd name="p0y5" fmla="*/ 1785 h 1845"/>
              <a:gd name="p0x6" fmla="*/ 7625 w 7625"/>
              <a:gd name="p0y6" fmla="*/ 1818 h 1845"/>
              <a:gd name="p0x7" fmla="*/ 7599 w 7625"/>
              <a:gd name="p0y7" fmla="*/ 1845 h 1845"/>
              <a:gd name="p0x8" fmla="*/ 7565 w 7625"/>
              <a:gd name="p0y8" fmla="*/ 1845 h 1845"/>
              <a:gd name="p0x9" fmla="*/ 60 w 7625"/>
              <a:gd name="p0y9" fmla="*/ 1845 h 1845"/>
              <a:gd name="p0x10" fmla="*/ 26 w 7625"/>
              <a:gd name="p0y10" fmla="*/ 1845 h 1845"/>
              <a:gd name="p0x11" fmla="*/ 0 w 7625"/>
              <a:gd name="p0y11" fmla="*/ 1818 h 1845"/>
              <a:gd name="p0x12" fmla="*/ 0 w 7625"/>
              <a:gd name="p0y12" fmla="*/ 1785 h 1845"/>
              <a:gd name="p0x13" fmla="*/ 0 w 7625"/>
              <a:gd name="p0y13" fmla="*/ 60 h 1845"/>
              <a:gd name="p0x14" fmla="*/ 0 w 7625"/>
              <a:gd name="p0y14" fmla="*/ 26 h 1845"/>
              <a:gd name="p0x15" fmla="*/ 26 w 7625"/>
              <a:gd name="p0y15" fmla="*/ 0 h 1845"/>
              <a:gd name="p0x16" fmla="*/ 60 w 7625"/>
              <a:gd name="p0y16" fmla="*/ 0 h 18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1F5F9"/>
            </a:solidFill>
            <a:prstDash val="solid"/>
          </a:ln>
          <a:effectLst>
            <a:outerShdw blurRad="28575" dist="952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6968509" y="4329113"/>
            <a:ext cx="956367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3.9</a:t>
            </a:r>
            <a:endParaRPr sz="30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7658176" y="4519613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亿元</a:t>
            </a:r>
            <a:endParaRPr sz="1500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3"/>
            </p:custDataLst>
          </p:nvPr>
        </p:nvSpPr>
        <p:spPr>
          <a:xfrm>
            <a:off x="8153400" y="4481195"/>
            <a:ext cx="1336675" cy="328930"/>
          </a:xfrm>
          <a:custGeom>
            <a:avLst/>
            <a:gdLst>
              <a:gd name="sw" fmla="*/ 1 w 2105"/>
              <a:gd name="sh" fmla="*/ 1 h 517"/>
              <a:gd name="mins" fmla="min sw sh"/>
              <a:gd name="dsw" fmla="+- 0 sw mins"/>
              <a:gd name="dsh" fmla="+- 0 sh mins"/>
              <a:gd name="p0x0" fmla="*/ 258 w 2105"/>
              <a:gd name="p0y0" fmla="*/ 0 h 517"/>
              <a:gd name="p0x1" fmla="*/ 1846 w 2105"/>
              <a:gd name="p0y1" fmla="*/ 0 h 517"/>
              <a:gd name="p0x2" fmla="*/ 1989 w 2105"/>
              <a:gd name="p0y2" fmla="*/ 0 h 517"/>
              <a:gd name="p0x3" fmla="*/ 2105 w 2105"/>
              <a:gd name="p0y3" fmla="*/ 115 h 517"/>
              <a:gd name="p0x4" fmla="*/ 2105 w 2105"/>
              <a:gd name="p0y4" fmla="*/ 258 h 517"/>
              <a:gd name="p0x5" fmla="*/ 2105 w 2105"/>
              <a:gd name="p0y5" fmla="*/ 401 h 517"/>
              <a:gd name="p0x6" fmla="*/ 1989 w 2105"/>
              <a:gd name="p0y6" fmla="*/ 517 h 517"/>
              <a:gd name="p0x7" fmla="*/ 1846 w 2105"/>
              <a:gd name="p0y7" fmla="*/ 517 h 517"/>
              <a:gd name="p0x8" fmla="*/ 258 w 2105"/>
              <a:gd name="p0y8" fmla="*/ 517 h 517"/>
              <a:gd name="p0x9" fmla="*/ 115 w 2105"/>
              <a:gd name="p0y9" fmla="*/ 517 h 517"/>
              <a:gd name="p0x10" fmla="*/ 0 w 2105"/>
              <a:gd name="p0y10" fmla="*/ 401 h 517"/>
              <a:gd name="p0x11" fmla="*/ 0 w 2105"/>
              <a:gd name="p0y11" fmla="*/ 258 h 517"/>
              <a:gd name="p0x12" fmla="*/ 0 w 2105"/>
              <a:gd name="p0y12" fmla="*/ 115 h 517"/>
              <a:gd name="p0x13" fmla="*/ 115 w 2105"/>
              <a:gd name="p0y13" fmla="*/ 0 h 517"/>
              <a:gd name="p0x14" fmla="*/ 258 w 2105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6A23C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8267776" y="4519613"/>
            <a:ext cx="1298896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B32F0B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▲</a:t>
            </a:r>
            <a:r>
              <a:rPr lang="en-US" altLang="zh-CN" sz="1500" b="1">
                <a:solidFill>
                  <a:srgbClr val="B32F0B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</a:t>
            </a:r>
            <a:r>
              <a:rPr lang="zh-CN" altLang="en-US" sz="1500" b="1">
                <a:solidFill>
                  <a:srgbClr val="B32F0B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同比</a:t>
            </a:r>
            <a:r>
              <a:rPr lang="en-US" altLang="zh-CN" sz="1500" b="1">
                <a:solidFill>
                  <a:srgbClr val="B32F0B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29%</a:t>
            </a:r>
            <a:endParaRPr lang="en-US" altLang="zh-CN" sz="1500" b="1">
              <a:solidFill>
                <a:srgbClr val="B32F0B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6968509" y="4891088"/>
            <a:ext cx="445196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第三季度营收</a:t>
            </a:r>
            <a:endParaRPr sz="150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6"/>
            </p:custDataLst>
          </p:nvPr>
        </p:nvSpPr>
        <p:spPr>
          <a:xfrm>
            <a:off x="6772910" y="5567045"/>
            <a:ext cx="4842510" cy="904875"/>
          </a:xfrm>
          <a:custGeom>
            <a:avLst/>
            <a:gdLst>
              <a:gd name="sw" fmla="*/ 1 w 7625"/>
              <a:gd name="sh" fmla="*/ 1 h 1425"/>
              <a:gd name="mins" fmla="min sw sh"/>
              <a:gd name="dsw" fmla="+- 0 sw mins"/>
              <a:gd name="dsh" fmla="+- 0 sh mins"/>
              <a:gd name="p0x0" fmla="*/ 60 w 7625"/>
              <a:gd name="p0y0" fmla="*/ 0 h 1425"/>
              <a:gd name="p0x1" fmla="*/ 7565 w 7625"/>
              <a:gd name="p0y1" fmla="*/ 0 h 1425"/>
              <a:gd name="p0x2" fmla="*/ 7599 w 7625"/>
              <a:gd name="p0y2" fmla="*/ 0 h 1425"/>
              <a:gd name="p0x3" fmla="*/ 7625 w 7625"/>
              <a:gd name="p0y3" fmla="*/ 26 h 1425"/>
              <a:gd name="p0x4" fmla="*/ 7625 w 7625"/>
              <a:gd name="p0y4" fmla="*/ 60 h 1425"/>
              <a:gd name="p0x5" fmla="*/ 7625 w 7625"/>
              <a:gd name="p0y5" fmla="*/ 1365 h 1425"/>
              <a:gd name="p0x6" fmla="*/ 7625 w 7625"/>
              <a:gd name="p0y6" fmla="*/ 1398 h 1425"/>
              <a:gd name="p0x7" fmla="*/ 7599 w 7625"/>
              <a:gd name="p0y7" fmla="*/ 1425 h 1425"/>
              <a:gd name="p0x8" fmla="*/ 7565 w 7625"/>
              <a:gd name="p0y8" fmla="*/ 1425 h 1425"/>
              <a:gd name="p0x9" fmla="*/ 60 w 7625"/>
              <a:gd name="p0y9" fmla="*/ 1425 h 1425"/>
              <a:gd name="p0x10" fmla="*/ 26 w 7625"/>
              <a:gd name="p0y10" fmla="*/ 1425 h 1425"/>
              <a:gd name="p0x11" fmla="*/ 0 w 7625"/>
              <a:gd name="p0y11" fmla="*/ 1398 h 1425"/>
              <a:gd name="p0x12" fmla="*/ 0 w 7625"/>
              <a:gd name="p0y12" fmla="*/ 1365 h 1425"/>
              <a:gd name="p0x13" fmla="*/ 0 w 7625"/>
              <a:gd name="p0y13" fmla="*/ 60 h 1425"/>
              <a:gd name="p0x14" fmla="*/ 0 w 7625"/>
              <a:gd name="p0y14" fmla="*/ 26 h 1425"/>
              <a:gd name="p0x15" fmla="*/ 26 w 7625"/>
              <a:gd name="p0y15" fmla="*/ 0 h 1425"/>
              <a:gd name="p0x16" fmla="*/ 60 w 7625"/>
              <a:gd name="p0y16" fmla="*/ 0 h 14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F1F5F9"/>
            </a:solidFill>
            <a:prstDash val="solid"/>
          </a:ln>
          <a:effectLst>
            <a:outerShdw blurRad="28575" dist="952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6968509" y="5700713"/>
            <a:ext cx="956367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4.6</a:t>
            </a:r>
            <a:endParaRPr sz="30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7658176" y="5891213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亿元</a:t>
            </a:r>
            <a:endParaRPr sz="1500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9"/>
            </p:custDataLst>
          </p:nvPr>
        </p:nvSpPr>
        <p:spPr>
          <a:xfrm>
            <a:off x="8153400" y="5852795"/>
            <a:ext cx="1336675" cy="328930"/>
          </a:xfrm>
          <a:custGeom>
            <a:avLst/>
            <a:gdLst>
              <a:gd name="sw" fmla="*/ 1 w 2105"/>
              <a:gd name="sh" fmla="*/ 1 h 517"/>
              <a:gd name="mins" fmla="min sw sh"/>
              <a:gd name="dsw" fmla="+- 0 sw mins"/>
              <a:gd name="dsh" fmla="+- 0 sh mins"/>
              <a:gd name="p0x0" fmla="*/ 258 w 2105"/>
              <a:gd name="p0y0" fmla="*/ 0 h 517"/>
              <a:gd name="p0x1" fmla="*/ 1846 w 2105"/>
              <a:gd name="p0y1" fmla="*/ 0 h 517"/>
              <a:gd name="p0x2" fmla="*/ 1989 w 2105"/>
              <a:gd name="p0y2" fmla="*/ 0 h 517"/>
              <a:gd name="p0x3" fmla="*/ 2105 w 2105"/>
              <a:gd name="p0y3" fmla="*/ 115 h 517"/>
              <a:gd name="p0x4" fmla="*/ 2105 w 2105"/>
              <a:gd name="p0y4" fmla="*/ 258 h 517"/>
              <a:gd name="p0x5" fmla="*/ 2105 w 2105"/>
              <a:gd name="p0y5" fmla="*/ 401 h 517"/>
              <a:gd name="p0x6" fmla="*/ 1989 w 2105"/>
              <a:gd name="p0y6" fmla="*/ 517 h 517"/>
              <a:gd name="p0x7" fmla="*/ 1846 w 2105"/>
              <a:gd name="p0y7" fmla="*/ 517 h 517"/>
              <a:gd name="p0x8" fmla="*/ 258 w 2105"/>
              <a:gd name="p0y8" fmla="*/ 517 h 517"/>
              <a:gd name="p0x9" fmla="*/ 115 w 2105"/>
              <a:gd name="p0y9" fmla="*/ 517 h 517"/>
              <a:gd name="p0x10" fmla="*/ 0 w 2105"/>
              <a:gd name="p0y10" fmla="*/ 401 h 517"/>
              <a:gd name="p0x11" fmla="*/ 0 w 2105"/>
              <a:gd name="p0y11" fmla="*/ 258 h 517"/>
              <a:gd name="p0x12" fmla="*/ 0 w 2105"/>
              <a:gd name="p0y12" fmla="*/ 115 h 517"/>
              <a:gd name="p0x13" fmla="*/ 115 w 2105"/>
              <a:gd name="p0y13" fmla="*/ 0 h 517"/>
              <a:gd name="p0x14" fmla="*/ 258 w 2105"/>
              <a:gd name="p0y14" fmla="*/ 0 h 5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8267776" y="5891213"/>
            <a:ext cx="1298896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66534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▲</a:t>
            </a:r>
            <a:r>
              <a:rPr lang="en-US" altLang="zh-CN" sz="1500" b="1">
                <a:solidFill>
                  <a:srgbClr val="166534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</a:t>
            </a:r>
            <a:r>
              <a:rPr lang="zh-CN" altLang="en-US" sz="1500" b="1">
                <a:solidFill>
                  <a:srgbClr val="166534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同比</a:t>
            </a:r>
            <a:r>
              <a:rPr lang="en-US" altLang="zh-CN" sz="1500" b="1">
                <a:solidFill>
                  <a:srgbClr val="166534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35%</a:t>
            </a:r>
            <a:endParaRPr lang="en-US" altLang="zh-CN" sz="1500" b="1">
              <a:solidFill>
                <a:srgbClr val="166534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6968509" y="6100096"/>
            <a:ext cx="445196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第四季度营收</a:t>
            </a:r>
            <a:r>
              <a:rPr lang="en-US" altLang="zh-CN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· </a:t>
            </a:r>
            <a:r>
              <a:rPr lang="zh-CN" altLang="en-US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增速最快</a:t>
            </a:r>
            <a:endParaRPr lang="zh-CN" altLang="en-US" sz="150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5C3A"/>
                </a:solidFill>
                <a:latin typeface="MiSans Normal" panose="00000500000000000000" charset="-122"/>
                <a:ea typeface="MiSans Normal" panose="00000500000000000000" charset="-122"/>
              </a:rPr>
              <a:t>国内新能源车企市场份额</a:t>
            </a:r>
            <a:endParaRPr sz="3000" b="1">
              <a:solidFill>
                <a:srgbClr val="1A5C3A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2024</a:t>
            </a:r>
            <a:r>
              <a:rPr lang="zh-CN" sz="1500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年国内新能源车企销量份额：比亚迪以超三分之一份额稳居第一，头部集中与长尾分散并存。</a:t>
            </a:r>
            <a:endParaRPr lang="zh-CN" sz="1500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5"/>
            </p:custDataLst>
          </p:nvPr>
        </p:nvSpPr>
        <p:spPr>
          <a:xfrm>
            <a:off x="575945" y="1452245"/>
            <a:ext cx="5920740" cy="5019675"/>
          </a:xfrm>
          <a:custGeom>
            <a:avLst/>
            <a:gdLst>
              <a:gd name="sw" fmla="*/ 1 w 9324"/>
              <a:gd name="sh" fmla="*/ 1 h 7905"/>
              <a:gd name="mins" fmla="min sw sh"/>
              <a:gd name="dsw" fmla="+- 0 sw mins"/>
              <a:gd name="dsh" fmla="+- 0 sh mins"/>
              <a:gd name="p0x0" fmla="*/ 240 w 9324"/>
              <a:gd name="p0y0" fmla="*/ 0 h 7905"/>
              <a:gd name="p0x1" fmla="*/ 9084 w 9324"/>
              <a:gd name="p0y1" fmla="*/ 0 h 7905"/>
              <a:gd name="p0x2" fmla="*/ 9216 w 9324"/>
              <a:gd name="p0y2" fmla="*/ 0 h 7905"/>
              <a:gd name="p0x3" fmla="*/ 9324 w 9324"/>
              <a:gd name="p0y3" fmla="*/ 107 h 7905"/>
              <a:gd name="p0x4" fmla="*/ 9324 w 9324"/>
              <a:gd name="p0y4" fmla="*/ 240 h 7905"/>
              <a:gd name="p0x5" fmla="*/ 9324 w 9324"/>
              <a:gd name="p0y5" fmla="*/ 7665 h 7905"/>
              <a:gd name="p0x6" fmla="*/ 9324 w 9324"/>
              <a:gd name="p0y6" fmla="*/ 7797 h 7905"/>
              <a:gd name="p0x7" fmla="*/ 9216 w 9324"/>
              <a:gd name="p0y7" fmla="*/ 7905 h 7905"/>
              <a:gd name="p0x8" fmla="*/ 9084 w 9324"/>
              <a:gd name="p0y8" fmla="*/ 7905 h 7905"/>
              <a:gd name="p0x9" fmla="*/ 240 w 9324"/>
              <a:gd name="p0y9" fmla="*/ 7905 h 7905"/>
              <a:gd name="p0x10" fmla="*/ 107 w 9324"/>
              <a:gd name="p0y10" fmla="*/ 7905 h 7905"/>
              <a:gd name="p0x11" fmla="*/ 0 w 9324"/>
              <a:gd name="p0y11" fmla="*/ 7797 h 7905"/>
              <a:gd name="p0x12" fmla="*/ 0 w 9324"/>
              <a:gd name="p0y12" fmla="*/ 7665 h 7905"/>
              <a:gd name="p0x13" fmla="*/ 0 w 9324"/>
              <a:gd name="p0y13" fmla="*/ 240 h 7905"/>
              <a:gd name="p0x14" fmla="*/ 0 w 9324"/>
              <a:gd name="p0y14" fmla="*/ 107 h 7905"/>
              <a:gd name="p0x15" fmla="*/ 107 w 9324"/>
              <a:gd name="p0y15" fmla="*/ 0 h 7905"/>
              <a:gd name="p0x16" fmla="*/ 240 w 9324"/>
              <a:gd name="p0y16" fmla="*/ 0 h 79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1A5C3A">
                <a:alpha val="12157"/>
              </a:srgbClr>
            </a:solidFill>
            <a:prstDash val="solid"/>
          </a:ln>
          <a:effectLst>
            <a:outerShdw blurRad="171450" dist="190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1803054" y="1647825"/>
            <a:ext cx="37338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《国内新能源车企市场份额》</a:t>
            </a:r>
            <a:endParaRPr sz="21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771525" y="2076450"/>
            <a:ext cx="5530215" cy="9525"/>
          </a:xfrm>
          <a:prstGeom prst="rect">
            <a:avLst/>
          </a:prstGeom>
          <a:solidFill>
            <a:srgbClr val="0F172A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" name="图表 7"/>
          <p:cNvGraphicFramePr/>
          <p:nvPr/>
        </p:nvGraphicFramePr>
        <p:xfrm>
          <a:off x="771525" y="2162175"/>
          <a:ext cx="5534025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6772910" y="1452245"/>
            <a:ext cx="4842510" cy="5019675"/>
          </a:xfrm>
          <a:custGeom>
            <a:avLst/>
            <a:gdLst>
              <a:gd name="sw" fmla="*/ 1 w 7625"/>
              <a:gd name="sh" fmla="*/ 1 h 7905"/>
              <a:gd name="mins" fmla="min sw sh"/>
              <a:gd name="dsw" fmla="+- 0 sw mins"/>
              <a:gd name="dsh" fmla="+- 0 sh mins"/>
              <a:gd name="p0x0" fmla="*/ 240 w 7625"/>
              <a:gd name="p0y0" fmla="*/ 0 h 7905"/>
              <a:gd name="p0x1" fmla="*/ 7385 w 7625"/>
              <a:gd name="p0y1" fmla="*/ 0 h 7905"/>
              <a:gd name="p0x2" fmla="*/ 7518 w 7625"/>
              <a:gd name="p0y2" fmla="*/ 0 h 7905"/>
              <a:gd name="p0x3" fmla="*/ 7625 w 7625"/>
              <a:gd name="p0y3" fmla="*/ 107 h 7905"/>
              <a:gd name="p0x4" fmla="*/ 7625 w 7625"/>
              <a:gd name="p0y4" fmla="*/ 240 h 7905"/>
              <a:gd name="p0x5" fmla="*/ 7625 w 7625"/>
              <a:gd name="p0y5" fmla="*/ 7665 h 7905"/>
              <a:gd name="p0x6" fmla="*/ 7625 w 7625"/>
              <a:gd name="p0y6" fmla="*/ 7797 h 7905"/>
              <a:gd name="p0x7" fmla="*/ 7518 w 7625"/>
              <a:gd name="p0y7" fmla="*/ 7905 h 7905"/>
              <a:gd name="p0x8" fmla="*/ 7385 w 7625"/>
              <a:gd name="p0y8" fmla="*/ 7905 h 7905"/>
              <a:gd name="p0x9" fmla="*/ 240 w 7625"/>
              <a:gd name="p0y9" fmla="*/ 7905 h 7905"/>
              <a:gd name="p0x10" fmla="*/ 107 w 7625"/>
              <a:gd name="p0y10" fmla="*/ 7905 h 7905"/>
              <a:gd name="p0x11" fmla="*/ 0 w 7625"/>
              <a:gd name="p0y11" fmla="*/ 7797 h 7905"/>
              <a:gd name="p0x12" fmla="*/ 0 w 7625"/>
              <a:gd name="p0y12" fmla="*/ 7665 h 7905"/>
              <a:gd name="p0x13" fmla="*/ 0 w 7625"/>
              <a:gd name="p0y13" fmla="*/ 240 h 7905"/>
              <a:gd name="p0x14" fmla="*/ 0 w 7625"/>
              <a:gd name="p0y14" fmla="*/ 107 h 7905"/>
              <a:gd name="p0x15" fmla="*/ 107 w 7625"/>
              <a:gd name="p0y15" fmla="*/ 0 h 7905"/>
              <a:gd name="p0x16" fmla="*/ 240 w 7625"/>
              <a:gd name="p0y16" fmla="*/ 0 h 79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1A5C3A">
                <a:alpha val="12157"/>
              </a:srgbClr>
            </a:solidFill>
            <a:prstDash val="solid"/>
          </a:ln>
          <a:effectLst>
            <a:outerShdw blurRad="171450" dist="19050" dir="5399999" algn="ctr" rotWithShape="0">
              <a:srgbClr val="000000">
                <a:alpha val="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6968509" y="1631633"/>
            <a:ext cx="445196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品牌份额速览</a:t>
            </a:r>
            <a:endParaRPr sz="2100" b="1" spc="42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6968490" y="205740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6968490" y="2200275"/>
            <a:ext cx="4451985" cy="451485"/>
          </a:xfrm>
          <a:custGeom>
            <a:avLst/>
            <a:gdLst>
              <a:gd name="sw" fmla="*/ 1 w 7010"/>
              <a:gd name="sh" fmla="*/ 1 h 711"/>
              <a:gd name="mins" fmla="min sw sh"/>
              <a:gd name="dsw" fmla="+- 0 sw mins"/>
              <a:gd name="dsh" fmla="+- 0 sh mins"/>
              <a:gd name="p0x0" fmla="*/ 240 w 7010"/>
              <a:gd name="p0y0" fmla="*/ 0 h 711"/>
              <a:gd name="p0x1" fmla="*/ 6770 w 7010"/>
              <a:gd name="p0y1" fmla="*/ 0 h 711"/>
              <a:gd name="p0x2" fmla="*/ 6903 w 7010"/>
              <a:gd name="p0y2" fmla="*/ 0 h 711"/>
              <a:gd name="p0x3" fmla="*/ 7010 w 7010"/>
              <a:gd name="p0y3" fmla="*/ 107 h 711"/>
              <a:gd name="p0x4" fmla="*/ 7010 w 7010"/>
              <a:gd name="p0y4" fmla="*/ 240 h 711"/>
              <a:gd name="p0x5" fmla="*/ 7010 w 7010"/>
              <a:gd name="p0y5" fmla="*/ 471 h 711"/>
              <a:gd name="p0x6" fmla="*/ 7010 w 7010"/>
              <a:gd name="p0y6" fmla="*/ 604 h 711"/>
              <a:gd name="p0x7" fmla="*/ 6903 w 7010"/>
              <a:gd name="p0y7" fmla="*/ 711 h 711"/>
              <a:gd name="p0x8" fmla="*/ 6770 w 7010"/>
              <a:gd name="p0y8" fmla="*/ 711 h 711"/>
              <a:gd name="p0x9" fmla="*/ 240 w 7010"/>
              <a:gd name="p0y9" fmla="*/ 711 h 711"/>
              <a:gd name="p0x10" fmla="*/ 107 w 7010"/>
              <a:gd name="p0y10" fmla="*/ 711 h 711"/>
              <a:gd name="p0x11" fmla="*/ 0 w 7010"/>
              <a:gd name="p0y11" fmla="*/ 604 h 711"/>
              <a:gd name="p0x12" fmla="*/ 0 w 7010"/>
              <a:gd name="p0y12" fmla="*/ 471 h 711"/>
              <a:gd name="p0x13" fmla="*/ 0 w 7010"/>
              <a:gd name="p0y13" fmla="*/ 240 h 711"/>
              <a:gd name="p0x14" fmla="*/ 0 w 7010"/>
              <a:gd name="p0y14" fmla="*/ 107 h 711"/>
              <a:gd name="p0x15" fmla="*/ 107 w 7010"/>
              <a:gd name="p0y15" fmla="*/ 0 h 711"/>
              <a:gd name="p0x16" fmla="*/ 240 w 7010"/>
              <a:gd name="p0y16" fmla="*/ 0 h 7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7082790" y="2292350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5A62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7235209" y="2276180"/>
            <a:ext cx="9144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比亚迪</a:t>
            </a:r>
            <a:endParaRPr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10491645" y="2249986"/>
            <a:ext cx="108124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34.2%</a:t>
            </a:r>
            <a:endParaRPr sz="2100"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6968490" y="2766060"/>
            <a:ext cx="4451985" cy="407035"/>
          </a:xfrm>
          <a:custGeom>
            <a:avLst/>
            <a:gdLst>
              <a:gd name="sw" fmla="*/ 1 w 7010"/>
              <a:gd name="sh" fmla="*/ 1 h 641"/>
              <a:gd name="mins" fmla="min sw sh"/>
              <a:gd name="dsw" fmla="+- 0 sw mins"/>
              <a:gd name="dsh" fmla="+- 0 sh mins"/>
              <a:gd name="p0x0" fmla="*/ 240 w 7010"/>
              <a:gd name="p0y0" fmla="*/ 0 h 641"/>
              <a:gd name="p0x1" fmla="*/ 6770 w 7010"/>
              <a:gd name="p0y1" fmla="*/ 0 h 641"/>
              <a:gd name="p0x2" fmla="*/ 6903 w 7010"/>
              <a:gd name="p0y2" fmla="*/ 0 h 641"/>
              <a:gd name="p0x3" fmla="*/ 7010 w 7010"/>
              <a:gd name="p0y3" fmla="*/ 107 h 641"/>
              <a:gd name="p0x4" fmla="*/ 7010 w 7010"/>
              <a:gd name="p0y4" fmla="*/ 240 h 641"/>
              <a:gd name="p0x5" fmla="*/ 7010 w 7010"/>
              <a:gd name="p0y5" fmla="*/ 401 h 641"/>
              <a:gd name="p0x6" fmla="*/ 7010 w 7010"/>
              <a:gd name="p0y6" fmla="*/ 533 h 641"/>
              <a:gd name="p0x7" fmla="*/ 6903 w 7010"/>
              <a:gd name="p0y7" fmla="*/ 641 h 641"/>
              <a:gd name="p0x8" fmla="*/ 6770 w 7010"/>
              <a:gd name="p0y8" fmla="*/ 641 h 641"/>
              <a:gd name="p0x9" fmla="*/ 240 w 7010"/>
              <a:gd name="p0y9" fmla="*/ 641 h 641"/>
              <a:gd name="p0x10" fmla="*/ 107 w 7010"/>
              <a:gd name="p0y10" fmla="*/ 641 h 641"/>
              <a:gd name="p0x11" fmla="*/ 0 w 7010"/>
              <a:gd name="p0y11" fmla="*/ 533 h 641"/>
              <a:gd name="p0x12" fmla="*/ 0 w 7010"/>
              <a:gd name="p0y12" fmla="*/ 401 h 641"/>
              <a:gd name="p0x13" fmla="*/ 0 w 7010"/>
              <a:gd name="p0y13" fmla="*/ 240 h 641"/>
              <a:gd name="p0x14" fmla="*/ 0 w 7010"/>
              <a:gd name="p0y14" fmla="*/ 107 h 641"/>
              <a:gd name="p0x15" fmla="*/ 107 w 7010"/>
              <a:gd name="p0y15" fmla="*/ 0 h 641"/>
              <a:gd name="p0x16" fmla="*/ 240 w 7010"/>
              <a:gd name="p0y16" fmla="*/ 0 h 6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6"/>
            </p:custDataLst>
          </p:nvPr>
        </p:nvSpPr>
        <p:spPr>
          <a:xfrm>
            <a:off x="7082790" y="283654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64748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7235209" y="2820076"/>
            <a:ext cx="13716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特斯拉中国</a:t>
            </a:r>
            <a:endParaRPr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10608031" y="2820076"/>
            <a:ext cx="926754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12.8%</a:t>
            </a:r>
            <a:endParaRPr b="1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19"/>
            </p:custDataLst>
          </p:nvPr>
        </p:nvSpPr>
        <p:spPr>
          <a:xfrm>
            <a:off x="6968490" y="3287395"/>
            <a:ext cx="4451985" cy="407670"/>
          </a:xfrm>
          <a:custGeom>
            <a:avLst/>
            <a:gdLst>
              <a:gd name="sw" fmla="*/ 1 w 7010"/>
              <a:gd name="sh" fmla="*/ 1 h 641"/>
              <a:gd name="mins" fmla="min sw sh"/>
              <a:gd name="dsw" fmla="+- 0 sw mins"/>
              <a:gd name="dsh" fmla="+- 0 sh mins"/>
              <a:gd name="p0x0" fmla="*/ 240 w 7010"/>
              <a:gd name="p0y0" fmla="*/ 0 h 641"/>
              <a:gd name="p0x1" fmla="*/ 6770 w 7010"/>
              <a:gd name="p0y1" fmla="*/ 0 h 641"/>
              <a:gd name="p0x2" fmla="*/ 6903 w 7010"/>
              <a:gd name="p0y2" fmla="*/ 0 h 641"/>
              <a:gd name="p0x3" fmla="*/ 7010 w 7010"/>
              <a:gd name="p0y3" fmla="*/ 107 h 641"/>
              <a:gd name="p0x4" fmla="*/ 7010 w 7010"/>
              <a:gd name="p0y4" fmla="*/ 240 h 641"/>
              <a:gd name="p0x5" fmla="*/ 7010 w 7010"/>
              <a:gd name="p0y5" fmla="*/ 401 h 641"/>
              <a:gd name="p0x6" fmla="*/ 7010 w 7010"/>
              <a:gd name="p0y6" fmla="*/ 533 h 641"/>
              <a:gd name="p0x7" fmla="*/ 6903 w 7010"/>
              <a:gd name="p0y7" fmla="*/ 641 h 641"/>
              <a:gd name="p0x8" fmla="*/ 6770 w 7010"/>
              <a:gd name="p0y8" fmla="*/ 641 h 641"/>
              <a:gd name="p0x9" fmla="*/ 240 w 7010"/>
              <a:gd name="p0y9" fmla="*/ 641 h 641"/>
              <a:gd name="p0x10" fmla="*/ 107 w 7010"/>
              <a:gd name="p0y10" fmla="*/ 641 h 641"/>
              <a:gd name="p0x11" fmla="*/ 0 w 7010"/>
              <a:gd name="p0y11" fmla="*/ 533 h 641"/>
              <a:gd name="p0x12" fmla="*/ 0 w 7010"/>
              <a:gd name="p0y12" fmla="*/ 401 h 641"/>
              <a:gd name="p0x13" fmla="*/ 0 w 7010"/>
              <a:gd name="p0y13" fmla="*/ 240 h 641"/>
              <a:gd name="p0x14" fmla="*/ 0 w 7010"/>
              <a:gd name="p0y14" fmla="*/ 107 h 641"/>
              <a:gd name="p0x15" fmla="*/ 107 w 7010"/>
              <a:gd name="p0y15" fmla="*/ 0 h 641"/>
              <a:gd name="p0x16" fmla="*/ 240 w 7010"/>
              <a:gd name="p0y16" fmla="*/ 0 h 6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0"/>
            </p:custDataLst>
          </p:nvPr>
        </p:nvSpPr>
        <p:spPr>
          <a:xfrm>
            <a:off x="7082790" y="3357880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94A3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7235209" y="3341637"/>
            <a:ext cx="685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理想</a:t>
            </a:r>
            <a:endParaRPr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10750677" y="3341637"/>
            <a:ext cx="784098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8.5%</a:t>
            </a:r>
            <a:endParaRPr b="1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3"/>
            </p:custDataLst>
          </p:nvPr>
        </p:nvSpPr>
        <p:spPr>
          <a:xfrm>
            <a:off x="6968490" y="3809365"/>
            <a:ext cx="4451985" cy="407035"/>
          </a:xfrm>
          <a:custGeom>
            <a:avLst/>
            <a:gdLst>
              <a:gd name="sw" fmla="*/ 1 w 7010"/>
              <a:gd name="sh" fmla="*/ 1 h 641"/>
              <a:gd name="mins" fmla="min sw sh"/>
              <a:gd name="dsw" fmla="+- 0 sw mins"/>
              <a:gd name="dsh" fmla="+- 0 sh mins"/>
              <a:gd name="p0x0" fmla="*/ 240 w 7010"/>
              <a:gd name="p0y0" fmla="*/ 0 h 641"/>
              <a:gd name="p0x1" fmla="*/ 6770 w 7010"/>
              <a:gd name="p0y1" fmla="*/ 0 h 641"/>
              <a:gd name="p0x2" fmla="*/ 6903 w 7010"/>
              <a:gd name="p0y2" fmla="*/ 0 h 641"/>
              <a:gd name="p0x3" fmla="*/ 7010 w 7010"/>
              <a:gd name="p0y3" fmla="*/ 107 h 641"/>
              <a:gd name="p0x4" fmla="*/ 7010 w 7010"/>
              <a:gd name="p0y4" fmla="*/ 240 h 641"/>
              <a:gd name="p0x5" fmla="*/ 7010 w 7010"/>
              <a:gd name="p0y5" fmla="*/ 401 h 641"/>
              <a:gd name="p0x6" fmla="*/ 7010 w 7010"/>
              <a:gd name="p0y6" fmla="*/ 533 h 641"/>
              <a:gd name="p0x7" fmla="*/ 6903 w 7010"/>
              <a:gd name="p0y7" fmla="*/ 641 h 641"/>
              <a:gd name="p0x8" fmla="*/ 6770 w 7010"/>
              <a:gd name="p0y8" fmla="*/ 641 h 641"/>
              <a:gd name="p0x9" fmla="*/ 240 w 7010"/>
              <a:gd name="p0y9" fmla="*/ 641 h 641"/>
              <a:gd name="p0x10" fmla="*/ 107 w 7010"/>
              <a:gd name="p0y10" fmla="*/ 641 h 641"/>
              <a:gd name="p0x11" fmla="*/ 0 w 7010"/>
              <a:gd name="p0y11" fmla="*/ 533 h 641"/>
              <a:gd name="p0x12" fmla="*/ 0 w 7010"/>
              <a:gd name="p0y12" fmla="*/ 401 h 641"/>
              <a:gd name="p0x13" fmla="*/ 0 w 7010"/>
              <a:gd name="p0y13" fmla="*/ 240 h 641"/>
              <a:gd name="p0x14" fmla="*/ 0 w 7010"/>
              <a:gd name="p0y14" fmla="*/ 107 h 641"/>
              <a:gd name="p0x15" fmla="*/ 107 w 7010"/>
              <a:gd name="p0y15" fmla="*/ 0 h 641"/>
              <a:gd name="p0x16" fmla="*/ 240 w 7010"/>
              <a:gd name="p0y16" fmla="*/ 0 h 6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7235209" y="3863207"/>
            <a:ext cx="685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问界</a:t>
            </a:r>
            <a:endParaRPr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10750677" y="3863207"/>
            <a:ext cx="784098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7.9%</a:t>
            </a:r>
            <a:endParaRPr b="1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6"/>
            </p:custDataLst>
          </p:nvPr>
        </p:nvSpPr>
        <p:spPr>
          <a:xfrm>
            <a:off x="6968490" y="4330700"/>
            <a:ext cx="4451985" cy="407670"/>
          </a:xfrm>
          <a:custGeom>
            <a:avLst/>
            <a:gdLst>
              <a:gd name="sw" fmla="*/ 1 w 7010"/>
              <a:gd name="sh" fmla="*/ 1 h 641"/>
              <a:gd name="mins" fmla="min sw sh"/>
              <a:gd name="dsw" fmla="+- 0 sw mins"/>
              <a:gd name="dsh" fmla="+- 0 sh mins"/>
              <a:gd name="p0x0" fmla="*/ 240 w 7010"/>
              <a:gd name="p0y0" fmla="*/ 0 h 641"/>
              <a:gd name="p0x1" fmla="*/ 6770 w 7010"/>
              <a:gd name="p0y1" fmla="*/ 0 h 641"/>
              <a:gd name="p0x2" fmla="*/ 6903 w 7010"/>
              <a:gd name="p0y2" fmla="*/ 0 h 641"/>
              <a:gd name="p0x3" fmla="*/ 7010 w 7010"/>
              <a:gd name="p0y3" fmla="*/ 107 h 641"/>
              <a:gd name="p0x4" fmla="*/ 7010 w 7010"/>
              <a:gd name="p0y4" fmla="*/ 240 h 641"/>
              <a:gd name="p0x5" fmla="*/ 7010 w 7010"/>
              <a:gd name="p0y5" fmla="*/ 401 h 641"/>
              <a:gd name="p0x6" fmla="*/ 7010 w 7010"/>
              <a:gd name="p0y6" fmla="*/ 533 h 641"/>
              <a:gd name="p0x7" fmla="*/ 6903 w 7010"/>
              <a:gd name="p0y7" fmla="*/ 641 h 641"/>
              <a:gd name="p0x8" fmla="*/ 6770 w 7010"/>
              <a:gd name="p0y8" fmla="*/ 641 h 641"/>
              <a:gd name="p0x9" fmla="*/ 240 w 7010"/>
              <a:gd name="p0y9" fmla="*/ 641 h 641"/>
              <a:gd name="p0x10" fmla="*/ 107 w 7010"/>
              <a:gd name="p0y10" fmla="*/ 641 h 641"/>
              <a:gd name="p0x11" fmla="*/ 0 w 7010"/>
              <a:gd name="p0y11" fmla="*/ 533 h 641"/>
              <a:gd name="p0x12" fmla="*/ 0 w 7010"/>
              <a:gd name="p0y12" fmla="*/ 401 h 641"/>
              <a:gd name="p0x13" fmla="*/ 0 w 7010"/>
              <a:gd name="p0y13" fmla="*/ 240 h 641"/>
              <a:gd name="p0x14" fmla="*/ 0 w 7010"/>
              <a:gd name="p0y14" fmla="*/ 107 h 641"/>
              <a:gd name="p0x15" fmla="*/ 107 w 7010"/>
              <a:gd name="p0y15" fmla="*/ 0 h 641"/>
              <a:gd name="p0x16" fmla="*/ 240 w 7010"/>
              <a:gd name="p0y16" fmla="*/ 0 h 6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7235209" y="4384777"/>
            <a:ext cx="685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蔚来</a:t>
            </a:r>
            <a:endParaRPr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10750677" y="4384777"/>
            <a:ext cx="784098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5.6%</a:t>
            </a:r>
            <a:endParaRPr b="1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9"/>
            </p:custDataLst>
          </p:nvPr>
        </p:nvSpPr>
        <p:spPr>
          <a:xfrm>
            <a:off x="6968490" y="4852670"/>
            <a:ext cx="4451985" cy="407035"/>
          </a:xfrm>
          <a:custGeom>
            <a:avLst/>
            <a:gdLst>
              <a:gd name="sw" fmla="*/ 1 w 7010"/>
              <a:gd name="sh" fmla="*/ 1 h 641"/>
              <a:gd name="mins" fmla="min sw sh"/>
              <a:gd name="dsw" fmla="+- 0 sw mins"/>
              <a:gd name="dsh" fmla="+- 0 sh mins"/>
              <a:gd name="p0x0" fmla="*/ 240 w 7010"/>
              <a:gd name="p0y0" fmla="*/ 0 h 641"/>
              <a:gd name="p0x1" fmla="*/ 6770 w 7010"/>
              <a:gd name="p0y1" fmla="*/ 0 h 641"/>
              <a:gd name="p0x2" fmla="*/ 6903 w 7010"/>
              <a:gd name="p0y2" fmla="*/ 0 h 641"/>
              <a:gd name="p0x3" fmla="*/ 7010 w 7010"/>
              <a:gd name="p0y3" fmla="*/ 107 h 641"/>
              <a:gd name="p0x4" fmla="*/ 7010 w 7010"/>
              <a:gd name="p0y4" fmla="*/ 240 h 641"/>
              <a:gd name="p0x5" fmla="*/ 7010 w 7010"/>
              <a:gd name="p0y5" fmla="*/ 401 h 641"/>
              <a:gd name="p0x6" fmla="*/ 7010 w 7010"/>
              <a:gd name="p0y6" fmla="*/ 533 h 641"/>
              <a:gd name="p0x7" fmla="*/ 6903 w 7010"/>
              <a:gd name="p0y7" fmla="*/ 641 h 641"/>
              <a:gd name="p0x8" fmla="*/ 6770 w 7010"/>
              <a:gd name="p0y8" fmla="*/ 641 h 641"/>
              <a:gd name="p0x9" fmla="*/ 240 w 7010"/>
              <a:gd name="p0y9" fmla="*/ 641 h 641"/>
              <a:gd name="p0x10" fmla="*/ 107 w 7010"/>
              <a:gd name="p0y10" fmla="*/ 641 h 641"/>
              <a:gd name="p0x11" fmla="*/ 0 w 7010"/>
              <a:gd name="p0y11" fmla="*/ 533 h 641"/>
              <a:gd name="p0x12" fmla="*/ 0 w 7010"/>
              <a:gd name="p0y12" fmla="*/ 401 h 641"/>
              <a:gd name="p0x13" fmla="*/ 0 w 7010"/>
              <a:gd name="p0y13" fmla="*/ 240 h 641"/>
              <a:gd name="p0x14" fmla="*/ 0 w 7010"/>
              <a:gd name="p0y14" fmla="*/ 107 h 641"/>
              <a:gd name="p0x15" fmla="*/ 107 w 7010"/>
              <a:gd name="p0y15" fmla="*/ 0 h 641"/>
              <a:gd name="p0x16" fmla="*/ 240 w 7010"/>
              <a:gd name="p0y16" fmla="*/ 0 h 6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7235209" y="4906347"/>
            <a:ext cx="685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小鹏</a:t>
            </a:r>
            <a:endParaRPr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10750677" y="4906347"/>
            <a:ext cx="784098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4.8%</a:t>
            </a:r>
            <a:endParaRPr b="1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2"/>
            </p:custDataLst>
          </p:nvPr>
        </p:nvSpPr>
        <p:spPr>
          <a:xfrm>
            <a:off x="6968490" y="5374005"/>
            <a:ext cx="4451985" cy="407035"/>
          </a:xfrm>
          <a:custGeom>
            <a:avLst/>
            <a:gdLst>
              <a:gd name="sw" fmla="*/ 1 w 7010"/>
              <a:gd name="sh" fmla="*/ 1 h 641"/>
              <a:gd name="mins" fmla="min sw sh"/>
              <a:gd name="dsw" fmla="+- 0 sw mins"/>
              <a:gd name="dsh" fmla="+- 0 sh mins"/>
              <a:gd name="p0x0" fmla="*/ 240 w 7010"/>
              <a:gd name="p0y0" fmla="*/ 0 h 641"/>
              <a:gd name="p0x1" fmla="*/ 6770 w 7010"/>
              <a:gd name="p0y1" fmla="*/ 0 h 641"/>
              <a:gd name="p0x2" fmla="*/ 6903 w 7010"/>
              <a:gd name="p0y2" fmla="*/ 0 h 641"/>
              <a:gd name="p0x3" fmla="*/ 7010 w 7010"/>
              <a:gd name="p0y3" fmla="*/ 107 h 641"/>
              <a:gd name="p0x4" fmla="*/ 7010 w 7010"/>
              <a:gd name="p0y4" fmla="*/ 240 h 641"/>
              <a:gd name="p0x5" fmla="*/ 7010 w 7010"/>
              <a:gd name="p0y5" fmla="*/ 401 h 641"/>
              <a:gd name="p0x6" fmla="*/ 7010 w 7010"/>
              <a:gd name="p0y6" fmla="*/ 533 h 641"/>
              <a:gd name="p0x7" fmla="*/ 6903 w 7010"/>
              <a:gd name="p0y7" fmla="*/ 641 h 641"/>
              <a:gd name="p0x8" fmla="*/ 6770 w 7010"/>
              <a:gd name="p0y8" fmla="*/ 641 h 641"/>
              <a:gd name="p0x9" fmla="*/ 240 w 7010"/>
              <a:gd name="p0y9" fmla="*/ 641 h 641"/>
              <a:gd name="p0x10" fmla="*/ 107 w 7010"/>
              <a:gd name="p0y10" fmla="*/ 641 h 641"/>
              <a:gd name="p0x11" fmla="*/ 0 w 7010"/>
              <a:gd name="p0y11" fmla="*/ 533 h 641"/>
              <a:gd name="p0x12" fmla="*/ 0 w 7010"/>
              <a:gd name="p0y12" fmla="*/ 401 h 641"/>
              <a:gd name="p0x13" fmla="*/ 0 w 7010"/>
              <a:gd name="p0y13" fmla="*/ 240 h 641"/>
              <a:gd name="p0x14" fmla="*/ 0 w 7010"/>
              <a:gd name="p0y14" fmla="*/ 107 h 641"/>
              <a:gd name="p0x15" fmla="*/ 107 w 7010"/>
              <a:gd name="p0y15" fmla="*/ 0 h 641"/>
              <a:gd name="p0x16" fmla="*/ 240 w 7010"/>
              <a:gd name="p0y16" fmla="*/ 0 h 6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3"/>
            </p:custDataLst>
          </p:nvPr>
        </p:nvSpPr>
        <p:spPr>
          <a:xfrm>
            <a:off x="7082790" y="5444490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4"/>
            </p:custDataLst>
          </p:nvPr>
        </p:nvSpPr>
        <p:spPr>
          <a:xfrm>
            <a:off x="7235209" y="5427916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333333"/>
                </a:solidFill>
                <a:latin typeface="MiSans Normal" panose="00000500000000000000" charset="-122"/>
                <a:ea typeface="MiSans Normal" panose="00000500000000000000" charset="-122"/>
              </a:rPr>
              <a:t>其他品牌</a:t>
            </a:r>
            <a:endParaRPr b="1">
              <a:solidFill>
                <a:srgbClr val="333333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10608031" y="5427916"/>
            <a:ext cx="926754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475569"/>
                </a:solidFill>
                <a:latin typeface="MiSans Normal" panose="00000500000000000000" charset="-122"/>
                <a:ea typeface="MiSans Normal" panose="00000500000000000000" charset="-122"/>
              </a:rPr>
              <a:t>26.2%</a:t>
            </a:r>
            <a:endParaRPr b="1">
              <a:solidFill>
                <a:srgbClr val="475569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6"/>
            </p:custDataLst>
          </p:nvPr>
        </p:nvSpPr>
        <p:spPr>
          <a:xfrm>
            <a:off x="6968490" y="5895975"/>
            <a:ext cx="4451985" cy="381000"/>
          </a:xfrm>
          <a:custGeom>
            <a:avLst/>
            <a:gdLst>
              <a:gd name="sw" fmla="*/ 1 w 7010"/>
              <a:gd name="sh" fmla="*/ 1 h 600"/>
              <a:gd name="mins" fmla="min sw sh"/>
              <a:gd name="dsw" fmla="+- 0 sw mins"/>
              <a:gd name="dsh" fmla="+- 0 sh mins"/>
              <a:gd name="p0x0" fmla="*/ 240 w 7010"/>
              <a:gd name="p0y0" fmla="*/ 0 h 600"/>
              <a:gd name="p0x1" fmla="*/ 6770 w 7010"/>
              <a:gd name="p0y1" fmla="*/ 0 h 600"/>
              <a:gd name="p0x2" fmla="*/ 6903 w 7010"/>
              <a:gd name="p0y2" fmla="*/ 0 h 600"/>
              <a:gd name="p0x3" fmla="*/ 7010 w 7010"/>
              <a:gd name="p0y3" fmla="*/ 107 h 600"/>
              <a:gd name="p0x4" fmla="*/ 7010 w 7010"/>
              <a:gd name="p0y4" fmla="*/ 240 h 600"/>
              <a:gd name="p0x5" fmla="*/ 7010 w 7010"/>
              <a:gd name="p0y5" fmla="*/ 360 h 600"/>
              <a:gd name="p0x6" fmla="*/ 7010 w 7010"/>
              <a:gd name="p0y6" fmla="*/ 492 h 600"/>
              <a:gd name="p0x7" fmla="*/ 6903 w 7010"/>
              <a:gd name="p0y7" fmla="*/ 600 h 600"/>
              <a:gd name="p0x8" fmla="*/ 6770 w 7010"/>
              <a:gd name="p0y8" fmla="*/ 600 h 600"/>
              <a:gd name="p0x9" fmla="*/ 240 w 7010"/>
              <a:gd name="p0y9" fmla="*/ 600 h 600"/>
              <a:gd name="p0x10" fmla="*/ 107 w 7010"/>
              <a:gd name="p0y10" fmla="*/ 600 h 600"/>
              <a:gd name="p0x11" fmla="*/ 0 w 7010"/>
              <a:gd name="p0y11" fmla="*/ 492 h 600"/>
              <a:gd name="p0x12" fmla="*/ 0 w 7010"/>
              <a:gd name="p0y12" fmla="*/ 360 h 600"/>
              <a:gd name="p0x13" fmla="*/ 0 w 7010"/>
              <a:gd name="p0y13" fmla="*/ 240 h 600"/>
              <a:gd name="p0x14" fmla="*/ 0 w 7010"/>
              <a:gd name="p0y14" fmla="*/ 107 h 600"/>
              <a:gd name="p0x15" fmla="*/ 107 w 7010"/>
              <a:gd name="p0y15" fmla="*/ 0 h 600"/>
              <a:gd name="p0x16" fmla="*/ 240 w 7010"/>
              <a:gd name="p0y16" fmla="*/ 0 h 6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5A623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7082809" y="5986463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B32F0B"/>
                </a:solidFill>
                <a:latin typeface="MiSans Normal" panose="00000500000000000000" charset="-122"/>
                <a:ea typeface="MiSans Normal" panose="00000500000000000000" charset="-122"/>
              </a:rPr>
              <a:t>份额第一</a:t>
            </a:r>
            <a:endParaRPr sz="1200" b="1" spc="72">
              <a:solidFill>
                <a:srgbClr val="B32F0B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0" name="矩形 39"/>
          <p:cNvSpPr/>
          <p:nvPr>
            <p:custDataLst>
              <p:tags r:id="rId38"/>
            </p:custDataLst>
          </p:nvPr>
        </p:nvSpPr>
        <p:spPr>
          <a:xfrm>
            <a:off x="7804785" y="6029325"/>
            <a:ext cx="9525" cy="11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9"/>
            </p:custDataLst>
          </p:nvPr>
        </p:nvSpPr>
        <p:spPr>
          <a:xfrm>
            <a:off x="7890948" y="5972175"/>
            <a:ext cx="27432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B32F0B"/>
                </a:solidFill>
                <a:latin typeface="MiSans Normal" panose="00000500000000000000" charset="-122"/>
                <a:ea typeface="MiSans Normal" panose="00000500000000000000" charset="-122"/>
              </a:rPr>
              <a:t>比亚迪以超三分之一份额稳居第一</a:t>
            </a:r>
            <a:endParaRPr sz="1350">
              <a:solidFill>
                <a:srgbClr val="B32F0B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09625" y="3221831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66750" y="3594259"/>
            <a:ext cx="4341914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 spc="84">
                <a:solidFill>
                  <a:srgbClr val="1E4033"/>
                </a:solidFill>
                <a:latin typeface="+mj-lt"/>
                <a:ea typeface="+mj-ea"/>
                <a:cs typeface="+mj-lt"/>
              </a:rPr>
              <a:t>清产核资摸家底</a:t>
            </a:r>
            <a:endParaRPr sz="4200" b="1" spc="84">
              <a:solidFill>
                <a:srgbClr val="1E4033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66750" y="4674235"/>
            <a:ext cx="5705475" cy="9525"/>
          </a:xfrm>
          <a:prstGeom prst="rect">
            <a:avLst/>
          </a:prstGeom>
          <a:solidFill>
            <a:srgbClr val="B8D4C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66750" y="5050631"/>
            <a:ext cx="193930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D6E60"/>
                </a:solidFill>
                <a:cs typeface="+mn-lt"/>
              </a:rPr>
              <a:t>账实相符，底数清明</a:t>
            </a:r>
            <a:endParaRPr sz="1500" spc="30">
              <a:solidFill>
                <a:srgbClr val="4D6E60"/>
              </a:solidFill>
              <a:cs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666750" y="1493044"/>
            <a:ext cx="2569521" cy="1566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9000" b="1">
                <a:solidFill>
                  <a:srgbClr val="2E8B57">
                    <a:alpha val="15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02</a:t>
            </a:r>
            <a:endParaRPr sz="9000" b="1">
              <a:solidFill>
                <a:srgbClr val="2E8B57">
                  <a:alpha val="15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 rot="2700000">
            <a:off x="666115" y="3286125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819910" y="330517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6762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600" y="547688"/>
            <a:ext cx="3429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4033"/>
                </a:solidFill>
                <a:cs typeface="+mn-lt"/>
              </a:rPr>
              <a:t>三资清单全域过筛</a:t>
            </a:r>
            <a:endParaRPr sz="30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57200" y="1109663"/>
            <a:ext cx="63272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4D6E60"/>
                </a:solidFill>
                <a:cs typeface="+mn-lt"/>
              </a:rPr>
              <a:t>清查覆盖资金、资产、资源三大类，采用</a:t>
            </a:r>
            <a:r>
              <a:rPr lang="en-US" altLang="zh-CN" sz="1500" spc="30">
                <a:solidFill>
                  <a:srgbClr val="4D6E60"/>
                </a:solidFill>
                <a:cs typeface="+mn-lt"/>
              </a:rPr>
              <a:t> </a:t>
            </a:r>
            <a:r>
              <a:rPr lang="en-US" altLang="zh-CN" sz="1500" b="1" spc="30">
                <a:solidFill>
                  <a:srgbClr val="2E8B57"/>
                </a:solidFill>
                <a:cs typeface="+mn-lt"/>
              </a:rPr>
              <a:t>10</a:t>
            </a:r>
            <a:r>
              <a:rPr lang="zh-CN" altLang="en-US" sz="1500" b="1" spc="30">
                <a:solidFill>
                  <a:srgbClr val="2E8B57"/>
                </a:solidFill>
                <a:cs typeface="+mn-lt"/>
              </a:rPr>
              <a:t>步工作法</a:t>
            </a:r>
            <a:r>
              <a:rPr sz="1500" spc="30">
                <a:solidFill>
                  <a:srgbClr val="4D6E60"/>
                </a:solidFill>
                <a:cs typeface="+mn-lt"/>
              </a:rPr>
              <a:t>，确保账实相符</a:t>
            </a:r>
            <a:endParaRPr sz="1500" spc="30">
              <a:solidFill>
                <a:srgbClr val="4D6E60"/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10631170" y="457200"/>
            <a:ext cx="1103630" cy="971550"/>
          </a:xfrm>
          <a:custGeom>
            <a:avLst/>
            <a:gdLst>
              <a:gd name="sw" fmla="*/ 1 w 1737"/>
              <a:gd name="sh" fmla="*/ 1 h 1530"/>
              <a:gd name="mins" fmla="min sw sh"/>
              <a:gd name="dsw" fmla="+- 0 sw mins"/>
              <a:gd name="dsh" fmla="+- 0 sh mins"/>
              <a:gd name="p0x0" fmla="*/ 210 w 1737"/>
              <a:gd name="p0y0" fmla="*/ 0 h 1530"/>
              <a:gd name="p0x1" fmla="*/ 1527 w 1737"/>
              <a:gd name="p0y1" fmla="*/ 0 h 1530"/>
              <a:gd name="p0x2" fmla="*/ 1643 w 1737"/>
              <a:gd name="p0y2" fmla="*/ 0 h 1530"/>
              <a:gd name="p0x3" fmla="*/ 1737 w 1737"/>
              <a:gd name="p0y3" fmla="*/ 94 h 1530"/>
              <a:gd name="p0x4" fmla="*/ 1737 w 1737"/>
              <a:gd name="p0y4" fmla="*/ 210 h 1530"/>
              <a:gd name="p0x5" fmla="*/ 1737 w 1737"/>
              <a:gd name="p0y5" fmla="*/ 1320 h 1530"/>
              <a:gd name="p0x6" fmla="*/ 1737 w 1737"/>
              <a:gd name="p0y6" fmla="*/ 1435 h 1530"/>
              <a:gd name="p0x7" fmla="*/ 1643 w 1737"/>
              <a:gd name="p0y7" fmla="*/ 1530 h 1530"/>
              <a:gd name="p0x8" fmla="*/ 1527 w 1737"/>
              <a:gd name="p0y8" fmla="*/ 1530 h 1530"/>
              <a:gd name="p0x9" fmla="*/ 210 w 1737"/>
              <a:gd name="p0y9" fmla="*/ 1530 h 1530"/>
              <a:gd name="p0x10" fmla="*/ 94 w 1737"/>
              <a:gd name="p0y10" fmla="*/ 1530 h 1530"/>
              <a:gd name="p0x11" fmla="*/ 0 w 1737"/>
              <a:gd name="p0y11" fmla="*/ 1435 h 1530"/>
              <a:gd name="p0x12" fmla="*/ 0 w 1737"/>
              <a:gd name="p0y12" fmla="*/ 1320 h 1530"/>
              <a:gd name="p0x13" fmla="*/ 0 w 1737"/>
              <a:gd name="p0y13" fmla="*/ 210 h 1530"/>
              <a:gd name="p0x14" fmla="*/ 0 w 1737"/>
              <a:gd name="p0y14" fmla="*/ 94 h 1530"/>
              <a:gd name="p0x15" fmla="*/ 94 w 1737"/>
              <a:gd name="p0y15" fmla="*/ 0 h 1530"/>
              <a:gd name="p0x16" fmla="*/ 210 w 1737"/>
              <a:gd name="p0y16" fmla="*/ 0 h 15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4">
              <a:lumMod val="64615"/>
            </a:schemeClr>
          </a:solidFill>
          <a:ln>
            <a:noFill/>
          </a:ln>
          <a:effectLst>
            <a:outerShdw blurRad="285750" dist="57150" dir="5399999" algn="ctr" rotWithShape="0">
              <a:srgbClr val="2E6248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0945340" y="585788"/>
            <a:ext cx="856507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5A623"/>
                </a:solidFill>
                <a:cs typeface="+mn-lt"/>
              </a:rPr>
              <a:t>10</a:t>
            </a:r>
            <a:endParaRPr sz="3000" b="1">
              <a:solidFill>
                <a:srgbClr val="F5A623"/>
              </a:solidFill>
              <a:cs typeface="+mn-lt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0859986" y="1077277"/>
            <a:ext cx="798614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 spc="72">
                <a:solidFill>
                  <a:srgbClr val="F0F7F3"/>
                </a:solidFill>
                <a:cs typeface="+mn-lt"/>
              </a:rPr>
              <a:t>步工作法</a:t>
            </a:r>
            <a:endParaRPr sz="1200" b="1" spc="72">
              <a:solidFill>
                <a:srgbClr val="F0F7F3"/>
              </a:solidFill>
              <a:cs typeface="+mn-lt"/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461645" y="1623695"/>
            <a:ext cx="11268075" cy="1257300"/>
          </a:xfrm>
          <a:custGeom>
            <a:avLst/>
            <a:gdLst>
              <a:gd name="sw" fmla="*/ 1 w 17745"/>
              <a:gd name="sh" fmla="*/ 1 h 1980"/>
              <a:gd name="mins" fmla="min sw sh"/>
              <a:gd name="dsw" fmla="+- 0 sw mins"/>
              <a:gd name="dsh" fmla="+- 0 sh mins"/>
              <a:gd name="p0x0" fmla="*/ 210 w 17745"/>
              <a:gd name="p0y0" fmla="*/ 0 h 1980"/>
              <a:gd name="p0x1" fmla="*/ 17535 w 17745"/>
              <a:gd name="p0y1" fmla="*/ 0 h 1980"/>
              <a:gd name="p0x2" fmla="*/ 17650 w 17745"/>
              <a:gd name="p0y2" fmla="*/ 0 h 1980"/>
              <a:gd name="p0x3" fmla="*/ 17745 w 17745"/>
              <a:gd name="p0y3" fmla="*/ 94 h 1980"/>
              <a:gd name="p0x4" fmla="*/ 17745 w 17745"/>
              <a:gd name="p0y4" fmla="*/ 210 h 1980"/>
              <a:gd name="p0x5" fmla="*/ 17745 w 17745"/>
              <a:gd name="p0y5" fmla="*/ 1770 h 1980"/>
              <a:gd name="p0x6" fmla="*/ 17745 w 17745"/>
              <a:gd name="p0y6" fmla="*/ 1885 h 1980"/>
              <a:gd name="p0x7" fmla="*/ 17650 w 17745"/>
              <a:gd name="p0y7" fmla="*/ 1980 h 1980"/>
              <a:gd name="p0x8" fmla="*/ 17535 w 17745"/>
              <a:gd name="p0y8" fmla="*/ 1980 h 1980"/>
              <a:gd name="p0x9" fmla="*/ 210 w 17745"/>
              <a:gd name="p0y9" fmla="*/ 1980 h 1980"/>
              <a:gd name="p0x10" fmla="*/ 94 w 17745"/>
              <a:gd name="p0y10" fmla="*/ 1980 h 1980"/>
              <a:gd name="p0x11" fmla="*/ 0 w 17745"/>
              <a:gd name="p0y11" fmla="*/ 1885 h 1980"/>
              <a:gd name="p0x12" fmla="*/ 0 w 17745"/>
              <a:gd name="p0y12" fmla="*/ 1770 h 1980"/>
              <a:gd name="p0x13" fmla="*/ 0 w 17745"/>
              <a:gd name="p0y13" fmla="*/ 210 h 1980"/>
              <a:gd name="p0x14" fmla="*/ 0 w 17745"/>
              <a:gd name="p0y14" fmla="*/ 94 h 1980"/>
              <a:gd name="p0x15" fmla="*/ 94 w 17745"/>
              <a:gd name="p0y15" fmla="*/ 0 h 1980"/>
              <a:gd name="p0x16" fmla="*/ 210 w 17745"/>
              <a:gd name="p0y16" fmla="*/ 0 h 19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657225" y="17856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bcab6c97-a760-11f1-8955-166c0110440b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-151" b="151"/>
          <a:stretch>
            <a:fillRect/>
          </a:stretch>
        </p:blipFill>
        <p:spPr>
          <a:xfrm>
            <a:off x="723900" y="1852295"/>
            <a:ext cx="209550" cy="20955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1076325" y="1781175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E4033"/>
                </a:solidFill>
                <a:cs typeface="+mn-lt"/>
              </a:rPr>
              <a:t>操作流程</a:t>
            </a:r>
            <a:endParaRPr sz="21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661670" y="2252345"/>
            <a:ext cx="889635" cy="466725"/>
          </a:xfrm>
          <a:custGeom>
            <a:avLst/>
            <a:gdLst>
              <a:gd name="sw" fmla="*/ 1 w 1400"/>
              <a:gd name="sh" fmla="*/ 1 h 735"/>
              <a:gd name="mins" fmla="min sw sh"/>
              <a:gd name="dsw" fmla="+- 0 sw mins"/>
              <a:gd name="dsh" fmla="+- 0 sh mins"/>
              <a:gd name="p0x0" fmla="*/ 120 w 1400"/>
              <a:gd name="p0y0" fmla="*/ 0 h 735"/>
              <a:gd name="p0x1" fmla="*/ 1280 w 1400"/>
              <a:gd name="p0y1" fmla="*/ 0 h 735"/>
              <a:gd name="p0x2" fmla="*/ 1347 w 1400"/>
              <a:gd name="p0y2" fmla="*/ 0 h 735"/>
              <a:gd name="p0x3" fmla="*/ 1400 w 1400"/>
              <a:gd name="p0y3" fmla="*/ 53 h 735"/>
              <a:gd name="p0x4" fmla="*/ 1400 w 1400"/>
              <a:gd name="p0y4" fmla="*/ 120 h 735"/>
              <a:gd name="p0x5" fmla="*/ 1400 w 1400"/>
              <a:gd name="p0y5" fmla="*/ 615 h 735"/>
              <a:gd name="p0x6" fmla="*/ 1400 w 1400"/>
              <a:gd name="p0y6" fmla="*/ 681 h 735"/>
              <a:gd name="p0x7" fmla="*/ 1347 w 1400"/>
              <a:gd name="p0y7" fmla="*/ 735 h 735"/>
              <a:gd name="p0x8" fmla="*/ 1280 w 1400"/>
              <a:gd name="p0y8" fmla="*/ 735 h 735"/>
              <a:gd name="p0x9" fmla="*/ 120 w 1400"/>
              <a:gd name="p0y9" fmla="*/ 735 h 735"/>
              <a:gd name="p0x10" fmla="*/ 53 w 1400"/>
              <a:gd name="p0y10" fmla="*/ 735 h 735"/>
              <a:gd name="p0x11" fmla="*/ 0 w 1400"/>
              <a:gd name="p0y11" fmla="*/ 681 h 735"/>
              <a:gd name="p0x12" fmla="*/ 0 w 1400"/>
              <a:gd name="p0y12" fmla="*/ 615 h 735"/>
              <a:gd name="p0x13" fmla="*/ 0 w 1400"/>
              <a:gd name="p0y13" fmla="*/ 120 h 735"/>
              <a:gd name="p0x14" fmla="*/ 0 w 1400"/>
              <a:gd name="p0y14" fmla="*/ 53 h 735"/>
              <a:gd name="p0x15" fmla="*/ 53 w 1400"/>
              <a:gd name="p0y15" fmla="*/ 0 h 735"/>
              <a:gd name="p0x16" fmla="*/ 120 w 1400"/>
              <a:gd name="p0y16" fmla="*/ 0 h 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846"/>
              <a:lumOff val="82154"/>
            </a:schemeClr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1015527" y="2323148"/>
            <a:ext cx="315811" cy="1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" b="1" spc="63">
                <a:solidFill>
                  <a:srgbClr val="2E8B57"/>
                </a:solidFill>
                <a:cs typeface="+mn-lt"/>
              </a:rPr>
              <a:t>01</a:t>
            </a:r>
            <a:endParaRPr sz="1050" b="1" spc="63">
              <a:solidFill>
                <a:srgbClr val="2E8B57"/>
              </a:solidFill>
              <a:cs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878157" y="2477452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0F3D28"/>
                </a:solidFill>
                <a:cs typeface="+mn-lt"/>
              </a:rPr>
              <a:t>清查</a:t>
            </a:r>
            <a:endParaRPr sz="1200">
              <a:solidFill>
                <a:srgbClr val="0F3D28"/>
              </a:solidFill>
              <a:cs typeface="+mn-lt"/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93850" y="2419350"/>
            <a:ext cx="133350" cy="133350"/>
          </a:xfrm>
          <a:prstGeom prst="rect">
            <a:avLst/>
          </a:prstGeom>
          <a:noFill/>
        </p:spPr>
      </p:pic>
      <p:sp>
        <p:nvSpPr>
          <p:cNvPr id="20" name="任意多边形 19"/>
          <p:cNvSpPr/>
          <p:nvPr>
            <p:custDataLst>
              <p:tags r:id="rId19"/>
            </p:custDataLst>
          </p:nvPr>
        </p:nvSpPr>
        <p:spPr>
          <a:xfrm>
            <a:off x="1770380" y="2252345"/>
            <a:ext cx="889635" cy="466725"/>
          </a:xfrm>
          <a:custGeom>
            <a:avLst/>
            <a:gdLst>
              <a:gd name="sw" fmla="*/ 1 w 1400"/>
              <a:gd name="sh" fmla="*/ 1 h 735"/>
              <a:gd name="mins" fmla="min sw sh"/>
              <a:gd name="dsw" fmla="+- 0 sw mins"/>
              <a:gd name="dsh" fmla="+- 0 sh mins"/>
              <a:gd name="p0x0" fmla="*/ 120 w 1400"/>
              <a:gd name="p0y0" fmla="*/ 0 h 735"/>
              <a:gd name="p0x1" fmla="*/ 1280 w 1400"/>
              <a:gd name="p0y1" fmla="*/ 0 h 735"/>
              <a:gd name="p0x2" fmla="*/ 1347 w 1400"/>
              <a:gd name="p0y2" fmla="*/ 0 h 735"/>
              <a:gd name="p0x3" fmla="*/ 1400 w 1400"/>
              <a:gd name="p0y3" fmla="*/ 53 h 735"/>
              <a:gd name="p0x4" fmla="*/ 1400 w 1400"/>
              <a:gd name="p0y4" fmla="*/ 120 h 735"/>
              <a:gd name="p0x5" fmla="*/ 1400 w 1400"/>
              <a:gd name="p0y5" fmla="*/ 615 h 735"/>
              <a:gd name="p0x6" fmla="*/ 1400 w 1400"/>
              <a:gd name="p0y6" fmla="*/ 681 h 735"/>
              <a:gd name="p0x7" fmla="*/ 1347 w 1400"/>
              <a:gd name="p0y7" fmla="*/ 735 h 735"/>
              <a:gd name="p0x8" fmla="*/ 1280 w 1400"/>
              <a:gd name="p0y8" fmla="*/ 735 h 735"/>
              <a:gd name="p0x9" fmla="*/ 120 w 1400"/>
              <a:gd name="p0y9" fmla="*/ 735 h 735"/>
              <a:gd name="p0x10" fmla="*/ 53 w 1400"/>
              <a:gd name="p0y10" fmla="*/ 735 h 735"/>
              <a:gd name="p0x11" fmla="*/ 0 w 1400"/>
              <a:gd name="p0y11" fmla="*/ 681 h 735"/>
              <a:gd name="p0x12" fmla="*/ 0 w 1400"/>
              <a:gd name="p0y12" fmla="*/ 615 h 735"/>
              <a:gd name="p0x13" fmla="*/ 0 w 1400"/>
              <a:gd name="p0y13" fmla="*/ 120 h 735"/>
              <a:gd name="p0x14" fmla="*/ 0 w 1400"/>
              <a:gd name="p0y14" fmla="*/ 53 h 735"/>
              <a:gd name="p0x15" fmla="*/ 53 w 1400"/>
              <a:gd name="p0y15" fmla="*/ 0 h 735"/>
              <a:gd name="p0x16" fmla="*/ 120 w 1400"/>
              <a:gd name="p0y16" fmla="*/ 0 h 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846"/>
              <a:lumOff val="82154"/>
            </a:schemeClr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0"/>
            </p:custDataLst>
          </p:nvPr>
        </p:nvSpPr>
        <p:spPr>
          <a:xfrm>
            <a:off x="2124218" y="2323148"/>
            <a:ext cx="315811" cy="1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" b="1" spc="63">
                <a:solidFill>
                  <a:srgbClr val="2E8B57"/>
                </a:solidFill>
                <a:cs typeface="+mn-lt"/>
              </a:rPr>
              <a:t>02</a:t>
            </a:r>
            <a:endParaRPr sz="1050" b="1" spc="63">
              <a:solidFill>
                <a:srgbClr val="2E8B57"/>
              </a:solidFill>
              <a:cs typeface="+mn-lt"/>
            </a:endParaRPr>
          </a:p>
        </p:txBody>
      </p:sp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1986848" y="2477452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0F3D28"/>
                </a:solidFill>
                <a:cs typeface="+mn-lt"/>
              </a:rPr>
              <a:t>登记</a:t>
            </a:r>
            <a:endParaRPr sz="1200">
              <a:solidFill>
                <a:srgbClr val="0F3D28"/>
              </a:solidFill>
              <a:cs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702560" y="2419350"/>
            <a:ext cx="133350" cy="133350"/>
          </a:xfrm>
          <a:prstGeom prst="rect">
            <a:avLst/>
          </a:prstGeom>
          <a:noFill/>
        </p:spPr>
      </p:pic>
      <p:sp>
        <p:nvSpPr>
          <p:cNvPr id="25" name="任意多边形 24"/>
          <p:cNvSpPr/>
          <p:nvPr>
            <p:custDataLst>
              <p:tags r:id="rId23"/>
            </p:custDataLst>
          </p:nvPr>
        </p:nvSpPr>
        <p:spPr>
          <a:xfrm>
            <a:off x="2879090" y="2252345"/>
            <a:ext cx="889635" cy="466725"/>
          </a:xfrm>
          <a:custGeom>
            <a:avLst/>
            <a:gdLst>
              <a:gd name="sw" fmla="*/ 1 w 1400"/>
              <a:gd name="sh" fmla="*/ 1 h 735"/>
              <a:gd name="mins" fmla="min sw sh"/>
              <a:gd name="dsw" fmla="+- 0 sw mins"/>
              <a:gd name="dsh" fmla="+- 0 sh mins"/>
              <a:gd name="p0x0" fmla="*/ 120 w 1400"/>
              <a:gd name="p0y0" fmla="*/ 0 h 735"/>
              <a:gd name="p0x1" fmla="*/ 1280 w 1400"/>
              <a:gd name="p0y1" fmla="*/ 0 h 735"/>
              <a:gd name="p0x2" fmla="*/ 1347 w 1400"/>
              <a:gd name="p0y2" fmla="*/ 0 h 735"/>
              <a:gd name="p0x3" fmla="*/ 1400 w 1400"/>
              <a:gd name="p0y3" fmla="*/ 53 h 735"/>
              <a:gd name="p0x4" fmla="*/ 1400 w 1400"/>
              <a:gd name="p0y4" fmla="*/ 120 h 735"/>
              <a:gd name="p0x5" fmla="*/ 1400 w 1400"/>
              <a:gd name="p0y5" fmla="*/ 615 h 735"/>
              <a:gd name="p0x6" fmla="*/ 1400 w 1400"/>
              <a:gd name="p0y6" fmla="*/ 681 h 735"/>
              <a:gd name="p0x7" fmla="*/ 1347 w 1400"/>
              <a:gd name="p0y7" fmla="*/ 735 h 735"/>
              <a:gd name="p0x8" fmla="*/ 1280 w 1400"/>
              <a:gd name="p0y8" fmla="*/ 735 h 735"/>
              <a:gd name="p0x9" fmla="*/ 120 w 1400"/>
              <a:gd name="p0y9" fmla="*/ 735 h 735"/>
              <a:gd name="p0x10" fmla="*/ 53 w 1400"/>
              <a:gd name="p0y10" fmla="*/ 735 h 735"/>
              <a:gd name="p0x11" fmla="*/ 0 w 1400"/>
              <a:gd name="p0y11" fmla="*/ 681 h 735"/>
              <a:gd name="p0x12" fmla="*/ 0 w 1400"/>
              <a:gd name="p0y12" fmla="*/ 615 h 735"/>
              <a:gd name="p0x13" fmla="*/ 0 w 1400"/>
              <a:gd name="p0y13" fmla="*/ 120 h 735"/>
              <a:gd name="p0x14" fmla="*/ 0 w 1400"/>
              <a:gd name="p0y14" fmla="*/ 53 h 735"/>
              <a:gd name="p0x15" fmla="*/ 53 w 1400"/>
              <a:gd name="p0y15" fmla="*/ 0 h 735"/>
              <a:gd name="p0x16" fmla="*/ 120 w 1400"/>
              <a:gd name="p0y16" fmla="*/ 0 h 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846"/>
              <a:lumOff val="82154"/>
            </a:schemeClr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3232918" y="2323148"/>
            <a:ext cx="315811" cy="1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" b="1" spc="63">
                <a:solidFill>
                  <a:srgbClr val="2E8B57"/>
                </a:solidFill>
                <a:cs typeface="+mn-lt"/>
              </a:rPr>
              <a:t>03</a:t>
            </a:r>
            <a:endParaRPr sz="1050" b="1" spc="63">
              <a:solidFill>
                <a:srgbClr val="2E8B57"/>
              </a:solidFill>
              <a:cs typeface="+mn-lt"/>
            </a:endParaRPr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3095549" y="2477452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0F3D28"/>
                </a:solidFill>
                <a:cs typeface="+mn-lt"/>
              </a:rPr>
              <a:t>录入</a:t>
            </a:r>
            <a:endParaRPr sz="1200">
              <a:solidFill>
                <a:srgbClr val="0F3D28"/>
              </a:solidFill>
              <a:cs typeface="+mn-lt"/>
            </a:endParaRPr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11270" y="2419350"/>
            <a:ext cx="133350" cy="133350"/>
          </a:xfrm>
          <a:prstGeom prst="rect">
            <a:avLst/>
          </a:prstGeom>
          <a:noFill/>
        </p:spPr>
      </p:pic>
      <p:sp>
        <p:nvSpPr>
          <p:cNvPr id="30" name="任意多边形 29"/>
          <p:cNvSpPr/>
          <p:nvPr>
            <p:custDataLst>
              <p:tags r:id="rId27"/>
            </p:custDataLst>
          </p:nvPr>
        </p:nvSpPr>
        <p:spPr>
          <a:xfrm>
            <a:off x="3987800" y="2252345"/>
            <a:ext cx="889635" cy="466725"/>
          </a:xfrm>
          <a:custGeom>
            <a:avLst/>
            <a:gdLst>
              <a:gd name="sw" fmla="*/ 1 w 1400"/>
              <a:gd name="sh" fmla="*/ 1 h 735"/>
              <a:gd name="mins" fmla="min sw sh"/>
              <a:gd name="dsw" fmla="+- 0 sw mins"/>
              <a:gd name="dsh" fmla="+- 0 sh mins"/>
              <a:gd name="p0x0" fmla="*/ 120 w 1400"/>
              <a:gd name="p0y0" fmla="*/ 0 h 735"/>
              <a:gd name="p0x1" fmla="*/ 1280 w 1400"/>
              <a:gd name="p0y1" fmla="*/ 0 h 735"/>
              <a:gd name="p0x2" fmla="*/ 1347 w 1400"/>
              <a:gd name="p0y2" fmla="*/ 0 h 735"/>
              <a:gd name="p0x3" fmla="*/ 1400 w 1400"/>
              <a:gd name="p0y3" fmla="*/ 53 h 735"/>
              <a:gd name="p0x4" fmla="*/ 1400 w 1400"/>
              <a:gd name="p0y4" fmla="*/ 120 h 735"/>
              <a:gd name="p0x5" fmla="*/ 1400 w 1400"/>
              <a:gd name="p0y5" fmla="*/ 615 h 735"/>
              <a:gd name="p0x6" fmla="*/ 1400 w 1400"/>
              <a:gd name="p0y6" fmla="*/ 681 h 735"/>
              <a:gd name="p0x7" fmla="*/ 1347 w 1400"/>
              <a:gd name="p0y7" fmla="*/ 735 h 735"/>
              <a:gd name="p0x8" fmla="*/ 1280 w 1400"/>
              <a:gd name="p0y8" fmla="*/ 735 h 735"/>
              <a:gd name="p0x9" fmla="*/ 120 w 1400"/>
              <a:gd name="p0y9" fmla="*/ 735 h 735"/>
              <a:gd name="p0x10" fmla="*/ 53 w 1400"/>
              <a:gd name="p0y10" fmla="*/ 735 h 735"/>
              <a:gd name="p0x11" fmla="*/ 0 w 1400"/>
              <a:gd name="p0y11" fmla="*/ 681 h 735"/>
              <a:gd name="p0x12" fmla="*/ 0 w 1400"/>
              <a:gd name="p0y12" fmla="*/ 615 h 735"/>
              <a:gd name="p0x13" fmla="*/ 0 w 1400"/>
              <a:gd name="p0y13" fmla="*/ 120 h 735"/>
              <a:gd name="p0x14" fmla="*/ 0 w 1400"/>
              <a:gd name="p0y14" fmla="*/ 53 h 735"/>
              <a:gd name="p0x15" fmla="*/ 53 w 1400"/>
              <a:gd name="p0y15" fmla="*/ 0 h 735"/>
              <a:gd name="p0x16" fmla="*/ 120 w 1400"/>
              <a:gd name="p0y16" fmla="*/ 0 h 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846"/>
              <a:lumOff val="82154"/>
            </a:schemeClr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8"/>
            </p:custDataLst>
          </p:nvPr>
        </p:nvSpPr>
        <p:spPr>
          <a:xfrm>
            <a:off x="4341609" y="2323148"/>
            <a:ext cx="315811" cy="1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" b="1" spc="63">
                <a:solidFill>
                  <a:srgbClr val="2E8B57"/>
                </a:solidFill>
                <a:cs typeface="+mn-lt"/>
              </a:rPr>
              <a:t>04</a:t>
            </a:r>
            <a:endParaRPr sz="1050" b="1" spc="63">
              <a:solidFill>
                <a:srgbClr val="2E8B57"/>
              </a:solidFill>
              <a:cs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29"/>
            </p:custDataLst>
          </p:nvPr>
        </p:nvSpPr>
        <p:spPr>
          <a:xfrm>
            <a:off x="4204240" y="2477452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0F3D28"/>
                </a:solidFill>
                <a:cs typeface="+mn-lt"/>
              </a:rPr>
              <a:t>确认</a:t>
            </a:r>
            <a:endParaRPr sz="1200">
              <a:solidFill>
                <a:srgbClr val="0F3D28"/>
              </a:solidFill>
              <a:cs typeface="+mn-lt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19980" y="2419350"/>
            <a:ext cx="133350" cy="133350"/>
          </a:xfrm>
          <a:prstGeom prst="rect">
            <a:avLst/>
          </a:prstGeom>
          <a:noFill/>
        </p:spPr>
      </p:pic>
      <p:sp>
        <p:nvSpPr>
          <p:cNvPr id="35" name="任意多边形 34"/>
          <p:cNvSpPr/>
          <p:nvPr>
            <p:custDataLst>
              <p:tags r:id="rId31"/>
            </p:custDataLst>
          </p:nvPr>
        </p:nvSpPr>
        <p:spPr>
          <a:xfrm>
            <a:off x="5096510" y="2252345"/>
            <a:ext cx="889635" cy="466725"/>
          </a:xfrm>
          <a:custGeom>
            <a:avLst/>
            <a:gdLst>
              <a:gd name="sw" fmla="*/ 1 w 1400"/>
              <a:gd name="sh" fmla="*/ 1 h 735"/>
              <a:gd name="mins" fmla="min sw sh"/>
              <a:gd name="dsw" fmla="+- 0 sw mins"/>
              <a:gd name="dsh" fmla="+- 0 sh mins"/>
              <a:gd name="p0x0" fmla="*/ 120 w 1400"/>
              <a:gd name="p0y0" fmla="*/ 0 h 735"/>
              <a:gd name="p0x1" fmla="*/ 1280 w 1400"/>
              <a:gd name="p0y1" fmla="*/ 0 h 735"/>
              <a:gd name="p0x2" fmla="*/ 1347 w 1400"/>
              <a:gd name="p0y2" fmla="*/ 0 h 735"/>
              <a:gd name="p0x3" fmla="*/ 1400 w 1400"/>
              <a:gd name="p0y3" fmla="*/ 53 h 735"/>
              <a:gd name="p0x4" fmla="*/ 1400 w 1400"/>
              <a:gd name="p0y4" fmla="*/ 120 h 735"/>
              <a:gd name="p0x5" fmla="*/ 1400 w 1400"/>
              <a:gd name="p0y5" fmla="*/ 615 h 735"/>
              <a:gd name="p0x6" fmla="*/ 1400 w 1400"/>
              <a:gd name="p0y6" fmla="*/ 681 h 735"/>
              <a:gd name="p0x7" fmla="*/ 1347 w 1400"/>
              <a:gd name="p0y7" fmla="*/ 735 h 735"/>
              <a:gd name="p0x8" fmla="*/ 1280 w 1400"/>
              <a:gd name="p0y8" fmla="*/ 735 h 735"/>
              <a:gd name="p0x9" fmla="*/ 120 w 1400"/>
              <a:gd name="p0y9" fmla="*/ 735 h 735"/>
              <a:gd name="p0x10" fmla="*/ 53 w 1400"/>
              <a:gd name="p0y10" fmla="*/ 735 h 735"/>
              <a:gd name="p0x11" fmla="*/ 0 w 1400"/>
              <a:gd name="p0y11" fmla="*/ 681 h 735"/>
              <a:gd name="p0x12" fmla="*/ 0 w 1400"/>
              <a:gd name="p0y12" fmla="*/ 615 h 735"/>
              <a:gd name="p0x13" fmla="*/ 0 w 1400"/>
              <a:gd name="p0y13" fmla="*/ 120 h 735"/>
              <a:gd name="p0x14" fmla="*/ 0 w 1400"/>
              <a:gd name="p0y14" fmla="*/ 53 h 735"/>
              <a:gd name="p0x15" fmla="*/ 53 w 1400"/>
              <a:gd name="p0y15" fmla="*/ 0 h 735"/>
              <a:gd name="p0x16" fmla="*/ 120 w 1400"/>
              <a:gd name="p0y16" fmla="*/ 0 h 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846"/>
              <a:lumOff val="82154"/>
            </a:schemeClr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2"/>
            </p:custDataLst>
          </p:nvPr>
        </p:nvSpPr>
        <p:spPr>
          <a:xfrm>
            <a:off x="5450310" y="2323148"/>
            <a:ext cx="315811" cy="1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" b="1" spc="63">
                <a:solidFill>
                  <a:srgbClr val="2E8B57"/>
                </a:solidFill>
                <a:cs typeface="+mn-lt"/>
              </a:rPr>
              <a:t>05</a:t>
            </a:r>
            <a:endParaRPr sz="1050" b="1" spc="63">
              <a:solidFill>
                <a:srgbClr val="2E8B57"/>
              </a:solidFill>
              <a:cs typeface="+mn-lt"/>
            </a:endParaRPr>
          </a:p>
        </p:txBody>
      </p:sp>
      <p:sp>
        <p:nvSpPr>
          <p:cNvPr id="37" name="文本框 36"/>
          <p:cNvSpPr txBox="1"/>
          <p:nvPr>
            <p:custDataLst>
              <p:tags r:id="rId33"/>
            </p:custDataLst>
          </p:nvPr>
        </p:nvSpPr>
        <p:spPr>
          <a:xfrm>
            <a:off x="5312940" y="2477452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0F3D28"/>
                </a:solidFill>
                <a:cs typeface="+mn-lt"/>
              </a:rPr>
              <a:t>公示</a:t>
            </a:r>
            <a:endParaRPr sz="1200">
              <a:solidFill>
                <a:srgbClr val="0F3D28"/>
              </a:solidFill>
              <a:cs typeface="+mn-lt"/>
            </a:endParaRPr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028690" y="2419350"/>
            <a:ext cx="133350" cy="133350"/>
          </a:xfrm>
          <a:prstGeom prst="rect">
            <a:avLst/>
          </a:prstGeom>
          <a:noFill/>
        </p:spPr>
      </p:pic>
      <p:sp>
        <p:nvSpPr>
          <p:cNvPr id="40" name="任意多边形 39"/>
          <p:cNvSpPr/>
          <p:nvPr>
            <p:custDataLst>
              <p:tags r:id="rId35"/>
            </p:custDataLst>
          </p:nvPr>
        </p:nvSpPr>
        <p:spPr>
          <a:xfrm>
            <a:off x="6205220" y="2252345"/>
            <a:ext cx="889635" cy="466725"/>
          </a:xfrm>
          <a:custGeom>
            <a:avLst/>
            <a:gdLst>
              <a:gd name="sw" fmla="*/ 1 w 1400"/>
              <a:gd name="sh" fmla="*/ 1 h 735"/>
              <a:gd name="mins" fmla="min sw sh"/>
              <a:gd name="dsw" fmla="+- 0 sw mins"/>
              <a:gd name="dsh" fmla="+- 0 sh mins"/>
              <a:gd name="p0x0" fmla="*/ 120 w 1400"/>
              <a:gd name="p0y0" fmla="*/ 0 h 735"/>
              <a:gd name="p0x1" fmla="*/ 1280 w 1400"/>
              <a:gd name="p0y1" fmla="*/ 0 h 735"/>
              <a:gd name="p0x2" fmla="*/ 1347 w 1400"/>
              <a:gd name="p0y2" fmla="*/ 0 h 735"/>
              <a:gd name="p0x3" fmla="*/ 1400 w 1400"/>
              <a:gd name="p0y3" fmla="*/ 53 h 735"/>
              <a:gd name="p0x4" fmla="*/ 1400 w 1400"/>
              <a:gd name="p0y4" fmla="*/ 120 h 735"/>
              <a:gd name="p0x5" fmla="*/ 1400 w 1400"/>
              <a:gd name="p0y5" fmla="*/ 615 h 735"/>
              <a:gd name="p0x6" fmla="*/ 1400 w 1400"/>
              <a:gd name="p0y6" fmla="*/ 681 h 735"/>
              <a:gd name="p0x7" fmla="*/ 1347 w 1400"/>
              <a:gd name="p0y7" fmla="*/ 735 h 735"/>
              <a:gd name="p0x8" fmla="*/ 1280 w 1400"/>
              <a:gd name="p0y8" fmla="*/ 735 h 735"/>
              <a:gd name="p0x9" fmla="*/ 120 w 1400"/>
              <a:gd name="p0y9" fmla="*/ 735 h 735"/>
              <a:gd name="p0x10" fmla="*/ 53 w 1400"/>
              <a:gd name="p0y10" fmla="*/ 735 h 735"/>
              <a:gd name="p0x11" fmla="*/ 0 w 1400"/>
              <a:gd name="p0y11" fmla="*/ 681 h 735"/>
              <a:gd name="p0x12" fmla="*/ 0 w 1400"/>
              <a:gd name="p0y12" fmla="*/ 615 h 735"/>
              <a:gd name="p0x13" fmla="*/ 0 w 1400"/>
              <a:gd name="p0y13" fmla="*/ 120 h 735"/>
              <a:gd name="p0x14" fmla="*/ 0 w 1400"/>
              <a:gd name="p0y14" fmla="*/ 53 h 735"/>
              <a:gd name="p0x15" fmla="*/ 53 w 1400"/>
              <a:gd name="p0y15" fmla="*/ 0 h 735"/>
              <a:gd name="p0x16" fmla="*/ 120 w 1400"/>
              <a:gd name="p0y16" fmla="*/ 0 h 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846"/>
              <a:lumOff val="82154"/>
            </a:schemeClr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6"/>
            </p:custDataLst>
          </p:nvPr>
        </p:nvSpPr>
        <p:spPr>
          <a:xfrm>
            <a:off x="6559000" y="2323148"/>
            <a:ext cx="315811" cy="1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" b="1" spc="63">
                <a:solidFill>
                  <a:srgbClr val="2E8B57"/>
                </a:solidFill>
                <a:cs typeface="+mn-lt"/>
              </a:rPr>
              <a:t>06</a:t>
            </a:r>
            <a:endParaRPr sz="1050" b="1" spc="63">
              <a:solidFill>
                <a:srgbClr val="2E8B57"/>
              </a:solidFill>
              <a:cs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37"/>
            </p:custDataLst>
          </p:nvPr>
        </p:nvSpPr>
        <p:spPr>
          <a:xfrm>
            <a:off x="6421631" y="2477452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0F3D28"/>
                </a:solidFill>
                <a:cs typeface="+mn-lt"/>
              </a:rPr>
              <a:t>复核</a:t>
            </a:r>
            <a:endParaRPr sz="1200">
              <a:solidFill>
                <a:srgbClr val="0F3D28"/>
              </a:solidFill>
              <a:cs typeface="+mn-lt"/>
            </a:endParaRPr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37400" y="2419350"/>
            <a:ext cx="133350" cy="133350"/>
          </a:xfrm>
          <a:prstGeom prst="rect">
            <a:avLst/>
          </a:prstGeom>
          <a:noFill/>
        </p:spPr>
      </p:pic>
      <p:sp>
        <p:nvSpPr>
          <p:cNvPr id="45" name="任意多边形 44"/>
          <p:cNvSpPr/>
          <p:nvPr>
            <p:custDataLst>
              <p:tags r:id="rId39"/>
            </p:custDataLst>
          </p:nvPr>
        </p:nvSpPr>
        <p:spPr>
          <a:xfrm>
            <a:off x="7313930" y="2252345"/>
            <a:ext cx="889635" cy="466725"/>
          </a:xfrm>
          <a:custGeom>
            <a:avLst/>
            <a:gdLst>
              <a:gd name="sw" fmla="*/ 1 w 1400"/>
              <a:gd name="sh" fmla="*/ 1 h 735"/>
              <a:gd name="mins" fmla="min sw sh"/>
              <a:gd name="dsw" fmla="+- 0 sw mins"/>
              <a:gd name="dsh" fmla="+- 0 sh mins"/>
              <a:gd name="p0x0" fmla="*/ 120 w 1400"/>
              <a:gd name="p0y0" fmla="*/ 0 h 735"/>
              <a:gd name="p0x1" fmla="*/ 1280 w 1400"/>
              <a:gd name="p0y1" fmla="*/ 0 h 735"/>
              <a:gd name="p0x2" fmla="*/ 1347 w 1400"/>
              <a:gd name="p0y2" fmla="*/ 0 h 735"/>
              <a:gd name="p0x3" fmla="*/ 1400 w 1400"/>
              <a:gd name="p0y3" fmla="*/ 53 h 735"/>
              <a:gd name="p0x4" fmla="*/ 1400 w 1400"/>
              <a:gd name="p0y4" fmla="*/ 120 h 735"/>
              <a:gd name="p0x5" fmla="*/ 1400 w 1400"/>
              <a:gd name="p0y5" fmla="*/ 615 h 735"/>
              <a:gd name="p0x6" fmla="*/ 1400 w 1400"/>
              <a:gd name="p0y6" fmla="*/ 681 h 735"/>
              <a:gd name="p0x7" fmla="*/ 1347 w 1400"/>
              <a:gd name="p0y7" fmla="*/ 735 h 735"/>
              <a:gd name="p0x8" fmla="*/ 1280 w 1400"/>
              <a:gd name="p0y8" fmla="*/ 735 h 735"/>
              <a:gd name="p0x9" fmla="*/ 120 w 1400"/>
              <a:gd name="p0y9" fmla="*/ 735 h 735"/>
              <a:gd name="p0x10" fmla="*/ 53 w 1400"/>
              <a:gd name="p0y10" fmla="*/ 735 h 735"/>
              <a:gd name="p0x11" fmla="*/ 0 w 1400"/>
              <a:gd name="p0y11" fmla="*/ 681 h 735"/>
              <a:gd name="p0x12" fmla="*/ 0 w 1400"/>
              <a:gd name="p0y12" fmla="*/ 615 h 735"/>
              <a:gd name="p0x13" fmla="*/ 0 w 1400"/>
              <a:gd name="p0y13" fmla="*/ 120 h 735"/>
              <a:gd name="p0x14" fmla="*/ 0 w 1400"/>
              <a:gd name="p0y14" fmla="*/ 53 h 735"/>
              <a:gd name="p0x15" fmla="*/ 53 w 1400"/>
              <a:gd name="p0y15" fmla="*/ 0 h 735"/>
              <a:gd name="p0x16" fmla="*/ 120 w 1400"/>
              <a:gd name="p0y16" fmla="*/ 0 h 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846"/>
              <a:lumOff val="82154"/>
            </a:schemeClr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40"/>
            </p:custDataLst>
          </p:nvPr>
        </p:nvSpPr>
        <p:spPr>
          <a:xfrm>
            <a:off x="7667701" y="2323148"/>
            <a:ext cx="315811" cy="1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" b="1" spc="63">
                <a:solidFill>
                  <a:srgbClr val="2E8B57"/>
                </a:solidFill>
                <a:cs typeface="+mn-lt"/>
              </a:rPr>
              <a:t>07</a:t>
            </a:r>
            <a:endParaRPr sz="1050" b="1" spc="63">
              <a:solidFill>
                <a:srgbClr val="2E8B57"/>
              </a:solidFill>
              <a:cs typeface="+mn-lt"/>
            </a:endParaRPr>
          </a:p>
        </p:txBody>
      </p:sp>
      <p:sp>
        <p:nvSpPr>
          <p:cNvPr id="47" name="文本框 46"/>
          <p:cNvSpPr txBox="1"/>
          <p:nvPr>
            <p:custDataLst>
              <p:tags r:id="rId41"/>
            </p:custDataLst>
          </p:nvPr>
        </p:nvSpPr>
        <p:spPr>
          <a:xfrm>
            <a:off x="7377932" y="2477452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0F3D28"/>
                </a:solidFill>
                <a:cs typeface="+mn-lt"/>
              </a:rPr>
              <a:t>审核备案</a:t>
            </a:r>
            <a:endParaRPr sz="1200">
              <a:solidFill>
                <a:srgbClr val="0F3D28"/>
              </a:solidFill>
              <a:cs typeface="+mn-lt"/>
            </a:endParaRPr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46110" y="2419350"/>
            <a:ext cx="133350" cy="133350"/>
          </a:xfrm>
          <a:prstGeom prst="rect">
            <a:avLst/>
          </a:prstGeom>
          <a:noFill/>
        </p:spPr>
      </p:pic>
      <p:sp>
        <p:nvSpPr>
          <p:cNvPr id="50" name="任意多边形 49"/>
          <p:cNvSpPr/>
          <p:nvPr>
            <p:custDataLst>
              <p:tags r:id="rId43"/>
            </p:custDataLst>
          </p:nvPr>
        </p:nvSpPr>
        <p:spPr>
          <a:xfrm>
            <a:off x="8422640" y="2252345"/>
            <a:ext cx="889635" cy="466725"/>
          </a:xfrm>
          <a:custGeom>
            <a:avLst/>
            <a:gdLst>
              <a:gd name="sw" fmla="*/ 1 w 1400"/>
              <a:gd name="sh" fmla="*/ 1 h 735"/>
              <a:gd name="mins" fmla="min sw sh"/>
              <a:gd name="dsw" fmla="+- 0 sw mins"/>
              <a:gd name="dsh" fmla="+- 0 sh mins"/>
              <a:gd name="p0x0" fmla="*/ 120 w 1400"/>
              <a:gd name="p0y0" fmla="*/ 0 h 735"/>
              <a:gd name="p0x1" fmla="*/ 1280 w 1400"/>
              <a:gd name="p0y1" fmla="*/ 0 h 735"/>
              <a:gd name="p0x2" fmla="*/ 1347 w 1400"/>
              <a:gd name="p0y2" fmla="*/ 0 h 735"/>
              <a:gd name="p0x3" fmla="*/ 1400 w 1400"/>
              <a:gd name="p0y3" fmla="*/ 53 h 735"/>
              <a:gd name="p0x4" fmla="*/ 1400 w 1400"/>
              <a:gd name="p0y4" fmla="*/ 120 h 735"/>
              <a:gd name="p0x5" fmla="*/ 1400 w 1400"/>
              <a:gd name="p0y5" fmla="*/ 615 h 735"/>
              <a:gd name="p0x6" fmla="*/ 1400 w 1400"/>
              <a:gd name="p0y6" fmla="*/ 681 h 735"/>
              <a:gd name="p0x7" fmla="*/ 1347 w 1400"/>
              <a:gd name="p0y7" fmla="*/ 735 h 735"/>
              <a:gd name="p0x8" fmla="*/ 1280 w 1400"/>
              <a:gd name="p0y8" fmla="*/ 735 h 735"/>
              <a:gd name="p0x9" fmla="*/ 120 w 1400"/>
              <a:gd name="p0y9" fmla="*/ 735 h 735"/>
              <a:gd name="p0x10" fmla="*/ 53 w 1400"/>
              <a:gd name="p0y10" fmla="*/ 735 h 735"/>
              <a:gd name="p0x11" fmla="*/ 0 w 1400"/>
              <a:gd name="p0y11" fmla="*/ 681 h 735"/>
              <a:gd name="p0x12" fmla="*/ 0 w 1400"/>
              <a:gd name="p0y12" fmla="*/ 615 h 735"/>
              <a:gd name="p0x13" fmla="*/ 0 w 1400"/>
              <a:gd name="p0y13" fmla="*/ 120 h 735"/>
              <a:gd name="p0x14" fmla="*/ 0 w 1400"/>
              <a:gd name="p0y14" fmla="*/ 53 h 735"/>
              <a:gd name="p0x15" fmla="*/ 53 w 1400"/>
              <a:gd name="p0y15" fmla="*/ 0 h 735"/>
              <a:gd name="p0x16" fmla="*/ 120 w 1400"/>
              <a:gd name="p0y16" fmla="*/ 0 h 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846"/>
              <a:lumOff val="82154"/>
            </a:schemeClr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44"/>
            </p:custDataLst>
          </p:nvPr>
        </p:nvSpPr>
        <p:spPr>
          <a:xfrm>
            <a:off x="8776392" y="2323148"/>
            <a:ext cx="315811" cy="1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" b="1" spc="63">
                <a:solidFill>
                  <a:srgbClr val="2E8B57"/>
                </a:solidFill>
                <a:cs typeface="+mn-lt"/>
              </a:rPr>
              <a:t>08</a:t>
            </a:r>
            <a:endParaRPr sz="1050" b="1" spc="63">
              <a:solidFill>
                <a:srgbClr val="2E8B57"/>
              </a:solidFill>
              <a:cs typeface="+mn-lt"/>
            </a:endParaRPr>
          </a:p>
        </p:txBody>
      </p:sp>
      <p:sp>
        <p:nvSpPr>
          <p:cNvPr id="52" name="文本框 51"/>
          <p:cNvSpPr txBox="1"/>
          <p:nvPr>
            <p:custDataLst>
              <p:tags r:id="rId45"/>
            </p:custDataLst>
          </p:nvPr>
        </p:nvSpPr>
        <p:spPr>
          <a:xfrm>
            <a:off x="8639022" y="2477452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0F3D28"/>
                </a:solidFill>
                <a:cs typeface="+mn-lt"/>
              </a:rPr>
              <a:t>抽查</a:t>
            </a:r>
            <a:endParaRPr sz="1200">
              <a:solidFill>
                <a:srgbClr val="0F3D28"/>
              </a:solidFill>
              <a:cs typeface="+mn-lt"/>
            </a:endParaRPr>
          </a:p>
        </p:txBody>
      </p:sp>
      <p:pic>
        <p:nvPicPr>
          <p:cNvPr id="53" name="图片 52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354820" y="2419350"/>
            <a:ext cx="133350" cy="133350"/>
          </a:xfrm>
          <a:prstGeom prst="rect">
            <a:avLst/>
          </a:prstGeom>
          <a:noFill/>
        </p:spPr>
      </p:pic>
      <p:sp>
        <p:nvSpPr>
          <p:cNvPr id="55" name="任意多边形 54"/>
          <p:cNvSpPr/>
          <p:nvPr>
            <p:custDataLst>
              <p:tags r:id="rId47"/>
            </p:custDataLst>
          </p:nvPr>
        </p:nvSpPr>
        <p:spPr>
          <a:xfrm>
            <a:off x="9531350" y="2252345"/>
            <a:ext cx="889635" cy="466725"/>
          </a:xfrm>
          <a:custGeom>
            <a:avLst/>
            <a:gdLst>
              <a:gd name="sw" fmla="*/ 1 w 1400"/>
              <a:gd name="sh" fmla="*/ 1 h 735"/>
              <a:gd name="mins" fmla="min sw sh"/>
              <a:gd name="dsw" fmla="+- 0 sw mins"/>
              <a:gd name="dsh" fmla="+- 0 sh mins"/>
              <a:gd name="p0x0" fmla="*/ 120 w 1400"/>
              <a:gd name="p0y0" fmla="*/ 0 h 735"/>
              <a:gd name="p0x1" fmla="*/ 1280 w 1400"/>
              <a:gd name="p0y1" fmla="*/ 0 h 735"/>
              <a:gd name="p0x2" fmla="*/ 1347 w 1400"/>
              <a:gd name="p0y2" fmla="*/ 0 h 735"/>
              <a:gd name="p0x3" fmla="*/ 1400 w 1400"/>
              <a:gd name="p0y3" fmla="*/ 53 h 735"/>
              <a:gd name="p0x4" fmla="*/ 1400 w 1400"/>
              <a:gd name="p0y4" fmla="*/ 120 h 735"/>
              <a:gd name="p0x5" fmla="*/ 1400 w 1400"/>
              <a:gd name="p0y5" fmla="*/ 615 h 735"/>
              <a:gd name="p0x6" fmla="*/ 1400 w 1400"/>
              <a:gd name="p0y6" fmla="*/ 681 h 735"/>
              <a:gd name="p0x7" fmla="*/ 1347 w 1400"/>
              <a:gd name="p0y7" fmla="*/ 735 h 735"/>
              <a:gd name="p0x8" fmla="*/ 1280 w 1400"/>
              <a:gd name="p0y8" fmla="*/ 735 h 735"/>
              <a:gd name="p0x9" fmla="*/ 120 w 1400"/>
              <a:gd name="p0y9" fmla="*/ 735 h 735"/>
              <a:gd name="p0x10" fmla="*/ 53 w 1400"/>
              <a:gd name="p0y10" fmla="*/ 735 h 735"/>
              <a:gd name="p0x11" fmla="*/ 0 w 1400"/>
              <a:gd name="p0y11" fmla="*/ 681 h 735"/>
              <a:gd name="p0x12" fmla="*/ 0 w 1400"/>
              <a:gd name="p0y12" fmla="*/ 615 h 735"/>
              <a:gd name="p0x13" fmla="*/ 0 w 1400"/>
              <a:gd name="p0y13" fmla="*/ 120 h 735"/>
              <a:gd name="p0x14" fmla="*/ 0 w 1400"/>
              <a:gd name="p0y14" fmla="*/ 53 h 735"/>
              <a:gd name="p0x15" fmla="*/ 53 w 1400"/>
              <a:gd name="p0y15" fmla="*/ 0 h 735"/>
              <a:gd name="p0x16" fmla="*/ 120 w 1400"/>
              <a:gd name="p0y16" fmla="*/ 0 h 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846"/>
              <a:lumOff val="82154"/>
            </a:schemeClr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48"/>
            </p:custDataLst>
          </p:nvPr>
        </p:nvSpPr>
        <p:spPr>
          <a:xfrm>
            <a:off x="9885093" y="2323148"/>
            <a:ext cx="315811" cy="1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" b="1" spc="63">
                <a:solidFill>
                  <a:srgbClr val="2E8B57"/>
                </a:solidFill>
                <a:cs typeface="+mn-lt"/>
              </a:rPr>
              <a:t>09</a:t>
            </a:r>
            <a:endParaRPr sz="1050" b="1" spc="63">
              <a:solidFill>
                <a:srgbClr val="2E8B57"/>
              </a:solidFill>
              <a:cs typeface="+mn-lt"/>
            </a:endParaRPr>
          </a:p>
        </p:txBody>
      </p:sp>
      <p:sp>
        <p:nvSpPr>
          <p:cNvPr id="57" name="文本框 56"/>
          <p:cNvSpPr txBox="1"/>
          <p:nvPr>
            <p:custDataLst>
              <p:tags r:id="rId49"/>
            </p:custDataLst>
          </p:nvPr>
        </p:nvSpPr>
        <p:spPr>
          <a:xfrm>
            <a:off x="9595323" y="2477452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0F3D28"/>
                </a:solidFill>
                <a:cs typeface="+mn-lt"/>
              </a:rPr>
              <a:t>动态更新</a:t>
            </a:r>
            <a:endParaRPr sz="1200">
              <a:solidFill>
                <a:srgbClr val="0F3D28"/>
              </a:solidFill>
              <a:cs typeface="+mn-lt"/>
            </a:endParaRPr>
          </a:p>
        </p:txBody>
      </p:sp>
      <p:pic>
        <p:nvPicPr>
          <p:cNvPr id="58" name="图片 57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463530" y="2419350"/>
            <a:ext cx="133350" cy="133350"/>
          </a:xfrm>
          <a:prstGeom prst="rect">
            <a:avLst/>
          </a:prstGeom>
          <a:noFill/>
        </p:spPr>
      </p:pic>
      <p:sp>
        <p:nvSpPr>
          <p:cNvPr id="60" name="任意多边形 59"/>
          <p:cNvSpPr/>
          <p:nvPr>
            <p:custDataLst>
              <p:tags r:id="rId51"/>
            </p:custDataLst>
          </p:nvPr>
        </p:nvSpPr>
        <p:spPr>
          <a:xfrm>
            <a:off x="10640060" y="2252345"/>
            <a:ext cx="889635" cy="466725"/>
          </a:xfrm>
          <a:custGeom>
            <a:avLst/>
            <a:gdLst>
              <a:gd name="sw" fmla="*/ 1 w 1400"/>
              <a:gd name="sh" fmla="*/ 1 h 735"/>
              <a:gd name="mins" fmla="min sw sh"/>
              <a:gd name="dsw" fmla="+- 0 sw mins"/>
              <a:gd name="dsh" fmla="+- 0 sh mins"/>
              <a:gd name="p0x0" fmla="*/ 120 w 1400"/>
              <a:gd name="p0y0" fmla="*/ 0 h 735"/>
              <a:gd name="p0x1" fmla="*/ 1280 w 1400"/>
              <a:gd name="p0y1" fmla="*/ 0 h 735"/>
              <a:gd name="p0x2" fmla="*/ 1347 w 1400"/>
              <a:gd name="p0y2" fmla="*/ 0 h 735"/>
              <a:gd name="p0x3" fmla="*/ 1400 w 1400"/>
              <a:gd name="p0y3" fmla="*/ 53 h 735"/>
              <a:gd name="p0x4" fmla="*/ 1400 w 1400"/>
              <a:gd name="p0y4" fmla="*/ 120 h 735"/>
              <a:gd name="p0x5" fmla="*/ 1400 w 1400"/>
              <a:gd name="p0y5" fmla="*/ 615 h 735"/>
              <a:gd name="p0x6" fmla="*/ 1400 w 1400"/>
              <a:gd name="p0y6" fmla="*/ 681 h 735"/>
              <a:gd name="p0x7" fmla="*/ 1347 w 1400"/>
              <a:gd name="p0y7" fmla="*/ 735 h 735"/>
              <a:gd name="p0x8" fmla="*/ 1280 w 1400"/>
              <a:gd name="p0y8" fmla="*/ 735 h 735"/>
              <a:gd name="p0x9" fmla="*/ 120 w 1400"/>
              <a:gd name="p0y9" fmla="*/ 735 h 735"/>
              <a:gd name="p0x10" fmla="*/ 53 w 1400"/>
              <a:gd name="p0y10" fmla="*/ 735 h 735"/>
              <a:gd name="p0x11" fmla="*/ 0 w 1400"/>
              <a:gd name="p0y11" fmla="*/ 681 h 735"/>
              <a:gd name="p0x12" fmla="*/ 0 w 1400"/>
              <a:gd name="p0y12" fmla="*/ 615 h 735"/>
              <a:gd name="p0x13" fmla="*/ 0 w 1400"/>
              <a:gd name="p0y13" fmla="*/ 120 h 735"/>
              <a:gd name="p0x14" fmla="*/ 0 w 1400"/>
              <a:gd name="p0y14" fmla="*/ 53 h 735"/>
              <a:gd name="p0x15" fmla="*/ 53 w 1400"/>
              <a:gd name="p0y15" fmla="*/ 0 h 735"/>
              <a:gd name="p0x16" fmla="*/ 120 w 1400"/>
              <a:gd name="p0y16" fmla="*/ 0 h 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846"/>
              <a:lumOff val="82154"/>
            </a:schemeClr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>
            <p:custDataLst>
              <p:tags r:id="rId52"/>
            </p:custDataLst>
          </p:nvPr>
        </p:nvSpPr>
        <p:spPr>
          <a:xfrm>
            <a:off x="10993783" y="2323148"/>
            <a:ext cx="315811" cy="1495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050" b="1" spc="63">
                <a:solidFill>
                  <a:srgbClr val="2E8B57"/>
                </a:solidFill>
                <a:cs typeface="+mn-lt"/>
              </a:rPr>
              <a:t>10</a:t>
            </a:r>
            <a:endParaRPr sz="1050" b="1" spc="63">
              <a:solidFill>
                <a:srgbClr val="2E8B57"/>
              </a:solidFill>
              <a:cs typeface="+mn-lt"/>
            </a:endParaRPr>
          </a:p>
        </p:txBody>
      </p:sp>
      <p:sp>
        <p:nvSpPr>
          <p:cNvPr id="62" name="文本框 61"/>
          <p:cNvSpPr txBox="1"/>
          <p:nvPr>
            <p:custDataLst>
              <p:tags r:id="rId53"/>
            </p:custDataLst>
          </p:nvPr>
        </p:nvSpPr>
        <p:spPr>
          <a:xfrm>
            <a:off x="10704014" y="2477452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0F3D28"/>
                </a:solidFill>
                <a:cs typeface="+mn-lt"/>
              </a:rPr>
              <a:t>成果运用</a:t>
            </a:r>
            <a:endParaRPr sz="1200">
              <a:solidFill>
                <a:srgbClr val="0F3D28"/>
              </a:solidFill>
              <a:cs typeface="+mn-lt"/>
            </a:endParaRPr>
          </a:p>
        </p:txBody>
      </p:sp>
      <p:sp>
        <p:nvSpPr>
          <p:cNvPr id="63" name="任意多边形 62"/>
          <p:cNvSpPr/>
          <p:nvPr>
            <p:custDataLst>
              <p:tags r:id="rId54"/>
            </p:custDataLst>
          </p:nvPr>
        </p:nvSpPr>
        <p:spPr>
          <a:xfrm>
            <a:off x="461645" y="3042920"/>
            <a:ext cx="5553075" cy="3705225"/>
          </a:xfrm>
          <a:custGeom>
            <a:avLst/>
            <a:gdLst>
              <a:gd name="sw" fmla="*/ 1 w 8745"/>
              <a:gd name="sh" fmla="*/ 1 h 5835"/>
              <a:gd name="mins" fmla="min sw sh"/>
              <a:gd name="dsw" fmla="+- 0 sw mins"/>
              <a:gd name="dsh" fmla="+- 0 sh mins"/>
              <a:gd name="p0x0" fmla="*/ 270 w 8745"/>
              <a:gd name="p0y0" fmla="*/ 0 h 5835"/>
              <a:gd name="p0x1" fmla="*/ 8475 w 8745"/>
              <a:gd name="p0y1" fmla="*/ 0 h 5835"/>
              <a:gd name="p0x2" fmla="*/ 8624 w 8745"/>
              <a:gd name="p0y2" fmla="*/ 0 h 5835"/>
              <a:gd name="p0x3" fmla="*/ 8745 w 8745"/>
              <a:gd name="p0y3" fmla="*/ 120 h 5835"/>
              <a:gd name="p0x4" fmla="*/ 8745 w 8745"/>
              <a:gd name="p0y4" fmla="*/ 270 h 5835"/>
              <a:gd name="p0x5" fmla="*/ 8745 w 8745"/>
              <a:gd name="p0y5" fmla="*/ 5565 h 5835"/>
              <a:gd name="p0x6" fmla="*/ 8745 w 8745"/>
              <a:gd name="p0y6" fmla="*/ 5714 h 5835"/>
              <a:gd name="p0x7" fmla="*/ 8624 w 8745"/>
              <a:gd name="p0y7" fmla="*/ 5835 h 5835"/>
              <a:gd name="p0x8" fmla="*/ 8475 w 8745"/>
              <a:gd name="p0y8" fmla="*/ 5835 h 5835"/>
              <a:gd name="p0x9" fmla="*/ 270 w 8745"/>
              <a:gd name="p0y9" fmla="*/ 5835 h 5835"/>
              <a:gd name="p0x10" fmla="*/ 120 w 8745"/>
              <a:gd name="p0y10" fmla="*/ 5835 h 5835"/>
              <a:gd name="p0x11" fmla="*/ 0 w 8745"/>
              <a:gd name="p0y11" fmla="*/ 5714 h 5835"/>
              <a:gd name="p0x12" fmla="*/ 0 w 8745"/>
              <a:gd name="p0y12" fmla="*/ 5565 h 5835"/>
              <a:gd name="p0x13" fmla="*/ 0 w 8745"/>
              <a:gd name="p0y13" fmla="*/ 270 h 5835"/>
              <a:gd name="p0x14" fmla="*/ 0 w 8745"/>
              <a:gd name="p0y14" fmla="*/ 120 h 5835"/>
              <a:gd name="p0x15" fmla="*/ 120 w 8745"/>
              <a:gd name="p0y15" fmla="*/ 0 h 5835"/>
              <a:gd name="p0x16" fmla="*/ 270 w 8745"/>
              <a:gd name="p0y16" fmla="*/ 0 h 58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200025" dist="28575" dir="5399999" algn="ctr" rotWithShape="0">
              <a:srgbClr val="2E6248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45" name="组合 144"/>
          <p:cNvGrpSpPr/>
          <p:nvPr/>
        </p:nvGrpSpPr>
        <p:grpSpPr>
          <a:xfrm>
            <a:off x="695325" y="3238500"/>
            <a:ext cx="5086350" cy="533400"/>
            <a:chOff x="1095" y="5100"/>
            <a:chExt cx="8010" cy="840"/>
          </a:xfrm>
        </p:grpSpPr>
        <p:sp>
          <p:nvSpPr>
            <p:cNvPr id="64" name="任意多边形 63"/>
            <p:cNvSpPr/>
            <p:nvPr>
              <p:custDataLst>
                <p:tags r:id="rId55"/>
              </p:custDataLst>
            </p:nvPr>
          </p:nvSpPr>
          <p:spPr>
            <a:xfrm>
              <a:off x="1095" y="5100"/>
              <a:ext cx="8010" cy="840"/>
            </a:xfrm>
            <a:custGeom>
              <a:avLst/>
              <a:gdLst>
                <a:gd name="sw" fmla="*/ 1 w 8010"/>
                <a:gd name="sh" fmla="*/ 1 h 840"/>
                <a:gd name="mins" fmla="min sw sh"/>
                <a:gd name="dsw" fmla="+- 0 sw mins"/>
                <a:gd name="dsh" fmla="+- 0 sh mins"/>
                <a:gd name="p0x0" fmla="*/ 0 w 8010"/>
                <a:gd name="p0y0" fmla="*/ 0 h 840"/>
                <a:gd name="p0x1" fmla="*/ 8010 w 8010"/>
                <a:gd name="p0y1" fmla="*/ 0 h 840"/>
                <a:gd name="p0x2" fmla="*/ 8010 w 8010"/>
                <a:gd name="p0y2" fmla="*/ 840 h 840"/>
                <a:gd name="p0x3" fmla="*/ 0 w 8010"/>
                <a:gd name="p0y3" fmla="*/ 840 h 840"/>
                <a:gd name="p0x4" fmla="*/ 0 w 8010"/>
                <a:gd name="p0y4" fmla="*/ 0 h 8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>
              <p:custDataLst>
                <p:tags r:id="rId56"/>
              </p:custDataLst>
            </p:nvPr>
          </p:nvSpPr>
          <p:spPr>
            <a:xfrm>
              <a:off x="1095" y="5925"/>
              <a:ext cx="8010" cy="15"/>
            </a:xfrm>
            <a:custGeom>
              <a:avLst/>
              <a:gdLst>
                <a:gd name="sw" fmla="*/ 1 w 8010"/>
                <a:gd name="sh" fmla="*/ 1 h 15"/>
                <a:gd name="mins" fmla="min sw sh"/>
                <a:gd name="dsw" fmla="+- 0 sw mins"/>
                <a:gd name="dsh" fmla="+- 0 sh mins"/>
                <a:gd name="p0x0" fmla="*/ 8010 w 8010"/>
                <a:gd name="p0y0" fmla="*/ 15 h 15"/>
                <a:gd name="p0x1" fmla="*/ 0 w 8010"/>
                <a:gd name="p0y1" fmla="*/ 15 h 15"/>
                <a:gd name="p0x2" fmla="*/ 0 w 8010"/>
                <a:gd name="p0y2" fmla="*/ 0 h 15"/>
                <a:gd name="p0x3" fmla="*/ 8010 w 8010"/>
                <a:gd name="p0y3" fmla="*/ 0 h 15"/>
                <a:gd name="p0x4" fmla="*/ 8010 w 80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30400"/>
                <a:lumOff val="696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7" name="任意多边形 66"/>
          <p:cNvSpPr/>
          <p:nvPr>
            <p:custDataLst>
              <p:tags r:id="rId57"/>
            </p:custDataLst>
          </p:nvPr>
        </p:nvSpPr>
        <p:spPr>
          <a:xfrm>
            <a:off x="695325" y="32715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8" name="图片 67" descr="bcab6cc1-a760-11f1-8955-166c0110440b"/>
          <p:cNvPicPr/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t="-151" b="151"/>
          <a:stretch>
            <a:fillRect/>
          </a:stretch>
        </p:blipFill>
        <p:spPr>
          <a:xfrm>
            <a:off x="762000" y="3338195"/>
            <a:ext cx="209550" cy="209550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61"/>
            </p:custDataLst>
          </p:nvPr>
        </p:nvSpPr>
        <p:spPr>
          <a:xfrm>
            <a:off x="1114425" y="3222308"/>
            <a:ext cx="2627043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1E4033"/>
                </a:solidFill>
                <a:cs typeface="+mn-lt"/>
              </a:rPr>
              <a:t>清查范围</a:t>
            </a:r>
            <a:r>
              <a:rPr lang="en-US" altLang="zh-CN" sz="2100" b="1" spc="42">
                <a:solidFill>
                  <a:srgbClr val="1E4033"/>
                </a:solidFill>
                <a:cs typeface="+mn-lt"/>
              </a:rPr>
              <a:t> · </a:t>
            </a:r>
            <a:r>
              <a:rPr lang="zh-CN" altLang="en-US" sz="2100" b="1" spc="42">
                <a:solidFill>
                  <a:srgbClr val="1E4033"/>
                </a:solidFill>
                <a:cs typeface="+mn-lt"/>
              </a:rPr>
              <a:t>三大类</a:t>
            </a:r>
            <a:endParaRPr lang="zh-CN" altLang="en-US" sz="2100" b="1" spc="42">
              <a:solidFill>
                <a:srgbClr val="1E4033"/>
              </a:solidFill>
              <a:cs typeface="+mn-lt"/>
            </a:endParaRPr>
          </a:p>
        </p:txBody>
      </p:sp>
      <p:sp>
        <p:nvSpPr>
          <p:cNvPr id="72" name="任意多边形 71"/>
          <p:cNvSpPr/>
          <p:nvPr>
            <p:custDataLst>
              <p:tags r:id="rId62"/>
            </p:custDataLst>
          </p:nvPr>
        </p:nvSpPr>
        <p:spPr>
          <a:xfrm>
            <a:off x="699770" y="3928745"/>
            <a:ext cx="5076825" cy="790575"/>
          </a:xfrm>
          <a:custGeom>
            <a:avLst/>
            <a:gdLst>
              <a:gd name="sw" fmla="*/ 1 w 7995"/>
              <a:gd name="sh" fmla="*/ 1 h 1245"/>
              <a:gd name="mins" fmla="min sw sh"/>
              <a:gd name="dsw" fmla="+- 0 sw mins"/>
              <a:gd name="dsh" fmla="+- 0 sh mins"/>
              <a:gd name="p0x0" fmla="*/ 120 w 7995"/>
              <a:gd name="p0y0" fmla="*/ 0 h 1245"/>
              <a:gd name="p0x1" fmla="*/ 7875 w 7995"/>
              <a:gd name="p0y1" fmla="*/ 0 h 1245"/>
              <a:gd name="p0x2" fmla="*/ 7941 w 7995"/>
              <a:gd name="p0y2" fmla="*/ 0 h 1245"/>
              <a:gd name="p0x3" fmla="*/ 7995 w 7995"/>
              <a:gd name="p0y3" fmla="*/ 53 h 1245"/>
              <a:gd name="p0x4" fmla="*/ 7995 w 7995"/>
              <a:gd name="p0y4" fmla="*/ 120 h 1245"/>
              <a:gd name="p0x5" fmla="*/ 7995 w 7995"/>
              <a:gd name="p0y5" fmla="*/ 1125 h 1245"/>
              <a:gd name="p0x6" fmla="*/ 7995 w 7995"/>
              <a:gd name="p0y6" fmla="*/ 1191 h 1245"/>
              <a:gd name="p0x7" fmla="*/ 7941 w 7995"/>
              <a:gd name="p0y7" fmla="*/ 1245 h 1245"/>
              <a:gd name="p0x8" fmla="*/ 7875 w 7995"/>
              <a:gd name="p0y8" fmla="*/ 1245 h 1245"/>
              <a:gd name="p0x9" fmla="*/ 120 w 7995"/>
              <a:gd name="p0y9" fmla="*/ 1245 h 1245"/>
              <a:gd name="p0x10" fmla="*/ 53 w 7995"/>
              <a:gd name="p0y10" fmla="*/ 1245 h 1245"/>
              <a:gd name="p0x11" fmla="*/ 0 w 7995"/>
              <a:gd name="p0y11" fmla="*/ 1191 h 1245"/>
              <a:gd name="p0x12" fmla="*/ 0 w 7995"/>
              <a:gd name="p0y12" fmla="*/ 1125 h 1245"/>
              <a:gd name="p0x13" fmla="*/ 0 w 7995"/>
              <a:gd name="p0y13" fmla="*/ 120 h 1245"/>
              <a:gd name="p0x14" fmla="*/ 0 w 7995"/>
              <a:gd name="p0y14" fmla="*/ 53 h 1245"/>
              <a:gd name="p0x15" fmla="*/ 53 w 7995"/>
              <a:gd name="p0y15" fmla="*/ 0 h 1245"/>
              <a:gd name="p0x16" fmla="*/ 120 w 7995"/>
              <a:gd name="p0y16" fmla="*/ 0 h 12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>
            <p:custDataLst>
              <p:tags r:id="rId63"/>
            </p:custDataLst>
          </p:nvPr>
        </p:nvSpPr>
        <p:spPr>
          <a:xfrm>
            <a:off x="857250" y="4050030"/>
            <a:ext cx="511175" cy="205105"/>
          </a:xfrm>
          <a:custGeom>
            <a:avLst/>
            <a:gdLst>
              <a:gd name="sw" fmla="*/ 1 w 805"/>
              <a:gd name="sh" fmla="*/ 1 h 322"/>
              <a:gd name="mins" fmla="min sw sh"/>
              <a:gd name="dsw" fmla="+- 0 sw mins"/>
              <a:gd name="dsh" fmla="+- 0 sh mins"/>
              <a:gd name="p0x0" fmla="*/ 161 w 805"/>
              <a:gd name="p0y0" fmla="*/ 0 h 322"/>
              <a:gd name="p0x1" fmla="*/ 644 w 805"/>
              <a:gd name="p0y1" fmla="*/ 0 h 322"/>
              <a:gd name="p0x2" fmla="*/ 733 w 805"/>
              <a:gd name="p0y2" fmla="*/ 0 h 322"/>
              <a:gd name="p0x3" fmla="*/ 805 w 805"/>
              <a:gd name="p0y3" fmla="*/ 72 h 322"/>
              <a:gd name="p0x4" fmla="*/ 805 w 805"/>
              <a:gd name="p0y4" fmla="*/ 161 h 322"/>
              <a:gd name="p0x5" fmla="*/ 805 w 805"/>
              <a:gd name="p0y5" fmla="*/ 250 h 322"/>
              <a:gd name="p0x6" fmla="*/ 733 w 805"/>
              <a:gd name="p0y6" fmla="*/ 322 h 322"/>
              <a:gd name="p0x7" fmla="*/ 644 w 805"/>
              <a:gd name="p0y7" fmla="*/ 322 h 322"/>
              <a:gd name="p0x8" fmla="*/ 161 w 805"/>
              <a:gd name="p0y8" fmla="*/ 322 h 322"/>
              <a:gd name="p0x9" fmla="*/ 72 w 805"/>
              <a:gd name="p0y9" fmla="*/ 322 h 322"/>
              <a:gd name="p0x10" fmla="*/ 0 w 805"/>
              <a:gd name="p0y10" fmla="*/ 250 h 322"/>
              <a:gd name="p0x11" fmla="*/ 0 w 805"/>
              <a:gd name="p0y11" fmla="*/ 161 h 322"/>
              <a:gd name="p0x12" fmla="*/ 0 w 805"/>
              <a:gd name="p0y12" fmla="*/ 72 h 322"/>
              <a:gd name="p0x13" fmla="*/ 72 w 805"/>
              <a:gd name="p0y13" fmla="*/ 0 h 322"/>
              <a:gd name="p0x14" fmla="*/ 161 w 805"/>
              <a:gd name="p0y14" fmla="*/ 0 h 3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>
            <p:custDataLst>
              <p:tags r:id="rId64"/>
            </p:custDataLst>
          </p:nvPr>
        </p:nvSpPr>
        <p:spPr>
          <a:xfrm>
            <a:off x="971550" y="4061460"/>
            <a:ext cx="416128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 b="1" spc="63">
                <a:solidFill>
                  <a:srgbClr val="0F3D28"/>
                </a:solidFill>
                <a:cs typeface="+mn-lt"/>
              </a:rPr>
              <a:t>资金</a:t>
            </a:r>
            <a:endParaRPr sz="1050" b="1" spc="63">
              <a:solidFill>
                <a:srgbClr val="0F3D28"/>
              </a:solidFill>
              <a:cs typeface="+mn-lt"/>
            </a:endParaRPr>
          </a:p>
        </p:txBody>
      </p:sp>
      <p:sp>
        <p:nvSpPr>
          <p:cNvPr id="75" name="文本框 74"/>
          <p:cNvSpPr txBox="1"/>
          <p:nvPr>
            <p:custDataLst>
              <p:tags r:id="rId65"/>
            </p:custDataLst>
          </p:nvPr>
        </p:nvSpPr>
        <p:spPr>
          <a:xfrm>
            <a:off x="1444828" y="3994785"/>
            <a:ext cx="4174922" cy="3114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E4033"/>
                </a:solidFill>
                <a:cs typeface="+mn-lt"/>
              </a:rPr>
              <a:t>货币资金全口径</a:t>
            </a:r>
            <a:endParaRPr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76" name="文本框 75"/>
          <p:cNvSpPr txBox="1"/>
          <p:nvPr>
            <p:custDataLst>
              <p:tags r:id="rId66"/>
            </p:custDataLst>
          </p:nvPr>
        </p:nvSpPr>
        <p:spPr>
          <a:xfrm>
            <a:off x="857250" y="4319588"/>
            <a:ext cx="4762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D6E60"/>
                </a:solidFill>
                <a:cs typeface="+mn-lt"/>
              </a:rPr>
              <a:t>现金、银行存款、有价证券</a:t>
            </a:r>
            <a:endParaRPr sz="1500">
              <a:solidFill>
                <a:srgbClr val="4D6E60"/>
              </a:solidFill>
              <a:cs typeface="+mn-lt"/>
            </a:endParaRPr>
          </a:p>
        </p:txBody>
      </p:sp>
      <p:sp>
        <p:nvSpPr>
          <p:cNvPr id="77" name="任意多边形 76"/>
          <p:cNvSpPr/>
          <p:nvPr>
            <p:custDataLst>
              <p:tags r:id="rId67"/>
            </p:custDataLst>
          </p:nvPr>
        </p:nvSpPr>
        <p:spPr>
          <a:xfrm>
            <a:off x="699770" y="4843145"/>
            <a:ext cx="5076825" cy="790575"/>
          </a:xfrm>
          <a:custGeom>
            <a:avLst/>
            <a:gdLst>
              <a:gd name="sw" fmla="*/ 1 w 7995"/>
              <a:gd name="sh" fmla="*/ 1 h 1245"/>
              <a:gd name="mins" fmla="min sw sh"/>
              <a:gd name="dsw" fmla="+- 0 sw mins"/>
              <a:gd name="dsh" fmla="+- 0 sh mins"/>
              <a:gd name="p0x0" fmla="*/ 120 w 7995"/>
              <a:gd name="p0y0" fmla="*/ 0 h 1245"/>
              <a:gd name="p0x1" fmla="*/ 7875 w 7995"/>
              <a:gd name="p0y1" fmla="*/ 0 h 1245"/>
              <a:gd name="p0x2" fmla="*/ 7941 w 7995"/>
              <a:gd name="p0y2" fmla="*/ 0 h 1245"/>
              <a:gd name="p0x3" fmla="*/ 7995 w 7995"/>
              <a:gd name="p0y3" fmla="*/ 53 h 1245"/>
              <a:gd name="p0x4" fmla="*/ 7995 w 7995"/>
              <a:gd name="p0y4" fmla="*/ 120 h 1245"/>
              <a:gd name="p0x5" fmla="*/ 7995 w 7995"/>
              <a:gd name="p0y5" fmla="*/ 1125 h 1245"/>
              <a:gd name="p0x6" fmla="*/ 7995 w 7995"/>
              <a:gd name="p0y6" fmla="*/ 1191 h 1245"/>
              <a:gd name="p0x7" fmla="*/ 7941 w 7995"/>
              <a:gd name="p0y7" fmla="*/ 1245 h 1245"/>
              <a:gd name="p0x8" fmla="*/ 7875 w 7995"/>
              <a:gd name="p0y8" fmla="*/ 1245 h 1245"/>
              <a:gd name="p0x9" fmla="*/ 120 w 7995"/>
              <a:gd name="p0y9" fmla="*/ 1245 h 1245"/>
              <a:gd name="p0x10" fmla="*/ 53 w 7995"/>
              <a:gd name="p0y10" fmla="*/ 1245 h 1245"/>
              <a:gd name="p0x11" fmla="*/ 0 w 7995"/>
              <a:gd name="p0y11" fmla="*/ 1191 h 1245"/>
              <a:gd name="p0x12" fmla="*/ 0 w 7995"/>
              <a:gd name="p0y12" fmla="*/ 1125 h 1245"/>
              <a:gd name="p0x13" fmla="*/ 0 w 7995"/>
              <a:gd name="p0y13" fmla="*/ 120 h 1245"/>
              <a:gd name="p0x14" fmla="*/ 0 w 7995"/>
              <a:gd name="p0y14" fmla="*/ 53 h 1245"/>
              <a:gd name="p0x15" fmla="*/ 53 w 7995"/>
              <a:gd name="p0y15" fmla="*/ 0 h 1245"/>
              <a:gd name="p0x16" fmla="*/ 120 w 7995"/>
              <a:gd name="p0y16" fmla="*/ 0 h 12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任意多边形 77"/>
          <p:cNvSpPr/>
          <p:nvPr>
            <p:custDataLst>
              <p:tags r:id="rId68"/>
            </p:custDataLst>
          </p:nvPr>
        </p:nvSpPr>
        <p:spPr>
          <a:xfrm>
            <a:off x="857250" y="4964430"/>
            <a:ext cx="511175" cy="205105"/>
          </a:xfrm>
          <a:custGeom>
            <a:avLst/>
            <a:gdLst>
              <a:gd name="sw" fmla="*/ 1 w 805"/>
              <a:gd name="sh" fmla="*/ 1 h 322"/>
              <a:gd name="mins" fmla="min sw sh"/>
              <a:gd name="dsw" fmla="+- 0 sw mins"/>
              <a:gd name="dsh" fmla="+- 0 sh mins"/>
              <a:gd name="p0x0" fmla="*/ 161 w 805"/>
              <a:gd name="p0y0" fmla="*/ 0 h 322"/>
              <a:gd name="p0x1" fmla="*/ 644 w 805"/>
              <a:gd name="p0y1" fmla="*/ 0 h 322"/>
              <a:gd name="p0x2" fmla="*/ 733 w 805"/>
              <a:gd name="p0y2" fmla="*/ 0 h 322"/>
              <a:gd name="p0x3" fmla="*/ 805 w 805"/>
              <a:gd name="p0y3" fmla="*/ 72 h 322"/>
              <a:gd name="p0x4" fmla="*/ 805 w 805"/>
              <a:gd name="p0y4" fmla="*/ 161 h 322"/>
              <a:gd name="p0x5" fmla="*/ 805 w 805"/>
              <a:gd name="p0y5" fmla="*/ 250 h 322"/>
              <a:gd name="p0x6" fmla="*/ 733 w 805"/>
              <a:gd name="p0y6" fmla="*/ 322 h 322"/>
              <a:gd name="p0x7" fmla="*/ 644 w 805"/>
              <a:gd name="p0y7" fmla="*/ 322 h 322"/>
              <a:gd name="p0x8" fmla="*/ 161 w 805"/>
              <a:gd name="p0y8" fmla="*/ 322 h 322"/>
              <a:gd name="p0x9" fmla="*/ 72 w 805"/>
              <a:gd name="p0y9" fmla="*/ 322 h 322"/>
              <a:gd name="p0x10" fmla="*/ 0 w 805"/>
              <a:gd name="p0y10" fmla="*/ 250 h 322"/>
              <a:gd name="p0x11" fmla="*/ 0 w 805"/>
              <a:gd name="p0y11" fmla="*/ 161 h 322"/>
              <a:gd name="p0x12" fmla="*/ 0 w 805"/>
              <a:gd name="p0y12" fmla="*/ 72 h 322"/>
              <a:gd name="p0x13" fmla="*/ 72 w 805"/>
              <a:gd name="p0y13" fmla="*/ 0 h 322"/>
              <a:gd name="p0x14" fmla="*/ 161 w 805"/>
              <a:gd name="p0y14" fmla="*/ 0 h 3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>
            <p:custDataLst>
              <p:tags r:id="rId69"/>
            </p:custDataLst>
          </p:nvPr>
        </p:nvSpPr>
        <p:spPr>
          <a:xfrm>
            <a:off x="971550" y="4975860"/>
            <a:ext cx="416128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 b="1" spc="63">
                <a:solidFill>
                  <a:srgbClr val="0F3D28"/>
                </a:solidFill>
                <a:cs typeface="+mn-lt"/>
              </a:rPr>
              <a:t>资产</a:t>
            </a:r>
            <a:endParaRPr sz="1050" b="1" spc="63">
              <a:solidFill>
                <a:srgbClr val="0F3D28"/>
              </a:solidFill>
              <a:cs typeface="+mn-lt"/>
            </a:endParaRPr>
          </a:p>
        </p:txBody>
      </p:sp>
      <p:sp>
        <p:nvSpPr>
          <p:cNvPr id="80" name="文本框 79"/>
          <p:cNvSpPr txBox="1"/>
          <p:nvPr>
            <p:custDataLst>
              <p:tags r:id="rId70"/>
            </p:custDataLst>
          </p:nvPr>
        </p:nvSpPr>
        <p:spPr>
          <a:xfrm>
            <a:off x="1444828" y="4909185"/>
            <a:ext cx="4174922" cy="3114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E4033"/>
                </a:solidFill>
                <a:cs typeface="+mn-lt"/>
              </a:rPr>
              <a:t>经营性固定资产全纳入</a:t>
            </a:r>
            <a:endParaRPr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81" name="文本框 80"/>
          <p:cNvSpPr txBox="1"/>
          <p:nvPr>
            <p:custDataLst>
              <p:tags r:id="rId71"/>
            </p:custDataLst>
          </p:nvPr>
        </p:nvSpPr>
        <p:spPr>
          <a:xfrm>
            <a:off x="857250" y="5233988"/>
            <a:ext cx="4762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D6E60"/>
                </a:solidFill>
                <a:cs typeface="+mn-lt"/>
              </a:rPr>
              <a:t>固定资产、在建工程、无形资产、集体投资股权</a:t>
            </a:r>
            <a:endParaRPr sz="1500">
              <a:solidFill>
                <a:srgbClr val="4D6E60"/>
              </a:solidFill>
              <a:cs typeface="+mn-lt"/>
            </a:endParaRPr>
          </a:p>
        </p:txBody>
      </p:sp>
      <p:sp>
        <p:nvSpPr>
          <p:cNvPr id="82" name="任意多边形 81"/>
          <p:cNvSpPr/>
          <p:nvPr>
            <p:custDataLst>
              <p:tags r:id="rId72"/>
            </p:custDataLst>
          </p:nvPr>
        </p:nvSpPr>
        <p:spPr>
          <a:xfrm>
            <a:off x="699770" y="5757545"/>
            <a:ext cx="5076825" cy="790575"/>
          </a:xfrm>
          <a:custGeom>
            <a:avLst/>
            <a:gdLst>
              <a:gd name="sw" fmla="*/ 1 w 7995"/>
              <a:gd name="sh" fmla="*/ 1 h 1245"/>
              <a:gd name="mins" fmla="min sw sh"/>
              <a:gd name="dsw" fmla="+- 0 sw mins"/>
              <a:gd name="dsh" fmla="+- 0 sh mins"/>
              <a:gd name="p0x0" fmla="*/ 120 w 7995"/>
              <a:gd name="p0y0" fmla="*/ 0 h 1245"/>
              <a:gd name="p0x1" fmla="*/ 7875 w 7995"/>
              <a:gd name="p0y1" fmla="*/ 0 h 1245"/>
              <a:gd name="p0x2" fmla="*/ 7941 w 7995"/>
              <a:gd name="p0y2" fmla="*/ 0 h 1245"/>
              <a:gd name="p0x3" fmla="*/ 7995 w 7995"/>
              <a:gd name="p0y3" fmla="*/ 53 h 1245"/>
              <a:gd name="p0x4" fmla="*/ 7995 w 7995"/>
              <a:gd name="p0y4" fmla="*/ 120 h 1245"/>
              <a:gd name="p0x5" fmla="*/ 7995 w 7995"/>
              <a:gd name="p0y5" fmla="*/ 1125 h 1245"/>
              <a:gd name="p0x6" fmla="*/ 7995 w 7995"/>
              <a:gd name="p0y6" fmla="*/ 1191 h 1245"/>
              <a:gd name="p0x7" fmla="*/ 7941 w 7995"/>
              <a:gd name="p0y7" fmla="*/ 1245 h 1245"/>
              <a:gd name="p0x8" fmla="*/ 7875 w 7995"/>
              <a:gd name="p0y8" fmla="*/ 1245 h 1245"/>
              <a:gd name="p0x9" fmla="*/ 120 w 7995"/>
              <a:gd name="p0y9" fmla="*/ 1245 h 1245"/>
              <a:gd name="p0x10" fmla="*/ 53 w 7995"/>
              <a:gd name="p0y10" fmla="*/ 1245 h 1245"/>
              <a:gd name="p0x11" fmla="*/ 0 w 7995"/>
              <a:gd name="p0y11" fmla="*/ 1191 h 1245"/>
              <a:gd name="p0x12" fmla="*/ 0 w 7995"/>
              <a:gd name="p0y12" fmla="*/ 1125 h 1245"/>
              <a:gd name="p0x13" fmla="*/ 0 w 7995"/>
              <a:gd name="p0y13" fmla="*/ 120 h 1245"/>
              <a:gd name="p0x14" fmla="*/ 0 w 7995"/>
              <a:gd name="p0y14" fmla="*/ 53 h 1245"/>
              <a:gd name="p0x15" fmla="*/ 53 w 7995"/>
              <a:gd name="p0y15" fmla="*/ 0 h 1245"/>
              <a:gd name="p0x16" fmla="*/ 120 w 7995"/>
              <a:gd name="p0y16" fmla="*/ 0 h 12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任意多边形 82"/>
          <p:cNvSpPr/>
          <p:nvPr>
            <p:custDataLst>
              <p:tags r:id="rId73"/>
            </p:custDataLst>
          </p:nvPr>
        </p:nvSpPr>
        <p:spPr>
          <a:xfrm>
            <a:off x="857250" y="5878830"/>
            <a:ext cx="511175" cy="205105"/>
          </a:xfrm>
          <a:custGeom>
            <a:avLst/>
            <a:gdLst>
              <a:gd name="sw" fmla="*/ 1 w 805"/>
              <a:gd name="sh" fmla="*/ 1 h 322"/>
              <a:gd name="mins" fmla="min sw sh"/>
              <a:gd name="dsw" fmla="+- 0 sw mins"/>
              <a:gd name="dsh" fmla="+- 0 sh mins"/>
              <a:gd name="p0x0" fmla="*/ 161 w 805"/>
              <a:gd name="p0y0" fmla="*/ 0 h 322"/>
              <a:gd name="p0x1" fmla="*/ 644 w 805"/>
              <a:gd name="p0y1" fmla="*/ 0 h 322"/>
              <a:gd name="p0x2" fmla="*/ 733 w 805"/>
              <a:gd name="p0y2" fmla="*/ 0 h 322"/>
              <a:gd name="p0x3" fmla="*/ 805 w 805"/>
              <a:gd name="p0y3" fmla="*/ 72 h 322"/>
              <a:gd name="p0x4" fmla="*/ 805 w 805"/>
              <a:gd name="p0y4" fmla="*/ 161 h 322"/>
              <a:gd name="p0x5" fmla="*/ 805 w 805"/>
              <a:gd name="p0y5" fmla="*/ 250 h 322"/>
              <a:gd name="p0x6" fmla="*/ 733 w 805"/>
              <a:gd name="p0y6" fmla="*/ 322 h 322"/>
              <a:gd name="p0x7" fmla="*/ 644 w 805"/>
              <a:gd name="p0y7" fmla="*/ 322 h 322"/>
              <a:gd name="p0x8" fmla="*/ 161 w 805"/>
              <a:gd name="p0y8" fmla="*/ 322 h 322"/>
              <a:gd name="p0x9" fmla="*/ 72 w 805"/>
              <a:gd name="p0y9" fmla="*/ 322 h 322"/>
              <a:gd name="p0x10" fmla="*/ 0 w 805"/>
              <a:gd name="p0y10" fmla="*/ 250 h 322"/>
              <a:gd name="p0x11" fmla="*/ 0 w 805"/>
              <a:gd name="p0y11" fmla="*/ 161 h 322"/>
              <a:gd name="p0x12" fmla="*/ 0 w 805"/>
              <a:gd name="p0y12" fmla="*/ 72 h 322"/>
              <a:gd name="p0x13" fmla="*/ 72 w 805"/>
              <a:gd name="p0y13" fmla="*/ 0 h 322"/>
              <a:gd name="p0x14" fmla="*/ 161 w 805"/>
              <a:gd name="p0y14" fmla="*/ 0 h 3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>
            <p:custDataLst>
              <p:tags r:id="rId74"/>
            </p:custDataLst>
          </p:nvPr>
        </p:nvSpPr>
        <p:spPr>
          <a:xfrm>
            <a:off x="971550" y="5890260"/>
            <a:ext cx="416128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 b="1" spc="63">
                <a:solidFill>
                  <a:srgbClr val="0F3D28"/>
                </a:solidFill>
                <a:cs typeface="+mn-lt"/>
              </a:rPr>
              <a:t>资源</a:t>
            </a:r>
            <a:endParaRPr sz="1050" b="1" spc="63">
              <a:solidFill>
                <a:srgbClr val="0F3D28"/>
              </a:solidFill>
              <a:cs typeface="+mn-lt"/>
            </a:endParaRPr>
          </a:p>
        </p:txBody>
      </p:sp>
      <p:sp>
        <p:nvSpPr>
          <p:cNvPr id="85" name="文本框 84"/>
          <p:cNvSpPr txBox="1"/>
          <p:nvPr>
            <p:custDataLst>
              <p:tags r:id="rId75"/>
            </p:custDataLst>
          </p:nvPr>
        </p:nvSpPr>
        <p:spPr>
          <a:xfrm>
            <a:off x="1444828" y="5823585"/>
            <a:ext cx="4174922" cy="31146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E4033"/>
                </a:solidFill>
                <a:cs typeface="+mn-lt"/>
              </a:rPr>
              <a:t>自然资源资源全覆盖</a:t>
            </a:r>
            <a:endParaRPr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86" name="文本框 85"/>
          <p:cNvSpPr txBox="1"/>
          <p:nvPr>
            <p:custDataLst>
              <p:tags r:id="rId76"/>
            </p:custDataLst>
          </p:nvPr>
        </p:nvSpPr>
        <p:spPr>
          <a:xfrm>
            <a:off x="857250" y="6148388"/>
            <a:ext cx="4762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D6E60"/>
                </a:solidFill>
                <a:cs typeface="+mn-lt"/>
              </a:rPr>
              <a:t>土地、森林、山岭、草原、荒地、滩涂、水面</a:t>
            </a:r>
            <a:endParaRPr sz="1500">
              <a:solidFill>
                <a:srgbClr val="4D6E60"/>
              </a:solidFill>
              <a:cs typeface="+mn-lt"/>
            </a:endParaRPr>
          </a:p>
        </p:txBody>
      </p:sp>
      <p:sp>
        <p:nvSpPr>
          <p:cNvPr id="87" name="任意多边形 86"/>
          <p:cNvSpPr/>
          <p:nvPr>
            <p:custDataLst>
              <p:tags r:id="rId77"/>
            </p:custDataLst>
          </p:nvPr>
        </p:nvSpPr>
        <p:spPr>
          <a:xfrm>
            <a:off x="6176645" y="3042920"/>
            <a:ext cx="5553075" cy="4691380"/>
          </a:xfrm>
          <a:custGeom>
            <a:avLst/>
            <a:gdLst>
              <a:gd name="sw" fmla="*/ 1 w 8745"/>
              <a:gd name="sh" fmla="*/ 1 h 7387"/>
              <a:gd name="mins" fmla="min sw sh"/>
              <a:gd name="dsw" fmla="+- 0 sw mins"/>
              <a:gd name="dsh" fmla="+- 0 sh mins"/>
              <a:gd name="p0x0" fmla="*/ 270 w 8745"/>
              <a:gd name="p0y0" fmla="*/ 0 h 7387"/>
              <a:gd name="p0x1" fmla="*/ 8475 w 8745"/>
              <a:gd name="p0y1" fmla="*/ 0 h 7387"/>
              <a:gd name="p0x2" fmla="*/ 8624 w 8745"/>
              <a:gd name="p0y2" fmla="*/ 0 h 7387"/>
              <a:gd name="p0x3" fmla="*/ 8745 w 8745"/>
              <a:gd name="p0y3" fmla="*/ 120 h 7387"/>
              <a:gd name="p0x4" fmla="*/ 8745 w 8745"/>
              <a:gd name="p0y4" fmla="*/ 270 h 7387"/>
              <a:gd name="p0x5" fmla="*/ 8745 w 8745"/>
              <a:gd name="p0y5" fmla="*/ 7117 h 7387"/>
              <a:gd name="p0x6" fmla="*/ 8745 w 8745"/>
              <a:gd name="p0y6" fmla="*/ 7266 h 7387"/>
              <a:gd name="p0x7" fmla="*/ 8624 w 8745"/>
              <a:gd name="p0y7" fmla="*/ 7387 h 7387"/>
              <a:gd name="p0x8" fmla="*/ 8475 w 8745"/>
              <a:gd name="p0y8" fmla="*/ 7387 h 7387"/>
              <a:gd name="p0x9" fmla="*/ 270 w 8745"/>
              <a:gd name="p0y9" fmla="*/ 7387 h 7387"/>
              <a:gd name="p0x10" fmla="*/ 120 w 8745"/>
              <a:gd name="p0y10" fmla="*/ 7387 h 7387"/>
              <a:gd name="p0x11" fmla="*/ 0 w 8745"/>
              <a:gd name="p0y11" fmla="*/ 7266 h 7387"/>
              <a:gd name="p0x12" fmla="*/ 0 w 8745"/>
              <a:gd name="p0y12" fmla="*/ 7117 h 7387"/>
              <a:gd name="p0x13" fmla="*/ 0 w 8745"/>
              <a:gd name="p0y13" fmla="*/ 270 h 7387"/>
              <a:gd name="p0x14" fmla="*/ 0 w 8745"/>
              <a:gd name="p0y14" fmla="*/ 120 h 7387"/>
              <a:gd name="p0x15" fmla="*/ 120 w 8745"/>
              <a:gd name="p0y15" fmla="*/ 0 h 7387"/>
              <a:gd name="p0x16" fmla="*/ 270 w 8745"/>
              <a:gd name="p0y16" fmla="*/ 0 h 738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200025" dist="28575" dir="5399999" algn="ctr" rotWithShape="0">
              <a:srgbClr val="2E6248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46" name="组合 145"/>
          <p:cNvGrpSpPr/>
          <p:nvPr/>
        </p:nvGrpSpPr>
        <p:grpSpPr>
          <a:xfrm>
            <a:off x="6410325" y="3238500"/>
            <a:ext cx="5086350" cy="533400"/>
            <a:chOff x="10095" y="5100"/>
            <a:chExt cx="8010" cy="840"/>
          </a:xfrm>
        </p:grpSpPr>
        <p:sp>
          <p:nvSpPr>
            <p:cNvPr id="88" name="任意多边形 87"/>
            <p:cNvSpPr/>
            <p:nvPr>
              <p:custDataLst>
                <p:tags r:id="rId78"/>
              </p:custDataLst>
            </p:nvPr>
          </p:nvSpPr>
          <p:spPr>
            <a:xfrm>
              <a:off x="10095" y="5100"/>
              <a:ext cx="8010" cy="840"/>
            </a:xfrm>
            <a:custGeom>
              <a:avLst/>
              <a:gdLst>
                <a:gd name="sw" fmla="*/ 1 w 8010"/>
                <a:gd name="sh" fmla="*/ 1 h 840"/>
                <a:gd name="mins" fmla="min sw sh"/>
                <a:gd name="dsw" fmla="+- 0 sw mins"/>
                <a:gd name="dsh" fmla="+- 0 sh mins"/>
                <a:gd name="p0x0" fmla="*/ 0 w 8010"/>
                <a:gd name="p0y0" fmla="*/ 0 h 840"/>
                <a:gd name="p0x1" fmla="*/ 8010 w 8010"/>
                <a:gd name="p0y1" fmla="*/ 0 h 840"/>
                <a:gd name="p0x2" fmla="*/ 8010 w 8010"/>
                <a:gd name="p0y2" fmla="*/ 840 h 840"/>
                <a:gd name="p0x3" fmla="*/ 0 w 8010"/>
                <a:gd name="p0y3" fmla="*/ 840 h 840"/>
                <a:gd name="p0x4" fmla="*/ 0 w 8010"/>
                <a:gd name="p0y4" fmla="*/ 0 h 8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任意多边形 88"/>
            <p:cNvSpPr/>
            <p:nvPr>
              <p:custDataLst>
                <p:tags r:id="rId79"/>
              </p:custDataLst>
            </p:nvPr>
          </p:nvSpPr>
          <p:spPr>
            <a:xfrm>
              <a:off x="10095" y="5925"/>
              <a:ext cx="8010" cy="15"/>
            </a:xfrm>
            <a:custGeom>
              <a:avLst/>
              <a:gdLst>
                <a:gd name="sw" fmla="*/ 1 w 8010"/>
                <a:gd name="sh" fmla="*/ 1 h 15"/>
                <a:gd name="mins" fmla="min sw sh"/>
                <a:gd name="dsw" fmla="+- 0 sw mins"/>
                <a:gd name="dsh" fmla="+- 0 sh mins"/>
                <a:gd name="p0x0" fmla="*/ 8010 w 8010"/>
                <a:gd name="p0y0" fmla="*/ 15 h 15"/>
                <a:gd name="p0x1" fmla="*/ 0 w 8010"/>
                <a:gd name="p0y1" fmla="*/ 15 h 15"/>
                <a:gd name="p0x2" fmla="*/ 0 w 8010"/>
                <a:gd name="p0y2" fmla="*/ 0 h 15"/>
                <a:gd name="p0x3" fmla="*/ 8010 w 8010"/>
                <a:gd name="p0y3" fmla="*/ 0 h 15"/>
                <a:gd name="p0x4" fmla="*/ 8010 w 80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30400"/>
                <a:lumOff val="696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1" name="任意多边形 90"/>
          <p:cNvSpPr/>
          <p:nvPr>
            <p:custDataLst>
              <p:tags r:id="rId80"/>
            </p:custDataLst>
          </p:nvPr>
        </p:nvSpPr>
        <p:spPr>
          <a:xfrm>
            <a:off x="6410325" y="32715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2" name="图片 91" descr="bcab7077-a760-11f1-8955-166c0110440b"/>
          <p:cNvPicPr/>
          <p:nvPr>
            <p:custDataLst>
              <p:tags r:id="rId81"/>
            </p:custDataLst>
          </p:nvPr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 t="-151" b="151"/>
          <a:stretch>
            <a:fillRect/>
          </a:stretch>
        </p:blipFill>
        <p:spPr>
          <a:xfrm>
            <a:off x="6477000" y="3338195"/>
            <a:ext cx="209550" cy="209550"/>
          </a:xfrm>
          <a:prstGeom prst="rect">
            <a:avLst/>
          </a:prstGeom>
        </p:spPr>
      </p:pic>
      <p:sp>
        <p:nvSpPr>
          <p:cNvPr id="95" name="文本框 94"/>
          <p:cNvSpPr txBox="1"/>
          <p:nvPr>
            <p:custDataLst>
              <p:tags r:id="rId84"/>
            </p:custDataLst>
          </p:nvPr>
        </p:nvSpPr>
        <p:spPr>
          <a:xfrm>
            <a:off x="6829425" y="322230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E4033"/>
                </a:solidFill>
                <a:cs typeface="+mn-lt"/>
              </a:rPr>
              <a:t>核查手段</a:t>
            </a:r>
            <a:endParaRPr sz="2100" b="1" spc="42">
              <a:solidFill>
                <a:srgbClr val="1E4033"/>
              </a:solidFill>
              <a:cs typeface="+mn-lt"/>
            </a:endParaRPr>
          </a:p>
        </p:txBody>
      </p:sp>
      <p:sp>
        <p:nvSpPr>
          <p:cNvPr id="96" name="任意多边形 95"/>
          <p:cNvSpPr/>
          <p:nvPr>
            <p:custDataLst>
              <p:tags r:id="rId85"/>
            </p:custDataLst>
          </p:nvPr>
        </p:nvSpPr>
        <p:spPr>
          <a:xfrm>
            <a:off x="6410325" y="402907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sx="160000" sy="160000" algn="ctr" rotWithShape="0">
              <a:schemeClr val="accent1">
                <a:lumMod val="24616"/>
                <a:lumOff val="75384"/>
                <a:alpha val="10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>
            <p:custDataLst>
              <p:tags r:id="rId86"/>
            </p:custDataLst>
          </p:nvPr>
        </p:nvSpPr>
        <p:spPr>
          <a:xfrm>
            <a:off x="6619875" y="3910013"/>
            <a:ext cx="2286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E4033"/>
                </a:solidFill>
                <a:cs typeface="+mn-lt"/>
              </a:rPr>
              <a:t>逐项比对原始票据与账簿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6410325" y="4229100"/>
            <a:ext cx="5086350" cy="313690"/>
            <a:chOff x="10095" y="6660"/>
            <a:chExt cx="8010" cy="494"/>
          </a:xfrm>
        </p:grpSpPr>
        <p:sp>
          <p:nvSpPr>
            <p:cNvPr id="98" name="任意多边形 97"/>
            <p:cNvSpPr/>
            <p:nvPr>
              <p:custDataLst>
                <p:tags r:id="rId87"/>
              </p:custDataLst>
            </p:nvPr>
          </p:nvSpPr>
          <p:spPr>
            <a:xfrm>
              <a:off x="10095" y="6660"/>
              <a:ext cx="8010" cy="495"/>
            </a:xfrm>
            <a:custGeom>
              <a:avLst/>
              <a:gdLst>
                <a:gd name="sw" fmla="*/ 1 w 8010"/>
                <a:gd name="sh" fmla="*/ 1 h 495"/>
                <a:gd name="mins" fmla="min sw sh"/>
                <a:gd name="dsw" fmla="+- 0 sw mins"/>
                <a:gd name="dsh" fmla="+- 0 sh mins"/>
                <a:gd name="p0x0" fmla="*/ 0 w 8010"/>
                <a:gd name="p0y0" fmla="*/ 0 h 495"/>
                <a:gd name="p0x1" fmla="*/ 8010 w 8010"/>
                <a:gd name="p0y1" fmla="*/ 0 h 495"/>
                <a:gd name="p0x2" fmla="*/ 8010 w 8010"/>
                <a:gd name="p0y2" fmla="*/ 495 h 495"/>
                <a:gd name="p0x3" fmla="*/ 0 w 8010"/>
                <a:gd name="p0y3" fmla="*/ 495 h 495"/>
                <a:gd name="p0x4" fmla="*/ 0 w 8010"/>
                <a:gd name="p0y4" fmla="*/ 0 h 4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>
              <p:custDataLst>
                <p:tags r:id="rId88"/>
              </p:custDataLst>
            </p:nvPr>
          </p:nvSpPr>
          <p:spPr>
            <a:xfrm>
              <a:off x="10095" y="6660"/>
              <a:ext cx="8010" cy="15"/>
            </a:xfrm>
            <a:custGeom>
              <a:avLst/>
              <a:gdLst>
                <a:gd name="sw" fmla="*/ 1 w 8010"/>
                <a:gd name="sh" fmla="*/ 1 h 15"/>
                <a:gd name="mins" fmla="min sw sh"/>
                <a:gd name="dsw" fmla="+- 0 sw mins"/>
                <a:gd name="dsh" fmla="+- 0 sh mins"/>
                <a:gd name="p0x0" fmla="*/ 0 w 8010"/>
                <a:gd name="p0y0" fmla="*/ 0 h 15"/>
                <a:gd name="p0x1" fmla="*/ 8010 w 8010"/>
                <a:gd name="p0y1" fmla="*/ 0 h 15"/>
                <a:gd name="p0x2" fmla="*/ 8010 w 8010"/>
                <a:gd name="p0y2" fmla="*/ 15 h 15"/>
                <a:gd name="p0x3" fmla="*/ 0 w 8010"/>
                <a:gd name="p0y3" fmla="*/ 15 h 15"/>
                <a:gd name="p0x4" fmla="*/ 0 w 80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30400"/>
                <a:lumOff val="696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1" name="任意多边形 100"/>
          <p:cNvSpPr/>
          <p:nvPr>
            <p:custDataLst>
              <p:tags r:id="rId89"/>
            </p:custDataLst>
          </p:nvPr>
        </p:nvSpPr>
        <p:spPr>
          <a:xfrm>
            <a:off x="6410325" y="434340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sx="160000" sy="160000" algn="ctr" rotWithShape="0">
              <a:schemeClr val="accent1">
                <a:lumMod val="24616"/>
                <a:lumOff val="75384"/>
                <a:alpha val="10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>
            <p:custDataLst>
              <p:tags r:id="rId90"/>
            </p:custDataLst>
          </p:nvPr>
        </p:nvSpPr>
        <p:spPr>
          <a:xfrm>
            <a:off x="6619875" y="4224338"/>
            <a:ext cx="1714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E4033"/>
                </a:solidFill>
                <a:cs typeface="+mn-lt"/>
              </a:rPr>
              <a:t>银行流水溯源追踪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grpSp>
        <p:nvGrpSpPr>
          <p:cNvPr id="148" name="组合 147"/>
          <p:cNvGrpSpPr/>
          <p:nvPr/>
        </p:nvGrpSpPr>
        <p:grpSpPr>
          <a:xfrm>
            <a:off x="6410325" y="4543425"/>
            <a:ext cx="5086350" cy="313690"/>
            <a:chOff x="10095" y="7155"/>
            <a:chExt cx="8010" cy="494"/>
          </a:xfrm>
        </p:grpSpPr>
        <p:sp>
          <p:nvSpPr>
            <p:cNvPr id="103" name="任意多边形 102"/>
            <p:cNvSpPr/>
            <p:nvPr>
              <p:custDataLst>
                <p:tags r:id="rId91"/>
              </p:custDataLst>
            </p:nvPr>
          </p:nvSpPr>
          <p:spPr>
            <a:xfrm>
              <a:off x="10095" y="7155"/>
              <a:ext cx="8010" cy="495"/>
            </a:xfrm>
            <a:custGeom>
              <a:avLst/>
              <a:gdLst>
                <a:gd name="sw" fmla="*/ 1 w 8010"/>
                <a:gd name="sh" fmla="*/ 1 h 495"/>
                <a:gd name="mins" fmla="min sw sh"/>
                <a:gd name="dsw" fmla="+- 0 sw mins"/>
                <a:gd name="dsh" fmla="+- 0 sh mins"/>
                <a:gd name="p0x0" fmla="*/ 0 w 8010"/>
                <a:gd name="p0y0" fmla="*/ 0 h 495"/>
                <a:gd name="p0x1" fmla="*/ 8010 w 8010"/>
                <a:gd name="p0y1" fmla="*/ 0 h 495"/>
                <a:gd name="p0x2" fmla="*/ 8010 w 8010"/>
                <a:gd name="p0y2" fmla="*/ 495 h 495"/>
                <a:gd name="p0x3" fmla="*/ 0 w 8010"/>
                <a:gd name="p0y3" fmla="*/ 495 h 495"/>
                <a:gd name="p0x4" fmla="*/ 0 w 8010"/>
                <a:gd name="p0y4" fmla="*/ 0 h 4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任意多边形 103"/>
            <p:cNvSpPr/>
            <p:nvPr>
              <p:custDataLst>
                <p:tags r:id="rId92"/>
              </p:custDataLst>
            </p:nvPr>
          </p:nvSpPr>
          <p:spPr>
            <a:xfrm>
              <a:off x="10095" y="7155"/>
              <a:ext cx="8010" cy="15"/>
            </a:xfrm>
            <a:custGeom>
              <a:avLst/>
              <a:gdLst>
                <a:gd name="sw" fmla="*/ 1 w 8010"/>
                <a:gd name="sh" fmla="*/ 1 h 15"/>
                <a:gd name="mins" fmla="min sw sh"/>
                <a:gd name="dsw" fmla="+- 0 sw mins"/>
                <a:gd name="dsh" fmla="+- 0 sh mins"/>
                <a:gd name="p0x0" fmla="*/ 0 w 8010"/>
                <a:gd name="p0y0" fmla="*/ 0 h 15"/>
                <a:gd name="p0x1" fmla="*/ 8010 w 8010"/>
                <a:gd name="p0y1" fmla="*/ 0 h 15"/>
                <a:gd name="p0x2" fmla="*/ 8010 w 8010"/>
                <a:gd name="p0y2" fmla="*/ 15 h 15"/>
                <a:gd name="p0x3" fmla="*/ 0 w 8010"/>
                <a:gd name="p0y3" fmla="*/ 15 h 15"/>
                <a:gd name="p0x4" fmla="*/ 0 w 80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30400"/>
                <a:lumOff val="696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6" name="任意多边形 105"/>
          <p:cNvSpPr/>
          <p:nvPr>
            <p:custDataLst>
              <p:tags r:id="rId93"/>
            </p:custDataLst>
          </p:nvPr>
        </p:nvSpPr>
        <p:spPr>
          <a:xfrm>
            <a:off x="6410325" y="465772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sx="160000" sy="160000" algn="ctr" rotWithShape="0">
              <a:schemeClr val="accent1">
                <a:lumMod val="24616"/>
                <a:lumOff val="75384"/>
                <a:alpha val="10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文本框 106"/>
          <p:cNvSpPr txBox="1"/>
          <p:nvPr>
            <p:custDataLst>
              <p:tags r:id="rId94"/>
            </p:custDataLst>
          </p:nvPr>
        </p:nvSpPr>
        <p:spPr>
          <a:xfrm>
            <a:off x="6619875" y="4538663"/>
            <a:ext cx="2095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E4033"/>
                </a:solidFill>
                <a:cs typeface="+mn-lt"/>
              </a:rPr>
              <a:t>入户走访核实征地补偿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grpSp>
        <p:nvGrpSpPr>
          <p:cNvPr id="149" name="组合 148"/>
          <p:cNvGrpSpPr/>
          <p:nvPr/>
        </p:nvGrpSpPr>
        <p:grpSpPr>
          <a:xfrm>
            <a:off x="6410325" y="4857750"/>
            <a:ext cx="5086350" cy="313690"/>
            <a:chOff x="10095" y="7650"/>
            <a:chExt cx="8010" cy="494"/>
          </a:xfrm>
        </p:grpSpPr>
        <p:sp>
          <p:nvSpPr>
            <p:cNvPr id="108" name="任意多边形 107"/>
            <p:cNvSpPr/>
            <p:nvPr>
              <p:custDataLst>
                <p:tags r:id="rId95"/>
              </p:custDataLst>
            </p:nvPr>
          </p:nvSpPr>
          <p:spPr>
            <a:xfrm>
              <a:off x="10095" y="7650"/>
              <a:ext cx="8010" cy="495"/>
            </a:xfrm>
            <a:custGeom>
              <a:avLst/>
              <a:gdLst>
                <a:gd name="sw" fmla="*/ 1 w 8010"/>
                <a:gd name="sh" fmla="*/ 1 h 495"/>
                <a:gd name="mins" fmla="min sw sh"/>
                <a:gd name="dsw" fmla="+- 0 sw mins"/>
                <a:gd name="dsh" fmla="+- 0 sh mins"/>
                <a:gd name="p0x0" fmla="*/ 0 w 8010"/>
                <a:gd name="p0y0" fmla="*/ 0 h 495"/>
                <a:gd name="p0x1" fmla="*/ 8010 w 8010"/>
                <a:gd name="p0y1" fmla="*/ 0 h 495"/>
                <a:gd name="p0x2" fmla="*/ 8010 w 8010"/>
                <a:gd name="p0y2" fmla="*/ 495 h 495"/>
                <a:gd name="p0x3" fmla="*/ 0 w 8010"/>
                <a:gd name="p0y3" fmla="*/ 495 h 495"/>
                <a:gd name="p0x4" fmla="*/ 0 w 8010"/>
                <a:gd name="p0y4" fmla="*/ 0 h 4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9" name="任意多边形 108"/>
            <p:cNvSpPr/>
            <p:nvPr>
              <p:custDataLst>
                <p:tags r:id="rId96"/>
              </p:custDataLst>
            </p:nvPr>
          </p:nvSpPr>
          <p:spPr>
            <a:xfrm>
              <a:off x="10095" y="7650"/>
              <a:ext cx="8010" cy="15"/>
            </a:xfrm>
            <a:custGeom>
              <a:avLst/>
              <a:gdLst>
                <a:gd name="sw" fmla="*/ 1 w 8010"/>
                <a:gd name="sh" fmla="*/ 1 h 15"/>
                <a:gd name="mins" fmla="min sw sh"/>
                <a:gd name="dsw" fmla="+- 0 sw mins"/>
                <a:gd name="dsh" fmla="+- 0 sh mins"/>
                <a:gd name="p0x0" fmla="*/ 0 w 8010"/>
                <a:gd name="p0y0" fmla="*/ 0 h 15"/>
                <a:gd name="p0x1" fmla="*/ 8010 w 8010"/>
                <a:gd name="p0y1" fmla="*/ 0 h 15"/>
                <a:gd name="p0x2" fmla="*/ 8010 w 8010"/>
                <a:gd name="p0y2" fmla="*/ 15 h 15"/>
                <a:gd name="p0x3" fmla="*/ 0 w 8010"/>
                <a:gd name="p0y3" fmla="*/ 15 h 15"/>
                <a:gd name="p0x4" fmla="*/ 0 w 80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30400"/>
                <a:lumOff val="696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1" name="任意多边形 110"/>
          <p:cNvSpPr/>
          <p:nvPr>
            <p:custDataLst>
              <p:tags r:id="rId97"/>
            </p:custDataLst>
          </p:nvPr>
        </p:nvSpPr>
        <p:spPr>
          <a:xfrm>
            <a:off x="6410325" y="497205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sx="160000" sy="160000" algn="ctr" rotWithShape="0">
              <a:schemeClr val="accent1">
                <a:lumMod val="24616"/>
                <a:lumOff val="75384"/>
                <a:alpha val="10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>
            <p:custDataLst>
              <p:tags r:id="rId98"/>
            </p:custDataLst>
          </p:nvPr>
        </p:nvSpPr>
        <p:spPr>
          <a:xfrm>
            <a:off x="6619875" y="4852988"/>
            <a:ext cx="2095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E4033"/>
                </a:solidFill>
                <a:cs typeface="+mn-lt"/>
              </a:rPr>
              <a:t>实地丈量盘点集体资源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grpSp>
        <p:nvGrpSpPr>
          <p:cNvPr id="150" name="组合 149"/>
          <p:cNvGrpSpPr/>
          <p:nvPr/>
        </p:nvGrpSpPr>
        <p:grpSpPr>
          <a:xfrm>
            <a:off x="6410325" y="5172075"/>
            <a:ext cx="5086350" cy="313690"/>
            <a:chOff x="10095" y="8145"/>
            <a:chExt cx="8010" cy="494"/>
          </a:xfrm>
        </p:grpSpPr>
        <p:sp>
          <p:nvSpPr>
            <p:cNvPr id="113" name="任意多边形 112"/>
            <p:cNvSpPr/>
            <p:nvPr>
              <p:custDataLst>
                <p:tags r:id="rId99"/>
              </p:custDataLst>
            </p:nvPr>
          </p:nvSpPr>
          <p:spPr>
            <a:xfrm>
              <a:off x="10095" y="8145"/>
              <a:ext cx="8010" cy="495"/>
            </a:xfrm>
            <a:custGeom>
              <a:avLst/>
              <a:gdLst>
                <a:gd name="sw" fmla="*/ 1 w 8010"/>
                <a:gd name="sh" fmla="*/ 1 h 495"/>
                <a:gd name="mins" fmla="min sw sh"/>
                <a:gd name="dsw" fmla="+- 0 sw mins"/>
                <a:gd name="dsh" fmla="+- 0 sh mins"/>
                <a:gd name="p0x0" fmla="*/ 0 w 8010"/>
                <a:gd name="p0y0" fmla="*/ 0 h 495"/>
                <a:gd name="p0x1" fmla="*/ 8010 w 8010"/>
                <a:gd name="p0y1" fmla="*/ 0 h 495"/>
                <a:gd name="p0x2" fmla="*/ 8010 w 8010"/>
                <a:gd name="p0y2" fmla="*/ 495 h 495"/>
                <a:gd name="p0x3" fmla="*/ 0 w 8010"/>
                <a:gd name="p0y3" fmla="*/ 495 h 495"/>
                <a:gd name="p0x4" fmla="*/ 0 w 8010"/>
                <a:gd name="p0y4" fmla="*/ 0 h 4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4" name="任意多边形 113"/>
            <p:cNvSpPr/>
            <p:nvPr>
              <p:custDataLst>
                <p:tags r:id="rId100"/>
              </p:custDataLst>
            </p:nvPr>
          </p:nvSpPr>
          <p:spPr>
            <a:xfrm>
              <a:off x="10095" y="8145"/>
              <a:ext cx="8010" cy="15"/>
            </a:xfrm>
            <a:custGeom>
              <a:avLst/>
              <a:gdLst>
                <a:gd name="sw" fmla="*/ 1 w 8010"/>
                <a:gd name="sh" fmla="*/ 1 h 15"/>
                <a:gd name="mins" fmla="min sw sh"/>
                <a:gd name="dsw" fmla="+- 0 sw mins"/>
                <a:gd name="dsh" fmla="+- 0 sh mins"/>
                <a:gd name="p0x0" fmla="*/ 0 w 8010"/>
                <a:gd name="p0y0" fmla="*/ 0 h 15"/>
                <a:gd name="p0x1" fmla="*/ 8010 w 8010"/>
                <a:gd name="p0y1" fmla="*/ 0 h 15"/>
                <a:gd name="p0x2" fmla="*/ 8010 w 8010"/>
                <a:gd name="p0y2" fmla="*/ 15 h 15"/>
                <a:gd name="p0x3" fmla="*/ 0 w 8010"/>
                <a:gd name="p0y3" fmla="*/ 15 h 15"/>
                <a:gd name="p0x4" fmla="*/ 0 w 80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30400"/>
                <a:lumOff val="696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6" name="任意多边形 115"/>
          <p:cNvSpPr/>
          <p:nvPr>
            <p:custDataLst>
              <p:tags r:id="rId101"/>
            </p:custDataLst>
          </p:nvPr>
        </p:nvSpPr>
        <p:spPr>
          <a:xfrm>
            <a:off x="6410325" y="528637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sx="160000" sy="160000" algn="ctr" rotWithShape="0">
              <a:schemeClr val="accent1">
                <a:lumMod val="24616"/>
                <a:lumOff val="75384"/>
                <a:alpha val="10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文本框 116"/>
          <p:cNvSpPr txBox="1"/>
          <p:nvPr>
            <p:custDataLst>
              <p:tags r:id="rId102"/>
            </p:custDataLst>
          </p:nvPr>
        </p:nvSpPr>
        <p:spPr>
          <a:xfrm>
            <a:off x="6619875" y="5167313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E4033"/>
                </a:solidFill>
                <a:cs typeface="+mn-lt"/>
              </a:rPr>
              <a:t>梳理陈年债务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sp>
        <p:nvSpPr>
          <p:cNvPr id="118" name="矩形 117"/>
          <p:cNvSpPr/>
          <p:nvPr>
            <p:custDataLst>
              <p:tags r:id="rId103"/>
            </p:custDataLst>
          </p:nvPr>
        </p:nvSpPr>
        <p:spPr>
          <a:xfrm>
            <a:off x="6410325" y="5638800"/>
            <a:ext cx="5086350" cy="9525"/>
          </a:xfrm>
          <a:prstGeom prst="rect">
            <a:avLst/>
          </a:prstGeom>
          <a:solidFill>
            <a:schemeClr val="accent4">
              <a:lumMod val="30400"/>
              <a:lumOff val="696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51" name="组合 150"/>
          <p:cNvGrpSpPr/>
          <p:nvPr/>
        </p:nvGrpSpPr>
        <p:grpSpPr>
          <a:xfrm>
            <a:off x="6410325" y="5800725"/>
            <a:ext cx="5086350" cy="384810"/>
            <a:chOff x="10095" y="9135"/>
            <a:chExt cx="8010" cy="606"/>
          </a:xfrm>
        </p:grpSpPr>
        <p:sp>
          <p:nvSpPr>
            <p:cNvPr id="119" name="任意多边形 118"/>
            <p:cNvSpPr/>
            <p:nvPr>
              <p:custDataLst>
                <p:tags r:id="rId104"/>
              </p:custDataLst>
            </p:nvPr>
          </p:nvSpPr>
          <p:spPr>
            <a:xfrm>
              <a:off x="10095" y="9135"/>
              <a:ext cx="8010" cy="607"/>
            </a:xfrm>
            <a:custGeom>
              <a:avLst/>
              <a:gdLst>
                <a:gd name="sw" fmla="*/ 1 w 8010"/>
                <a:gd name="sh" fmla="*/ 1 h 607"/>
                <a:gd name="mins" fmla="min sw sh"/>
                <a:gd name="dsw" fmla="+- 0 sw mins"/>
                <a:gd name="dsh" fmla="+- 0 sh mins"/>
                <a:gd name="p0x0" fmla="*/ 0 w 8010"/>
                <a:gd name="p0y0" fmla="*/ 0 h 607"/>
                <a:gd name="p0x1" fmla="*/ 8010 w 8010"/>
                <a:gd name="p0y1" fmla="*/ 0 h 607"/>
                <a:gd name="p0x2" fmla="*/ 8010 w 8010"/>
                <a:gd name="p0y2" fmla="*/ 607 h 607"/>
                <a:gd name="p0x3" fmla="*/ 0 w 8010"/>
                <a:gd name="p0y3" fmla="*/ 607 h 607"/>
                <a:gd name="p0x4" fmla="*/ 0 w 8010"/>
                <a:gd name="p0y4" fmla="*/ 0 h 60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任意多边形 119"/>
            <p:cNvSpPr/>
            <p:nvPr>
              <p:custDataLst>
                <p:tags r:id="rId105"/>
              </p:custDataLst>
            </p:nvPr>
          </p:nvSpPr>
          <p:spPr>
            <a:xfrm>
              <a:off x="10095" y="9727"/>
              <a:ext cx="8010" cy="15"/>
            </a:xfrm>
            <a:custGeom>
              <a:avLst/>
              <a:gdLst>
                <a:gd name="sw" fmla="*/ 1 w 8010"/>
                <a:gd name="sh" fmla="*/ 1 h 15"/>
                <a:gd name="mins" fmla="min sw sh"/>
                <a:gd name="dsw" fmla="+- 0 sw mins"/>
                <a:gd name="dsh" fmla="+- 0 sh mins"/>
                <a:gd name="p0x0" fmla="*/ 8010 w 8010"/>
                <a:gd name="p0y0" fmla="*/ 15 h 15"/>
                <a:gd name="p0x1" fmla="*/ 0 w 8010"/>
                <a:gd name="p0y1" fmla="*/ 15 h 15"/>
                <a:gd name="p0x2" fmla="*/ 0 w 8010"/>
                <a:gd name="p0y2" fmla="*/ 0 h 15"/>
                <a:gd name="p0x3" fmla="*/ 8010 w 8010"/>
                <a:gd name="p0y3" fmla="*/ 0 h 15"/>
                <a:gd name="p0x4" fmla="*/ 8010 w 80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30400"/>
                <a:lumOff val="696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2" name="任意多边形 121"/>
          <p:cNvSpPr/>
          <p:nvPr>
            <p:custDataLst>
              <p:tags r:id="rId106"/>
            </p:custDataLst>
          </p:nvPr>
        </p:nvSpPr>
        <p:spPr>
          <a:xfrm>
            <a:off x="6410325" y="581723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3" name="图片 122" descr="bcab70fc-a760-11f1-8955-166c0110440b"/>
          <p:cNvPicPr/>
          <p:nvPr>
            <p:custDataLst>
              <p:tags r:id="rId107"/>
            </p:custDataLst>
          </p:nvPr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rcRect t="-104" b="104"/>
          <a:stretch>
            <a:fillRect/>
          </a:stretch>
        </p:blipFill>
        <p:spPr>
          <a:xfrm>
            <a:off x="6467475" y="5874385"/>
            <a:ext cx="152400" cy="152400"/>
          </a:xfrm>
          <a:prstGeom prst="rect">
            <a:avLst/>
          </a:prstGeom>
        </p:spPr>
      </p:pic>
      <p:sp>
        <p:nvSpPr>
          <p:cNvPr id="126" name="文本框 125"/>
          <p:cNvSpPr txBox="1"/>
          <p:nvPr>
            <p:custDataLst>
              <p:tags r:id="rId110"/>
            </p:custDataLst>
          </p:nvPr>
        </p:nvSpPr>
        <p:spPr>
          <a:xfrm>
            <a:off x="6753225" y="5800725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1E4033"/>
                </a:solidFill>
                <a:cs typeface="+mn-lt"/>
              </a:rPr>
              <a:t>监督机制</a:t>
            </a:r>
            <a:endParaRPr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127" name="任意多边形 126"/>
          <p:cNvSpPr/>
          <p:nvPr>
            <p:custDataLst>
              <p:tags r:id="rId111"/>
            </p:custDataLst>
          </p:nvPr>
        </p:nvSpPr>
        <p:spPr>
          <a:xfrm>
            <a:off x="6410325" y="6300470"/>
            <a:ext cx="1428750" cy="1238250"/>
          </a:xfrm>
          <a:custGeom>
            <a:avLst/>
            <a:gdLst>
              <a:gd name="sw" fmla="*/ 1 w 2250"/>
              <a:gd name="sh" fmla="*/ 1 h 1950"/>
              <a:gd name="mins" fmla="min sw sh"/>
              <a:gd name="dsw" fmla="+- 0 sw mins"/>
              <a:gd name="dsh" fmla="+- 0 sh mins"/>
              <a:gd name="p0x0" fmla="*/ 210 w 2250"/>
              <a:gd name="p0y0" fmla="*/ 0 h 1950"/>
              <a:gd name="p0x1" fmla="*/ 2040 w 2250"/>
              <a:gd name="p0y1" fmla="*/ 0 h 1950"/>
              <a:gd name="p0x2" fmla="*/ 2155 w 2250"/>
              <a:gd name="p0y2" fmla="*/ 0 h 1950"/>
              <a:gd name="p0x3" fmla="*/ 2250 w 2250"/>
              <a:gd name="p0y3" fmla="*/ 94 h 1950"/>
              <a:gd name="p0x4" fmla="*/ 2250 w 2250"/>
              <a:gd name="p0y4" fmla="*/ 210 h 1950"/>
              <a:gd name="p0x5" fmla="*/ 2250 w 2250"/>
              <a:gd name="p0y5" fmla="*/ 1740 h 1950"/>
              <a:gd name="p0x6" fmla="*/ 2250 w 2250"/>
              <a:gd name="p0y6" fmla="*/ 1855 h 1950"/>
              <a:gd name="p0x7" fmla="*/ 2155 w 2250"/>
              <a:gd name="p0y7" fmla="*/ 1950 h 1950"/>
              <a:gd name="p0x8" fmla="*/ 2040 w 2250"/>
              <a:gd name="p0y8" fmla="*/ 1950 h 1950"/>
              <a:gd name="p0x9" fmla="*/ 210 w 2250"/>
              <a:gd name="p0y9" fmla="*/ 1950 h 1950"/>
              <a:gd name="p0x10" fmla="*/ 94 w 2250"/>
              <a:gd name="p0y10" fmla="*/ 1950 h 1950"/>
              <a:gd name="p0x11" fmla="*/ 0 w 2250"/>
              <a:gd name="p0y11" fmla="*/ 1855 h 1950"/>
              <a:gd name="p0x12" fmla="*/ 0 w 2250"/>
              <a:gd name="p0y12" fmla="*/ 1740 h 1950"/>
              <a:gd name="p0x13" fmla="*/ 0 w 2250"/>
              <a:gd name="p0y13" fmla="*/ 210 h 1950"/>
              <a:gd name="p0x14" fmla="*/ 0 w 2250"/>
              <a:gd name="p0y14" fmla="*/ 94 h 1950"/>
              <a:gd name="p0x15" fmla="*/ 94 w 2250"/>
              <a:gd name="p0y15" fmla="*/ 0 h 1950"/>
              <a:gd name="p0x16" fmla="*/ 210 w 2250"/>
              <a:gd name="p0y16" fmla="*/ 0 h 19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4">
              <a:lumMod val="64615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8" name="文本框 127"/>
          <p:cNvSpPr txBox="1"/>
          <p:nvPr>
            <p:custDataLst>
              <p:tags r:id="rId112"/>
            </p:custDataLst>
          </p:nvPr>
        </p:nvSpPr>
        <p:spPr>
          <a:xfrm>
            <a:off x="6892899" y="6447472"/>
            <a:ext cx="833142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F5A623"/>
                </a:solidFill>
                <a:cs typeface="+mn-lt"/>
              </a:rPr>
              <a:t>7</a:t>
            </a:r>
            <a:r>
              <a:rPr sz="1200" b="1">
                <a:solidFill>
                  <a:srgbClr val="F0F7F3"/>
                </a:solidFill>
                <a:cs typeface="+mn-lt"/>
              </a:rPr>
              <a:t>天</a:t>
            </a:r>
            <a:endParaRPr sz="1200" b="1">
              <a:solidFill>
                <a:srgbClr val="F0F7F3"/>
              </a:solidFill>
              <a:cs typeface="+mn-lt"/>
            </a:endParaRPr>
          </a:p>
        </p:txBody>
      </p:sp>
      <p:sp>
        <p:nvSpPr>
          <p:cNvPr id="130" name="任意多边形 129"/>
          <p:cNvSpPr/>
          <p:nvPr>
            <p:custDataLst>
              <p:tags r:id="rId113"/>
            </p:custDataLst>
          </p:nvPr>
        </p:nvSpPr>
        <p:spPr>
          <a:xfrm>
            <a:off x="7957820" y="6305550"/>
            <a:ext cx="3533775" cy="352425"/>
          </a:xfrm>
          <a:custGeom>
            <a:avLst/>
            <a:gdLst>
              <a:gd name="sw" fmla="*/ 1 w 5565"/>
              <a:gd name="sh" fmla="*/ 1 h 555"/>
              <a:gd name="mins" fmla="min sw sh"/>
              <a:gd name="dsw" fmla="+- 0 sw mins"/>
              <a:gd name="dsh" fmla="+- 0 sh mins"/>
              <a:gd name="p0x0" fmla="*/ 120 w 5565"/>
              <a:gd name="p0y0" fmla="*/ 0 h 555"/>
              <a:gd name="p0x1" fmla="*/ 5445 w 5565"/>
              <a:gd name="p0y1" fmla="*/ 0 h 555"/>
              <a:gd name="p0x2" fmla="*/ 5511 w 5565"/>
              <a:gd name="p0y2" fmla="*/ 0 h 555"/>
              <a:gd name="p0x3" fmla="*/ 5565 w 5565"/>
              <a:gd name="p0y3" fmla="*/ 53 h 555"/>
              <a:gd name="p0x4" fmla="*/ 5565 w 5565"/>
              <a:gd name="p0y4" fmla="*/ 120 h 555"/>
              <a:gd name="p0x5" fmla="*/ 5565 w 5565"/>
              <a:gd name="p0y5" fmla="*/ 435 h 555"/>
              <a:gd name="p0x6" fmla="*/ 5565 w 5565"/>
              <a:gd name="p0y6" fmla="*/ 501 h 555"/>
              <a:gd name="p0x7" fmla="*/ 5511 w 5565"/>
              <a:gd name="p0y7" fmla="*/ 555 h 555"/>
              <a:gd name="p0x8" fmla="*/ 5445 w 5565"/>
              <a:gd name="p0y8" fmla="*/ 555 h 555"/>
              <a:gd name="p0x9" fmla="*/ 120 w 5565"/>
              <a:gd name="p0y9" fmla="*/ 555 h 555"/>
              <a:gd name="p0x10" fmla="*/ 53 w 5565"/>
              <a:gd name="p0y10" fmla="*/ 555 h 555"/>
              <a:gd name="p0x11" fmla="*/ 0 w 5565"/>
              <a:gd name="p0y11" fmla="*/ 501 h 555"/>
              <a:gd name="p0x12" fmla="*/ 0 w 5565"/>
              <a:gd name="p0y12" fmla="*/ 435 h 555"/>
              <a:gd name="p0x13" fmla="*/ 0 w 5565"/>
              <a:gd name="p0y13" fmla="*/ 120 h 555"/>
              <a:gd name="p0x14" fmla="*/ 0 w 5565"/>
              <a:gd name="p0y14" fmla="*/ 53 h 555"/>
              <a:gd name="p0x15" fmla="*/ 53 w 5565"/>
              <a:gd name="p0y15" fmla="*/ 0 h 555"/>
              <a:gd name="p0x16" fmla="*/ 120 w 5565"/>
              <a:gd name="p0y16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1" name="任意多边形 130"/>
          <p:cNvSpPr/>
          <p:nvPr>
            <p:custDataLst>
              <p:tags r:id="rId114"/>
            </p:custDataLst>
          </p:nvPr>
        </p:nvSpPr>
        <p:spPr>
          <a:xfrm>
            <a:off x="8077200" y="641477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2" name="图片 131"/>
          <p:cNvPicPr>
            <a:picLocks noChangeAspect="1"/>
          </p:cNvPicPr>
          <p:nvPr>
            <p:custDataLst>
              <p:tags r:id="rId115"/>
            </p:custDataLst>
          </p:nvPr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8105775" y="6443345"/>
            <a:ext cx="76200" cy="76200"/>
          </a:xfrm>
          <a:prstGeom prst="rect">
            <a:avLst/>
          </a:prstGeom>
          <a:noFill/>
        </p:spPr>
      </p:pic>
      <p:sp>
        <p:nvSpPr>
          <p:cNvPr id="134" name="文本框 133"/>
          <p:cNvSpPr txBox="1"/>
          <p:nvPr>
            <p:custDataLst>
              <p:tags r:id="rId118"/>
            </p:custDataLst>
          </p:nvPr>
        </p:nvSpPr>
        <p:spPr>
          <a:xfrm>
            <a:off x="8286750" y="6377940"/>
            <a:ext cx="1219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rgbClr val="1E4033"/>
                </a:solidFill>
                <a:cs typeface="+mn-lt"/>
              </a:rPr>
              <a:t>理事会成员会签</a:t>
            </a:r>
            <a:endParaRPr sz="1200">
              <a:solidFill>
                <a:srgbClr val="1E4033"/>
              </a:solidFill>
              <a:cs typeface="+mn-lt"/>
            </a:endParaRPr>
          </a:p>
        </p:txBody>
      </p:sp>
      <p:sp>
        <p:nvSpPr>
          <p:cNvPr id="135" name="任意多边形 134"/>
          <p:cNvSpPr/>
          <p:nvPr>
            <p:custDataLst>
              <p:tags r:id="rId119"/>
            </p:custDataLst>
          </p:nvPr>
        </p:nvSpPr>
        <p:spPr>
          <a:xfrm>
            <a:off x="7957820" y="6743700"/>
            <a:ext cx="3533775" cy="352425"/>
          </a:xfrm>
          <a:custGeom>
            <a:avLst/>
            <a:gdLst>
              <a:gd name="sw" fmla="*/ 1 w 5565"/>
              <a:gd name="sh" fmla="*/ 1 h 555"/>
              <a:gd name="mins" fmla="min sw sh"/>
              <a:gd name="dsw" fmla="+- 0 sw mins"/>
              <a:gd name="dsh" fmla="+- 0 sh mins"/>
              <a:gd name="p0x0" fmla="*/ 120 w 5565"/>
              <a:gd name="p0y0" fmla="*/ 0 h 555"/>
              <a:gd name="p0x1" fmla="*/ 5445 w 5565"/>
              <a:gd name="p0y1" fmla="*/ 0 h 555"/>
              <a:gd name="p0x2" fmla="*/ 5511 w 5565"/>
              <a:gd name="p0y2" fmla="*/ 0 h 555"/>
              <a:gd name="p0x3" fmla="*/ 5565 w 5565"/>
              <a:gd name="p0y3" fmla="*/ 53 h 555"/>
              <a:gd name="p0x4" fmla="*/ 5565 w 5565"/>
              <a:gd name="p0y4" fmla="*/ 120 h 555"/>
              <a:gd name="p0x5" fmla="*/ 5565 w 5565"/>
              <a:gd name="p0y5" fmla="*/ 435 h 555"/>
              <a:gd name="p0x6" fmla="*/ 5565 w 5565"/>
              <a:gd name="p0y6" fmla="*/ 501 h 555"/>
              <a:gd name="p0x7" fmla="*/ 5511 w 5565"/>
              <a:gd name="p0y7" fmla="*/ 555 h 555"/>
              <a:gd name="p0x8" fmla="*/ 5445 w 5565"/>
              <a:gd name="p0y8" fmla="*/ 555 h 555"/>
              <a:gd name="p0x9" fmla="*/ 120 w 5565"/>
              <a:gd name="p0y9" fmla="*/ 555 h 555"/>
              <a:gd name="p0x10" fmla="*/ 53 w 5565"/>
              <a:gd name="p0y10" fmla="*/ 555 h 555"/>
              <a:gd name="p0x11" fmla="*/ 0 w 5565"/>
              <a:gd name="p0y11" fmla="*/ 501 h 555"/>
              <a:gd name="p0x12" fmla="*/ 0 w 5565"/>
              <a:gd name="p0y12" fmla="*/ 435 h 555"/>
              <a:gd name="p0x13" fmla="*/ 0 w 5565"/>
              <a:gd name="p0y13" fmla="*/ 120 h 555"/>
              <a:gd name="p0x14" fmla="*/ 0 w 5565"/>
              <a:gd name="p0y14" fmla="*/ 53 h 555"/>
              <a:gd name="p0x15" fmla="*/ 53 w 5565"/>
              <a:gd name="p0y15" fmla="*/ 0 h 555"/>
              <a:gd name="p0x16" fmla="*/ 120 w 5565"/>
              <a:gd name="p0y16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任意多边形 135"/>
          <p:cNvSpPr/>
          <p:nvPr>
            <p:custDataLst>
              <p:tags r:id="rId120"/>
            </p:custDataLst>
          </p:nvPr>
        </p:nvSpPr>
        <p:spPr>
          <a:xfrm>
            <a:off x="8077200" y="685292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7" name="图片 136"/>
          <p:cNvPicPr>
            <a:picLocks noChangeAspect="1"/>
          </p:cNvPicPr>
          <p:nvPr>
            <p:custDataLst>
              <p:tags r:id="rId121"/>
            </p:custDataLst>
          </p:nvPr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8105775" y="6881495"/>
            <a:ext cx="76200" cy="76200"/>
          </a:xfrm>
          <a:prstGeom prst="rect">
            <a:avLst/>
          </a:prstGeom>
          <a:noFill/>
        </p:spPr>
      </p:pic>
      <p:sp>
        <p:nvSpPr>
          <p:cNvPr id="139" name="文本框 138"/>
          <p:cNvSpPr txBox="1"/>
          <p:nvPr>
            <p:custDataLst>
              <p:tags r:id="rId122"/>
            </p:custDataLst>
          </p:nvPr>
        </p:nvSpPr>
        <p:spPr>
          <a:xfrm>
            <a:off x="8286750" y="6816090"/>
            <a:ext cx="13716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rgbClr val="1E4033"/>
                </a:solidFill>
                <a:cs typeface="+mn-lt"/>
              </a:rPr>
              <a:t>签订真实性承诺书</a:t>
            </a:r>
            <a:endParaRPr sz="1200">
              <a:solidFill>
                <a:srgbClr val="1E4033"/>
              </a:solidFill>
              <a:cs typeface="+mn-lt"/>
            </a:endParaRPr>
          </a:p>
        </p:txBody>
      </p:sp>
      <p:sp>
        <p:nvSpPr>
          <p:cNvPr id="140" name="任意多边形 139"/>
          <p:cNvSpPr/>
          <p:nvPr>
            <p:custDataLst>
              <p:tags r:id="rId123"/>
            </p:custDataLst>
          </p:nvPr>
        </p:nvSpPr>
        <p:spPr>
          <a:xfrm>
            <a:off x="7957820" y="7181850"/>
            <a:ext cx="3533775" cy="352425"/>
          </a:xfrm>
          <a:custGeom>
            <a:avLst/>
            <a:gdLst>
              <a:gd name="sw" fmla="*/ 1 w 5565"/>
              <a:gd name="sh" fmla="*/ 1 h 555"/>
              <a:gd name="mins" fmla="min sw sh"/>
              <a:gd name="dsw" fmla="+- 0 sw mins"/>
              <a:gd name="dsh" fmla="+- 0 sh mins"/>
              <a:gd name="p0x0" fmla="*/ 120 w 5565"/>
              <a:gd name="p0y0" fmla="*/ 0 h 555"/>
              <a:gd name="p0x1" fmla="*/ 5445 w 5565"/>
              <a:gd name="p0y1" fmla="*/ 0 h 555"/>
              <a:gd name="p0x2" fmla="*/ 5511 w 5565"/>
              <a:gd name="p0y2" fmla="*/ 0 h 555"/>
              <a:gd name="p0x3" fmla="*/ 5565 w 5565"/>
              <a:gd name="p0y3" fmla="*/ 53 h 555"/>
              <a:gd name="p0x4" fmla="*/ 5565 w 5565"/>
              <a:gd name="p0y4" fmla="*/ 120 h 555"/>
              <a:gd name="p0x5" fmla="*/ 5565 w 5565"/>
              <a:gd name="p0y5" fmla="*/ 435 h 555"/>
              <a:gd name="p0x6" fmla="*/ 5565 w 5565"/>
              <a:gd name="p0y6" fmla="*/ 501 h 555"/>
              <a:gd name="p0x7" fmla="*/ 5511 w 5565"/>
              <a:gd name="p0y7" fmla="*/ 555 h 555"/>
              <a:gd name="p0x8" fmla="*/ 5445 w 5565"/>
              <a:gd name="p0y8" fmla="*/ 555 h 555"/>
              <a:gd name="p0x9" fmla="*/ 120 w 5565"/>
              <a:gd name="p0y9" fmla="*/ 555 h 555"/>
              <a:gd name="p0x10" fmla="*/ 53 w 5565"/>
              <a:gd name="p0y10" fmla="*/ 555 h 555"/>
              <a:gd name="p0x11" fmla="*/ 0 w 5565"/>
              <a:gd name="p0y11" fmla="*/ 501 h 555"/>
              <a:gd name="p0x12" fmla="*/ 0 w 5565"/>
              <a:gd name="p0y12" fmla="*/ 435 h 555"/>
              <a:gd name="p0x13" fmla="*/ 0 w 5565"/>
              <a:gd name="p0y13" fmla="*/ 120 h 555"/>
              <a:gd name="p0x14" fmla="*/ 0 w 5565"/>
              <a:gd name="p0y14" fmla="*/ 53 h 555"/>
              <a:gd name="p0x15" fmla="*/ 53 w 5565"/>
              <a:gd name="p0y15" fmla="*/ 0 h 555"/>
              <a:gd name="p0x16" fmla="*/ 120 w 5565"/>
              <a:gd name="p0y16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任意多边形 140"/>
          <p:cNvSpPr/>
          <p:nvPr>
            <p:custDataLst>
              <p:tags r:id="rId124"/>
            </p:custDataLst>
          </p:nvPr>
        </p:nvSpPr>
        <p:spPr>
          <a:xfrm>
            <a:off x="8077200" y="729107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2" name="图片 141"/>
          <p:cNvPicPr>
            <a:picLocks noChangeAspect="1"/>
          </p:cNvPicPr>
          <p:nvPr>
            <p:custDataLst>
              <p:tags r:id="rId125"/>
            </p:custDataLst>
          </p:nvPr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8105775" y="7319645"/>
            <a:ext cx="76200" cy="76200"/>
          </a:xfrm>
          <a:prstGeom prst="rect">
            <a:avLst/>
          </a:prstGeom>
          <a:noFill/>
        </p:spPr>
      </p:pic>
      <p:sp>
        <p:nvSpPr>
          <p:cNvPr id="144" name="文本框 143"/>
          <p:cNvSpPr txBox="1"/>
          <p:nvPr>
            <p:custDataLst>
              <p:tags r:id="rId126"/>
            </p:custDataLst>
          </p:nvPr>
        </p:nvSpPr>
        <p:spPr>
          <a:xfrm>
            <a:off x="8286750" y="7254240"/>
            <a:ext cx="10668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rgbClr val="1E4033"/>
                </a:solidFill>
                <a:cs typeface="+mn-lt"/>
              </a:rPr>
              <a:t>接受群众监督</a:t>
            </a:r>
            <a:endParaRPr sz="1200">
              <a:solidFill>
                <a:srgbClr val="1E4033"/>
              </a:solidFill>
              <a:cs typeface="+mn-lt"/>
            </a:endParaRPr>
          </a:p>
        </p:txBody>
      </p:sp>
      <p:sp>
        <p:nvSpPr>
          <p:cNvPr id="129" name="文本框 128"/>
          <p:cNvSpPr txBox="1"/>
          <p:nvPr>
            <p:custDataLst>
              <p:tags r:id="rId127"/>
            </p:custDataLst>
          </p:nvPr>
        </p:nvSpPr>
        <p:spPr>
          <a:xfrm>
            <a:off x="6808594" y="7026116"/>
            <a:ext cx="632146" cy="3495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 spc="63">
                <a:solidFill>
                  <a:srgbClr val="F0F7F3">
                    <a:alpha val="92000"/>
                  </a:srgbClr>
                </a:solidFill>
                <a:cs typeface="+mn-lt"/>
              </a:rPr>
              <a:t>村级公示</a:t>
            </a:r>
            <a:endParaRPr sz="1050" spc="63">
              <a:solidFill>
                <a:srgbClr val="F0F7F3">
                  <a:alpha val="92000"/>
                </a:srgbClr>
              </a:solidFill>
              <a:cs typeface="+mn-lt"/>
            </a:endParaRPr>
          </a:p>
          <a:p>
            <a:pPr algn="ctr">
              <a:lnSpc>
                <a:spcPct val="104000"/>
              </a:lnSpc>
            </a:pPr>
            <a:r>
              <a:rPr sz="1050" spc="63">
                <a:solidFill>
                  <a:srgbClr val="F0F7F3">
                    <a:alpha val="92000"/>
                  </a:srgbClr>
                </a:solidFill>
                <a:cs typeface="+mn-lt"/>
              </a:rPr>
              <a:t>不少于</a:t>
            </a:r>
            <a:endParaRPr sz="1050" spc="63">
              <a:solidFill>
                <a:srgbClr val="F0F7F3">
                  <a:alpha val="92000"/>
                </a:srgbClr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52450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98D8C8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47700" y="457200"/>
            <a:ext cx="110871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 b="1" spc="63">
                <a:solidFill>
                  <a:srgbClr val="2E8B57"/>
                </a:solidFill>
                <a:cs typeface="+mn-lt"/>
              </a:rPr>
              <a:t>家底清查</a:t>
            </a:r>
            <a:r>
              <a:rPr lang="en-US" altLang="zh-CN" sz="1050" b="1" spc="63">
                <a:solidFill>
                  <a:srgbClr val="2E8B57"/>
                </a:solidFill>
                <a:cs typeface="+mn-lt"/>
              </a:rPr>
              <a:t> · </a:t>
            </a:r>
            <a:r>
              <a:rPr lang="zh-CN" altLang="en-US" sz="1050" b="1" spc="63">
                <a:solidFill>
                  <a:srgbClr val="2E8B57"/>
                </a:solidFill>
                <a:cs typeface="+mn-lt"/>
              </a:rPr>
              <a:t>量化成果</a:t>
            </a:r>
            <a:endParaRPr lang="zh-CN" altLang="en-US" sz="1050" b="1" spc="63">
              <a:solidFill>
                <a:srgbClr val="2E8B57"/>
              </a:solidFill>
              <a:cs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47700" y="647700"/>
            <a:ext cx="110871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4033"/>
                </a:solidFill>
                <a:latin typeface="+mj-lt"/>
                <a:ea typeface="+mj-ea"/>
                <a:cs typeface="+mj-lt"/>
              </a:rPr>
              <a:t>底数清明的量化答卷</a:t>
            </a:r>
            <a:endParaRPr sz="3000" b="1">
              <a:solidFill>
                <a:srgbClr val="1E4033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47700" y="1209675"/>
            <a:ext cx="110871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2E8B57"/>
                </a:solidFill>
                <a:cs typeface="+mn-lt"/>
              </a:rPr>
              <a:t>全域清查</a:t>
            </a:r>
            <a:r>
              <a:rPr sz="1500">
                <a:solidFill>
                  <a:srgbClr val="4D6E60"/>
                </a:solidFill>
                <a:cs typeface="+mn-lt"/>
              </a:rPr>
              <a:t>，换来明明白白的家底</a:t>
            </a:r>
            <a:endParaRPr sz="1500">
              <a:solidFill>
                <a:srgbClr val="4D6E60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457200" y="1718945"/>
            <a:ext cx="11277600" cy="972185"/>
          </a:xfrm>
          <a:custGeom>
            <a:avLst/>
            <a:gdLst>
              <a:gd name="sw" fmla="*/ 1 w 17760"/>
              <a:gd name="sh" fmla="*/ 1 h 1531"/>
              <a:gd name="mins" fmla="min sw sh"/>
              <a:gd name="dsw" fmla="+- 0 sw mins"/>
              <a:gd name="dsh" fmla="+- 0 sh mins"/>
              <a:gd name="p0x0" fmla="*/ 330 w 17760"/>
              <a:gd name="p0y0" fmla="*/ 0 h 1531"/>
              <a:gd name="p0x1" fmla="*/ 17430 w 17760"/>
              <a:gd name="p0y1" fmla="*/ 0 h 1531"/>
              <a:gd name="p0x2" fmla="*/ 17612 w 17760"/>
              <a:gd name="p0y2" fmla="*/ 0 h 1531"/>
              <a:gd name="p0x3" fmla="*/ 17760 w 17760"/>
              <a:gd name="p0y3" fmla="*/ 147 h 1531"/>
              <a:gd name="p0x4" fmla="*/ 17760 w 17760"/>
              <a:gd name="p0y4" fmla="*/ 330 h 1531"/>
              <a:gd name="p0x5" fmla="*/ 17760 w 17760"/>
              <a:gd name="p0y5" fmla="*/ 1201 h 1531"/>
              <a:gd name="p0x6" fmla="*/ 17760 w 17760"/>
              <a:gd name="p0y6" fmla="*/ 1383 h 1531"/>
              <a:gd name="p0x7" fmla="*/ 17612 w 17760"/>
              <a:gd name="p0y7" fmla="*/ 1531 h 1531"/>
              <a:gd name="p0x8" fmla="*/ 17430 w 17760"/>
              <a:gd name="p0y8" fmla="*/ 1531 h 1531"/>
              <a:gd name="p0x9" fmla="*/ 330 w 17760"/>
              <a:gd name="p0y9" fmla="*/ 1531 h 1531"/>
              <a:gd name="p0x10" fmla="*/ 147 w 17760"/>
              <a:gd name="p0y10" fmla="*/ 1531 h 1531"/>
              <a:gd name="p0x11" fmla="*/ 0 w 17760"/>
              <a:gd name="p0y11" fmla="*/ 1383 h 1531"/>
              <a:gd name="p0x12" fmla="*/ 0 w 17760"/>
              <a:gd name="p0y12" fmla="*/ 1201 h 1531"/>
              <a:gd name="p0x13" fmla="*/ 0 w 17760"/>
              <a:gd name="p0y13" fmla="*/ 330 h 1531"/>
              <a:gd name="p0x14" fmla="*/ 0 w 17760"/>
              <a:gd name="p0y14" fmla="*/ 147 h 1531"/>
              <a:gd name="p0x15" fmla="*/ 147 w 17760"/>
              <a:gd name="p0y15" fmla="*/ 0 h 1531"/>
              <a:gd name="p0x16" fmla="*/ 330 w 17760"/>
              <a:gd name="p0y16" fmla="*/ 0 h 153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4">
                  <a:lumMod val="64615"/>
                </a:schemeClr>
              </a:gs>
              <a:gs pos="100000">
                <a:schemeClr val="accent6"/>
              </a:gs>
            </a:gsLst>
            <a:lin ang="1800000"/>
          </a:gradFill>
          <a:ln>
            <a:noFill/>
          </a:ln>
          <a:effectLst>
            <a:outerShdw blurRad="285750" dist="57150" dir="5399999" algn="ctr" rotWithShape="0">
              <a:srgbClr val="2E6248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685800" y="1938655"/>
            <a:ext cx="914400" cy="533400"/>
          </a:xfrm>
          <a:custGeom>
            <a:avLst/>
            <a:gdLst>
              <a:gd name="sw" fmla="*/ 1 w 1440"/>
              <a:gd name="sh" fmla="*/ 1 h 840"/>
              <a:gd name="mins" fmla="min sw sh"/>
              <a:gd name="dsw" fmla="+- 0 sw mins"/>
              <a:gd name="dsh" fmla="+- 0 sh mins"/>
              <a:gd name="p0x0" fmla="*/ 210 w 1440"/>
              <a:gd name="p0y0" fmla="*/ 0 h 840"/>
              <a:gd name="p0x1" fmla="*/ 1230 w 1440"/>
              <a:gd name="p0y1" fmla="*/ 0 h 840"/>
              <a:gd name="p0x2" fmla="*/ 1346 w 1440"/>
              <a:gd name="p0y2" fmla="*/ 0 h 840"/>
              <a:gd name="p0x3" fmla="*/ 1440 w 1440"/>
              <a:gd name="p0y3" fmla="*/ 94 h 840"/>
              <a:gd name="p0x4" fmla="*/ 1440 w 1440"/>
              <a:gd name="p0y4" fmla="*/ 210 h 840"/>
              <a:gd name="p0x5" fmla="*/ 1440 w 1440"/>
              <a:gd name="p0y5" fmla="*/ 630 h 840"/>
              <a:gd name="p0x6" fmla="*/ 1440 w 1440"/>
              <a:gd name="p0y6" fmla="*/ 745 h 840"/>
              <a:gd name="p0x7" fmla="*/ 1346 w 1440"/>
              <a:gd name="p0y7" fmla="*/ 840 h 840"/>
              <a:gd name="p0x8" fmla="*/ 1230 w 1440"/>
              <a:gd name="p0y8" fmla="*/ 840 h 840"/>
              <a:gd name="p0x9" fmla="*/ 210 w 1440"/>
              <a:gd name="p0y9" fmla="*/ 840 h 840"/>
              <a:gd name="p0x10" fmla="*/ 94 w 1440"/>
              <a:gd name="p0y10" fmla="*/ 840 h 840"/>
              <a:gd name="p0x11" fmla="*/ 0 w 1440"/>
              <a:gd name="p0y11" fmla="*/ 745 h 840"/>
              <a:gd name="p0x12" fmla="*/ 0 w 1440"/>
              <a:gd name="p0y12" fmla="*/ 630 h 840"/>
              <a:gd name="p0x13" fmla="*/ 0 w 1440"/>
              <a:gd name="p0y13" fmla="*/ 210 h 840"/>
              <a:gd name="p0x14" fmla="*/ 0 w 1440"/>
              <a:gd name="p0y14" fmla="*/ 94 h 840"/>
              <a:gd name="p0x15" fmla="*/ 94 w 1440"/>
              <a:gd name="p0y15" fmla="*/ 0 h 840"/>
              <a:gd name="p0x16" fmla="*/ 210 w 1440"/>
              <a:gd name="p0y16" fmla="*/ 0 h 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800100" y="2006413"/>
            <a:ext cx="685876" cy="3981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3D2A00"/>
                </a:solidFill>
                <a:cs typeface="+mn-lt"/>
              </a:rPr>
              <a:t>湖北全省</a:t>
            </a:r>
            <a:endParaRPr sz="1200" b="1">
              <a:solidFill>
                <a:srgbClr val="3D2A00"/>
              </a:solidFill>
              <a:cs typeface="+mn-lt"/>
            </a:endParaRPr>
          </a:p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3D2A00"/>
                </a:solidFill>
                <a:cs typeface="+mn-lt"/>
              </a:rPr>
              <a:t>全域清查</a:t>
            </a:r>
            <a:endParaRPr sz="1200" b="1">
              <a:solidFill>
                <a:srgbClr val="3D2A00"/>
              </a:solidFill>
              <a:cs typeface="+mn-lt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1828800" y="1909445"/>
            <a:ext cx="2275840" cy="590550"/>
            <a:chOff x="2880" y="3007"/>
            <a:chExt cx="3584" cy="930"/>
          </a:xfrm>
        </p:grpSpPr>
        <p:sp>
          <p:nvSpPr>
            <p:cNvPr id="10" name="任意多边形 9"/>
            <p:cNvSpPr/>
            <p:nvPr>
              <p:custDataLst>
                <p:tags r:id="rId8"/>
              </p:custDataLst>
            </p:nvPr>
          </p:nvSpPr>
          <p:spPr>
            <a:xfrm>
              <a:off x="2880" y="3007"/>
              <a:ext cx="3585" cy="931"/>
            </a:xfrm>
            <a:custGeom>
              <a:avLst/>
              <a:gdLst>
                <a:gd name="sw" fmla="*/ 1 w 3584"/>
                <a:gd name="sh" fmla="*/ 1 h 931"/>
                <a:gd name="mins" fmla="min sw sh"/>
                <a:gd name="dsw" fmla="+- 0 sw mins"/>
                <a:gd name="dsh" fmla="+- 0 sh mins"/>
                <a:gd name="p0x0" fmla="*/ 0 w 3584"/>
                <a:gd name="p0y0" fmla="*/ 0 h 931"/>
                <a:gd name="p0x1" fmla="*/ 3584 w 3584"/>
                <a:gd name="p0y1" fmla="*/ 0 h 931"/>
                <a:gd name="p0x2" fmla="*/ 3584 w 3584"/>
                <a:gd name="p0y2" fmla="*/ 931 h 931"/>
                <a:gd name="p0x3" fmla="*/ 0 w 3584"/>
                <a:gd name="p0y3" fmla="*/ 931 h 931"/>
                <a:gd name="p0x4" fmla="*/ 0 w 3584"/>
                <a:gd name="p0y4" fmla="*/ 0 h 93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9"/>
              </p:custDataLst>
            </p:nvPr>
          </p:nvSpPr>
          <p:spPr>
            <a:xfrm>
              <a:off x="2880" y="3007"/>
              <a:ext cx="30" cy="931"/>
            </a:xfrm>
            <a:custGeom>
              <a:avLst/>
              <a:gdLst>
                <a:gd name="sw" fmla="*/ 1 w 30"/>
                <a:gd name="sh" fmla="*/ 1 h 931"/>
                <a:gd name="mins" fmla="min sw sh"/>
                <a:gd name="dsw" fmla="+- 0 sw mins"/>
                <a:gd name="dsh" fmla="+- 0 sh mins"/>
                <a:gd name="p0x0" fmla="*/ 0 w 30"/>
                <a:gd name="p0y0" fmla="*/ 931 h 931"/>
                <a:gd name="p0x1" fmla="*/ 0 w 30"/>
                <a:gd name="p0y1" fmla="*/ 0 h 931"/>
                <a:gd name="p0x2" fmla="*/ 30 w 30"/>
                <a:gd name="p0y2" fmla="*/ 0 h 931"/>
                <a:gd name="p0x3" fmla="*/ 30 w 30"/>
                <a:gd name="p0y3" fmla="*/ 931 h 931"/>
                <a:gd name="p0x4" fmla="*/ 0 w 30"/>
                <a:gd name="p0y4" fmla="*/ 931 h 93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1962226" y="1894046"/>
            <a:ext cx="1191892" cy="3362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950" b="1">
                <a:solidFill>
                  <a:srgbClr val="F0F7F3"/>
                </a:solidFill>
                <a:cs typeface="+mn-lt"/>
              </a:rPr>
              <a:t>21555</a:t>
            </a:r>
            <a:r>
              <a:rPr sz="1350">
                <a:solidFill>
                  <a:srgbClr val="F0F7F3"/>
                </a:solidFill>
                <a:cs typeface="+mn-lt"/>
              </a:rPr>
              <a:t>个</a:t>
            </a:r>
            <a:endParaRPr sz="1350">
              <a:solidFill>
                <a:srgbClr val="F0F7F3"/>
              </a:solidFill>
              <a:cs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1962226" y="2245995"/>
            <a:ext cx="2143049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D6EEE0"/>
                </a:solidFill>
                <a:cs typeface="+mn-lt"/>
              </a:rPr>
              <a:t>村级组织完成清理核实</a:t>
            </a:r>
            <a:endParaRPr sz="1200">
              <a:solidFill>
                <a:srgbClr val="D6EEE0"/>
              </a:solidFill>
              <a:cs typeface="+mn-lt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4295775" y="1909445"/>
            <a:ext cx="2275840" cy="590550"/>
            <a:chOff x="6765" y="3007"/>
            <a:chExt cx="3584" cy="930"/>
          </a:xfrm>
        </p:grpSpPr>
        <p:sp>
          <p:nvSpPr>
            <p:cNvPr id="15" name="任意多边形 14"/>
            <p:cNvSpPr/>
            <p:nvPr>
              <p:custDataLst>
                <p:tags r:id="rId12"/>
              </p:custDataLst>
            </p:nvPr>
          </p:nvSpPr>
          <p:spPr>
            <a:xfrm>
              <a:off x="6765" y="3007"/>
              <a:ext cx="3585" cy="931"/>
            </a:xfrm>
            <a:custGeom>
              <a:avLst/>
              <a:gdLst>
                <a:gd name="sw" fmla="*/ 1 w 3585"/>
                <a:gd name="sh" fmla="*/ 1 h 931"/>
                <a:gd name="mins" fmla="min sw sh"/>
                <a:gd name="dsw" fmla="+- 0 sw mins"/>
                <a:gd name="dsh" fmla="+- 0 sh mins"/>
                <a:gd name="p0x0" fmla="*/ 0 w 3585"/>
                <a:gd name="p0y0" fmla="*/ 0 h 931"/>
                <a:gd name="p0x1" fmla="*/ 3585 w 3585"/>
                <a:gd name="p0y1" fmla="*/ 0 h 931"/>
                <a:gd name="p0x2" fmla="*/ 3585 w 3585"/>
                <a:gd name="p0y2" fmla="*/ 931 h 931"/>
                <a:gd name="p0x3" fmla="*/ 0 w 3585"/>
                <a:gd name="p0y3" fmla="*/ 931 h 931"/>
                <a:gd name="p0x4" fmla="*/ 0 w 3585"/>
                <a:gd name="p0y4" fmla="*/ 0 h 93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>
              <p:custDataLst>
                <p:tags r:id="rId13"/>
              </p:custDataLst>
            </p:nvPr>
          </p:nvSpPr>
          <p:spPr>
            <a:xfrm>
              <a:off x="6765" y="3007"/>
              <a:ext cx="30" cy="931"/>
            </a:xfrm>
            <a:custGeom>
              <a:avLst/>
              <a:gdLst>
                <a:gd name="sw" fmla="*/ 1 w 30"/>
                <a:gd name="sh" fmla="*/ 1 h 931"/>
                <a:gd name="mins" fmla="min sw sh"/>
                <a:gd name="dsw" fmla="+- 0 sw mins"/>
                <a:gd name="dsh" fmla="+- 0 sh mins"/>
                <a:gd name="p0x0" fmla="*/ 0 w 30"/>
                <a:gd name="p0y0" fmla="*/ 931 h 931"/>
                <a:gd name="p0x1" fmla="*/ 0 w 30"/>
                <a:gd name="p0y1" fmla="*/ 0 h 931"/>
                <a:gd name="p0x2" fmla="*/ 30 w 30"/>
                <a:gd name="p0y2" fmla="*/ 0 h 931"/>
                <a:gd name="p0x3" fmla="*/ 30 w 30"/>
                <a:gd name="p0y3" fmla="*/ 931 h 931"/>
                <a:gd name="p0x4" fmla="*/ 0 w 30"/>
                <a:gd name="p0y4" fmla="*/ 931 h 93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4429125" y="1894046"/>
            <a:ext cx="1582712" cy="3362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950" b="1">
                <a:solidFill>
                  <a:srgbClr val="F0F7F3"/>
                </a:solidFill>
                <a:cs typeface="+mn-lt"/>
              </a:rPr>
              <a:t>2995.03</a:t>
            </a:r>
            <a:r>
              <a:rPr sz="1350">
                <a:solidFill>
                  <a:srgbClr val="F0F7F3"/>
                </a:solidFill>
                <a:cs typeface="+mn-lt"/>
              </a:rPr>
              <a:t>亿元</a:t>
            </a:r>
            <a:endParaRPr sz="1350">
              <a:solidFill>
                <a:srgbClr val="F0F7F3"/>
              </a:solidFill>
              <a:cs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4429125" y="2245995"/>
            <a:ext cx="2143125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D6EEE0"/>
                </a:solidFill>
                <a:cs typeface="+mn-lt"/>
              </a:rPr>
              <a:t>集体资产</a:t>
            </a:r>
            <a:endParaRPr sz="1200">
              <a:solidFill>
                <a:srgbClr val="D6EEE0"/>
              </a:solidFill>
              <a:cs typeface="+mn-lt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6762750" y="1909445"/>
            <a:ext cx="2275840" cy="590550"/>
            <a:chOff x="10650" y="3007"/>
            <a:chExt cx="3584" cy="930"/>
          </a:xfrm>
        </p:grpSpPr>
        <p:sp>
          <p:nvSpPr>
            <p:cNvPr id="20" name="任意多边形 19"/>
            <p:cNvSpPr/>
            <p:nvPr>
              <p:custDataLst>
                <p:tags r:id="rId16"/>
              </p:custDataLst>
            </p:nvPr>
          </p:nvSpPr>
          <p:spPr>
            <a:xfrm>
              <a:off x="10650" y="3007"/>
              <a:ext cx="3585" cy="931"/>
            </a:xfrm>
            <a:custGeom>
              <a:avLst/>
              <a:gdLst>
                <a:gd name="sw" fmla="*/ 1 w 3585"/>
                <a:gd name="sh" fmla="*/ 1 h 931"/>
                <a:gd name="mins" fmla="min sw sh"/>
                <a:gd name="dsw" fmla="+- 0 sw mins"/>
                <a:gd name="dsh" fmla="+- 0 sh mins"/>
                <a:gd name="p0x0" fmla="*/ 0 w 3585"/>
                <a:gd name="p0y0" fmla="*/ 0 h 931"/>
                <a:gd name="p0x1" fmla="*/ 3585 w 3585"/>
                <a:gd name="p0y1" fmla="*/ 0 h 931"/>
                <a:gd name="p0x2" fmla="*/ 3585 w 3585"/>
                <a:gd name="p0y2" fmla="*/ 931 h 931"/>
                <a:gd name="p0x3" fmla="*/ 0 w 3585"/>
                <a:gd name="p0y3" fmla="*/ 931 h 931"/>
                <a:gd name="p0x4" fmla="*/ 0 w 3585"/>
                <a:gd name="p0y4" fmla="*/ 0 h 93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>
              <p:custDataLst>
                <p:tags r:id="rId17"/>
              </p:custDataLst>
            </p:nvPr>
          </p:nvSpPr>
          <p:spPr>
            <a:xfrm>
              <a:off x="10650" y="3007"/>
              <a:ext cx="30" cy="931"/>
            </a:xfrm>
            <a:custGeom>
              <a:avLst/>
              <a:gdLst>
                <a:gd name="sw" fmla="*/ 1 w 30"/>
                <a:gd name="sh" fmla="*/ 1 h 931"/>
                <a:gd name="mins" fmla="min sw sh"/>
                <a:gd name="dsw" fmla="+- 0 sw mins"/>
                <a:gd name="dsh" fmla="+- 0 sh mins"/>
                <a:gd name="p0x0" fmla="*/ 0 w 30"/>
                <a:gd name="p0y0" fmla="*/ 931 h 931"/>
                <a:gd name="p0x1" fmla="*/ 0 w 30"/>
                <a:gd name="p0y1" fmla="*/ 0 h 931"/>
                <a:gd name="p0x2" fmla="*/ 30 w 30"/>
                <a:gd name="p0y2" fmla="*/ 0 h 931"/>
                <a:gd name="p0x3" fmla="*/ 30 w 30"/>
                <a:gd name="p0y3" fmla="*/ 931 h 931"/>
                <a:gd name="p0x4" fmla="*/ 0 w 30"/>
                <a:gd name="p0y4" fmla="*/ 931 h 93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>
            <p:custDataLst>
              <p:tags r:id="rId18"/>
            </p:custDataLst>
          </p:nvPr>
        </p:nvSpPr>
        <p:spPr>
          <a:xfrm>
            <a:off x="6896100" y="1894046"/>
            <a:ext cx="1582712" cy="3362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950" b="1">
                <a:solidFill>
                  <a:srgbClr val="F0F7F3"/>
                </a:solidFill>
                <a:cs typeface="+mn-lt"/>
              </a:rPr>
              <a:t>8120.44</a:t>
            </a:r>
            <a:r>
              <a:rPr sz="1350">
                <a:solidFill>
                  <a:srgbClr val="F0F7F3"/>
                </a:solidFill>
                <a:cs typeface="+mn-lt"/>
              </a:rPr>
              <a:t>万亩</a:t>
            </a:r>
            <a:endParaRPr sz="1350">
              <a:solidFill>
                <a:srgbClr val="F0F7F3"/>
              </a:solidFill>
              <a:cs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19"/>
            </p:custDataLst>
          </p:nvPr>
        </p:nvSpPr>
        <p:spPr>
          <a:xfrm>
            <a:off x="6896100" y="2245995"/>
            <a:ext cx="2143125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D6EEE0"/>
                </a:solidFill>
                <a:cs typeface="+mn-lt"/>
              </a:rPr>
              <a:t>集体资源</a:t>
            </a:r>
            <a:endParaRPr sz="1200">
              <a:solidFill>
                <a:srgbClr val="D6EEE0"/>
              </a:solidFill>
              <a:cs typeface="+mn-lt"/>
            </a:endParaRPr>
          </a:p>
        </p:txBody>
      </p:sp>
      <p:grpSp>
        <p:nvGrpSpPr>
          <p:cNvPr id="98" name="组合 97"/>
          <p:cNvGrpSpPr/>
          <p:nvPr/>
        </p:nvGrpSpPr>
        <p:grpSpPr>
          <a:xfrm>
            <a:off x="9229725" y="1909445"/>
            <a:ext cx="2275840" cy="590550"/>
            <a:chOff x="14535" y="3007"/>
            <a:chExt cx="3584" cy="930"/>
          </a:xfrm>
        </p:grpSpPr>
        <p:sp>
          <p:nvSpPr>
            <p:cNvPr id="25" name="任意多边形 24"/>
            <p:cNvSpPr/>
            <p:nvPr>
              <p:custDataLst>
                <p:tags r:id="rId20"/>
              </p:custDataLst>
            </p:nvPr>
          </p:nvSpPr>
          <p:spPr>
            <a:xfrm>
              <a:off x="14535" y="3007"/>
              <a:ext cx="3585" cy="931"/>
            </a:xfrm>
            <a:custGeom>
              <a:avLst/>
              <a:gdLst>
                <a:gd name="sw" fmla="*/ 1 w 3585"/>
                <a:gd name="sh" fmla="*/ 1 h 931"/>
                <a:gd name="mins" fmla="min sw sh"/>
                <a:gd name="dsw" fmla="+- 0 sw mins"/>
                <a:gd name="dsh" fmla="+- 0 sh mins"/>
                <a:gd name="p0x0" fmla="*/ 0 w 3585"/>
                <a:gd name="p0y0" fmla="*/ 0 h 931"/>
                <a:gd name="p0x1" fmla="*/ 3585 w 3585"/>
                <a:gd name="p0y1" fmla="*/ 0 h 931"/>
                <a:gd name="p0x2" fmla="*/ 3585 w 3585"/>
                <a:gd name="p0y2" fmla="*/ 931 h 931"/>
                <a:gd name="p0x3" fmla="*/ 0 w 3585"/>
                <a:gd name="p0y3" fmla="*/ 931 h 931"/>
                <a:gd name="p0x4" fmla="*/ 0 w 3585"/>
                <a:gd name="p0y4" fmla="*/ 0 h 93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1"/>
              </p:custDataLst>
            </p:nvPr>
          </p:nvSpPr>
          <p:spPr>
            <a:xfrm>
              <a:off x="14535" y="3007"/>
              <a:ext cx="30" cy="931"/>
            </a:xfrm>
            <a:custGeom>
              <a:avLst/>
              <a:gdLst>
                <a:gd name="sw" fmla="*/ 1 w 30"/>
                <a:gd name="sh" fmla="*/ 1 h 931"/>
                <a:gd name="mins" fmla="min sw sh"/>
                <a:gd name="dsw" fmla="+- 0 sw mins"/>
                <a:gd name="dsh" fmla="+- 0 sh mins"/>
                <a:gd name="p0x0" fmla="*/ 0 w 30"/>
                <a:gd name="p0y0" fmla="*/ 931 h 931"/>
                <a:gd name="p0x1" fmla="*/ 0 w 30"/>
                <a:gd name="p0y1" fmla="*/ 0 h 931"/>
                <a:gd name="p0x2" fmla="*/ 30 w 30"/>
                <a:gd name="p0y2" fmla="*/ 0 h 931"/>
                <a:gd name="p0x3" fmla="*/ 30 w 30"/>
                <a:gd name="p0y3" fmla="*/ 931 h 931"/>
                <a:gd name="p0x4" fmla="*/ 0 w 30"/>
                <a:gd name="p0y4" fmla="*/ 931 h 93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>
            <p:custDataLst>
              <p:tags r:id="rId22"/>
            </p:custDataLst>
          </p:nvPr>
        </p:nvSpPr>
        <p:spPr>
          <a:xfrm>
            <a:off x="9363075" y="1894046"/>
            <a:ext cx="2143125" cy="3362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950" b="1">
                <a:solidFill>
                  <a:srgbClr val="F0F7F3"/>
                </a:solidFill>
                <a:cs typeface="+mn-lt"/>
              </a:rPr>
              <a:t>100%</a:t>
            </a:r>
            <a:endParaRPr sz="1950" b="1">
              <a:solidFill>
                <a:srgbClr val="F0F7F3"/>
              </a:solidFill>
              <a:cs typeface="+mn-lt"/>
            </a:endParaRPr>
          </a:p>
        </p:txBody>
      </p:sp>
      <p:sp>
        <p:nvSpPr>
          <p:cNvPr id="29" name="文本框 28"/>
          <p:cNvSpPr txBox="1"/>
          <p:nvPr>
            <p:custDataLst>
              <p:tags r:id="rId23"/>
            </p:custDataLst>
          </p:nvPr>
        </p:nvSpPr>
        <p:spPr>
          <a:xfrm>
            <a:off x="9363075" y="2245995"/>
            <a:ext cx="2143125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D6EEE0"/>
                </a:solidFill>
                <a:cs typeface="+mn-lt"/>
              </a:rPr>
              <a:t>数据上传完成率</a:t>
            </a:r>
            <a:endParaRPr sz="1200">
              <a:solidFill>
                <a:srgbClr val="D6EEE0"/>
              </a:solidFill>
              <a:cs typeface="+mn-lt"/>
            </a:endParaRPr>
          </a:p>
        </p:txBody>
      </p:sp>
      <p:sp>
        <p:nvSpPr>
          <p:cNvPr id="91" name="任意多边形 90"/>
          <p:cNvSpPr/>
          <p:nvPr>
            <p:custDataLst>
              <p:tags r:id="rId24"/>
            </p:custDataLst>
          </p:nvPr>
        </p:nvSpPr>
        <p:spPr>
          <a:xfrm>
            <a:off x="461645" y="5728970"/>
            <a:ext cx="11268075" cy="666750"/>
          </a:xfrm>
          <a:custGeom>
            <a:avLst/>
            <a:gdLst>
              <a:gd name="sw" fmla="*/ 1 w 17745"/>
              <a:gd name="sh" fmla="*/ 1 h 1050"/>
              <a:gd name="mins" fmla="min sw sh"/>
              <a:gd name="dsw" fmla="+- 0 sw mins"/>
              <a:gd name="dsh" fmla="+- 0 sh mins"/>
              <a:gd name="p0x0" fmla="*/ 210 w 17745"/>
              <a:gd name="p0y0" fmla="*/ 0 h 1050"/>
              <a:gd name="p0x1" fmla="*/ 17535 w 17745"/>
              <a:gd name="p0y1" fmla="*/ 0 h 1050"/>
              <a:gd name="p0x2" fmla="*/ 17650 w 17745"/>
              <a:gd name="p0y2" fmla="*/ 0 h 1050"/>
              <a:gd name="p0x3" fmla="*/ 17745 w 17745"/>
              <a:gd name="p0y3" fmla="*/ 94 h 1050"/>
              <a:gd name="p0x4" fmla="*/ 17745 w 17745"/>
              <a:gd name="p0y4" fmla="*/ 210 h 1050"/>
              <a:gd name="p0x5" fmla="*/ 17745 w 17745"/>
              <a:gd name="p0y5" fmla="*/ 840 h 1050"/>
              <a:gd name="p0x6" fmla="*/ 17745 w 17745"/>
              <a:gd name="p0y6" fmla="*/ 955 h 1050"/>
              <a:gd name="p0x7" fmla="*/ 17650 w 17745"/>
              <a:gd name="p0y7" fmla="*/ 1050 h 1050"/>
              <a:gd name="p0x8" fmla="*/ 17535 w 17745"/>
              <a:gd name="p0y8" fmla="*/ 1050 h 1050"/>
              <a:gd name="p0x9" fmla="*/ 210 w 17745"/>
              <a:gd name="p0y9" fmla="*/ 1050 h 1050"/>
              <a:gd name="p0x10" fmla="*/ 94 w 17745"/>
              <a:gd name="p0y10" fmla="*/ 1050 h 1050"/>
              <a:gd name="p0x11" fmla="*/ 0 w 17745"/>
              <a:gd name="p0y11" fmla="*/ 955 h 1050"/>
              <a:gd name="p0x12" fmla="*/ 0 w 17745"/>
              <a:gd name="p0y12" fmla="*/ 840 h 1050"/>
              <a:gd name="p0x13" fmla="*/ 0 w 17745"/>
              <a:gd name="p0y13" fmla="*/ 210 h 1050"/>
              <a:gd name="p0x14" fmla="*/ 0 w 17745"/>
              <a:gd name="p0y14" fmla="*/ 94 h 1050"/>
              <a:gd name="p0x15" fmla="*/ 94 w 17745"/>
              <a:gd name="p0y15" fmla="*/ 0 h 1050"/>
              <a:gd name="p0x16" fmla="*/ 210 w 17745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846"/>
              <a:lumOff val="82154"/>
            </a:schemeClr>
          </a:solidFill>
          <a:ln w="9525" cmpd="sng">
            <a:solidFill>
              <a:srgbClr val="B8D4C4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任意多边形 91"/>
          <p:cNvSpPr/>
          <p:nvPr>
            <p:custDataLst>
              <p:tags r:id="rId25"/>
            </p:custDataLst>
          </p:nvPr>
        </p:nvSpPr>
        <p:spPr>
          <a:xfrm>
            <a:off x="695325" y="5886450"/>
            <a:ext cx="533400" cy="352425"/>
          </a:xfrm>
          <a:custGeom>
            <a:avLst/>
            <a:gdLst>
              <a:gd name="sw" fmla="*/ 1 w 840"/>
              <a:gd name="sh" fmla="*/ 1 h 555"/>
              <a:gd name="mins" fmla="min sw sh"/>
              <a:gd name="dsw" fmla="+- 0 sw mins"/>
              <a:gd name="dsh" fmla="+- 0 sh mins"/>
              <a:gd name="p0x0" fmla="*/ 120 w 840"/>
              <a:gd name="p0y0" fmla="*/ 0 h 555"/>
              <a:gd name="p0x1" fmla="*/ 720 w 840"/>
              <a:gd name="p0y1" fmla="*/ 0 h 555"/>
              <a:gd name="p0x2" fmla="*/ 786 w 840"/>
              <a:gd name="p0y2" fmla="*/ 0 h 555"/>
              <a:gd name="p0x3" fmla="*/ 840 w 840"/>
              <a:gd name="p0y3" fmla="*/ 53 h 555"/>
              <a:gd name="p0x4" fmla="*/ 840 w 840"/>
              <a:gd name="p0y4" fmla="*/ 120 h 555"/>
              <a:gd name="p0x5" fmla="*/ 840 w 840"/>
              <a:gd name="p0y5" fmla="*/ 435 h 555"/>
              <a:gd name="p0x6" fmla="*/ 840 w 840"/>
              <a:gd name="p0y6" fmla="*/ 501 h 555"/>
              <a:gd name="p0x7" fmla="*/ 786 w 840"/>
              <a:gd name="p0y7" fmla="*/ 555 h 555"/>
              <a:gd name="p0x8" fmla="*/ 720 w 840"/>
              <a:gd name="p0y8" fmla="*/ 555 h 555"/>
              <a:gd name="p0x9" fmla="*/ 120 w 840"/>
              <a:gd name="p0y9" fmla="*/ 555 h 555"/>
              <a:gd name="p0x10" fmla="*/ 53 w 840"/>
              <a:gd name="p0y10" fmla="*/ 555 h 555"/>
              <a:gd name="p0x11" fmla="*/ 0 w 840"/>
              <a:gd name="p0y11" fmla="*/ 501 h 555"/>
              <a:gd name="p0x12" fmla="*/ 0 w 840"/>
              <a:gd name="p0y12" fmla="*/ 435 h 555"/>
              <a:gd name="p0x13" fmla="*/ 0 w 840"/>
              <a:gd name="p0y13" fmla="*/ 120 h 555"/>
              <a:gd name="p0x14" fmla="*/ 0 w 840"/>
              <a:gd name="p0y14" fmla="*/ 53 h 555"/>
              <a:gd name="p0x15" fmla="*/ 53 w 840"/>
              <a:gd name="p0y15" fmla="*/ 0 h 555"/>
              <a:gd name="p0x16" fmla="*/ 120 w 840"/>
              <a:gd name="p0y16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文本框 92"/>
          <p:cNvSpPr txBox="1"/>
          <p:nvPr>
            <p:custDataLst>
              <p:tags r:id="rId26"/>
            </p:custDataLst>
          </p:nvPr>
        </p:nvSpPr>
        <p:spPr>
          <a:xfrm>
            <a:off x="809625" y="5962650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意义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94" name="文本框 93"/>
          <p:cNvSpPr txBox="1"/>
          <p:nvPr>
            <p:custDataLst>
              <p:tags r:id="rId27"/>
            </p:custDataLst>
          </p:nvPr>
        </p:nvSpPr>
        <p:spPr>
          <a:xfrm>
            <a:off x="1381201" y="5895975"/>
            <a:ext cx="1011545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0F3D28"/>
                </a:solidFill>
                <a:cs typeface="+mn-lt"/>
              </a:rPr>
              <a:t>为</a:t>
            </a:r>
            <a:r>
              <a:rPr sz="1500" b="1">
                <a:solidFill>
                  <a:srgbClr val="2E8B57"/>
                </a:solidFill>
                <a:cs typeface="+mn-lt"/>
              </a:rPr>
              <a:t>问题整治</a:t>
            </a:r>
            <a:r>
              <a:rPr sz="1500">
                <a:solidFill>
                  <a:srgbClr val="0F3D28"/>
                </a:solidFill>
                <a:cs typeface="+mn-lt"/>
              </a:rPr>
              <a:t>和</a:t>
            </a:r>
            <a:r>
              <a:rPr sz="1500" b="1">
                <a:solidFill>
                  <a:srgbClr val="2E8B57"/>
                </a:solidFill>
                <a:cs typeface="+mn-lt"/>
              </a:rPr>
              <a:t>盘活增值</a:t>
            </a:r>
            <a:r>
              <a:rPr sz="1500">
                <a:solidFill>
                  <a:srgbClr val="0F3D28"/>
                </a:solidFill>
                <a:cs typeface="+mn-lt"/>
              </a:rPr>
              <a:t>夯实了数据底座</a:t>
            </a:r>
            <a:endParaRPr sz="1500">
              <a:solidFill>
                <a:srgbClr val="0F3D28"/>
              </a:solidFill>
              <a:cs typeface="+mn-lt"/>
            </a:endParaRPr>
          </a:p>
        </p:txBody>
      </p:sp>
      <p:sp>
        <p:nvSpPr>
          <p:cNvPr id="30" name="任意多边形 29"/>
          <p:cNvSpPr/>
          <p:nvPr>
            <p:custDataLst>
              <p:tags r:id="rId28"/>
            </p:custDataLst>
          </p:nvPr>
        </p:nvSpPr>
        <p:spPr>
          <a:xfrm>
            <a:off x="461645" y="2886710"/>
            <a:ext cx="3622675" cy="2642235"/>
          </a:xfrm>
          <a:custGeom>
            <a:avLst/>
            <a:gdLst>
              <a:gd name="sw" fmla="*/ 1 w 5704"/>
              <a:gd name="sh" fmla="*/ 1 h 4161"/>
              <a:gd name="mins" fmla="min sw sh"/>
              <a:gd name="dsw" fmla="+- 0 sw mins"/>
              <a:gd name="dsh" fmla="+- 0 sh mins"/>
              <a:gd name="p0x0" fmla="*/ 330 w 5704"/>
              <a:gd name="p0y0" fmla="*/ 0 h 4161"/>
              <a:gd name="p0x1" fmla="*/ 5374 w 5704"/>
              <a:gd name="p0y1" fmla="*/ 0 h 4161"/>
              <a:gd name="p0x2" fmla="*/ 5557 w 5704"/>
              <a:gd name="p0y2" fmla="*/ 0 h 4161"/>
              <a:gd name="p0x3" fmla="*/ 5704 w 5704"/>
              <a:gd name="p0y3" fmla="*/ 147 h 4161"/>
              <a:gd name="p0x4" fmla="*/ 5704 w 5704"/>
              <a:gd name="p0y4" fmla="*/ 330 h 4161"/>
              <a:gd name="p0x5" fmla="*/ 5704 w 5704"/>
              <a:gd name="p0y5" fmla="*/ 3831 h 4161"/>
              <a:gd name="p0x6" fmla="*/ 5704 w 5704"/>
              <a:gd name="p0y6" fmla="*/ 4013 h 4161"/>
              <a:gd name="p0x7" fmla="*/ 5557 w 5704"/>
              <a:gd name="p0y7" fmla="*/ 4161 h 4161"/>
              <a:gd name="p0x8" fmla="*/ 5374 w 5704"/>
              <a:gd name="p0y8" fmla="*/ 4161 h 4161"/>
              <a:gd name="p0x9" fmla="*/ 330 w 5704"/>
              <a:gd name="p0y9" fmla="*/ 4161 h 4161"/>
              <a:gd name="p0x10" fmla="*/ 147 w 5704"/>
              <a:gd name="p0y10" fmla="*/ 4161 h 4161"/>
              <a:gd name="p0x11" fmla="*/ 0 w 5704"/>
              <a:gd name="p0y11" fmla="*/ 4013 h 4161"/>
              <a:gd name="p0x12" fmla="*/ 0 w 5704"/>
              <a:gd name="p0y12" fmla="*/ 3831 h 4161"/>
              <a:gd name="p0x13" fmla="*/ 0 w 5704"/>
              <a:gd name="p0y13" fmla="*/ 330 h 4161"/>
              <a:gd name="p0x14" fmla="*/ 0 w 5704"/>
              <a:gd name="p0y14" fmla="*/ 147 h 4161"/>
              <a:gd name="p0x15" fmla="*/ 147 w 5704"/>
              <a:gd name="p0y15" fmla="*/ 0 h 4161"/>
              <a:gd name="p0x16" fmla="*/ 330 w 5704"/>
              <a:gd name="p0y16" fmla="*/ 0 h 416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9" name="组合 98"/>
          <p:cNvGrpSpPr/>
          <p:nvPr/>
        </p:nvGrpSpPr>
        <p:grpSpPr>
          <a:xfrm>
            <a:off x="695325" y="3119755"/>
            <a:ext cx="3154680" cy="466090"/>
            <a:chOff x="1095" y="4913"/>
            <a:chExt cx="4968" cy="734"/>
          </a:xfrm>
        </p:grpSpPr>
        <p:sp>
          <p:nvSpPr>
            <p:cNvPr id="32" name="任意多边形 31"/>
            <p:cNvSpPr/>
            <p:nvPr>
              <p:custDataLst>
                <p:tags r:id="rId29"/>
              </p:custDataLst>
            </p:nvPr>
          </p:nvSpPr>
          <p:spPr>
            <a:xfrm>
              <a:off x="1095" y="4913"/>
              <a:ext cx="4969" cy="735"/>
            </a:xfrm>
            <a:custGeom>
              <a:avLst/>
              <a:gdLst>
                <a:gd name="sw" fmla="*/ 1 w 4969"/>
                <a:gd name="sh" fmla="*/ 1 h 735"/>
                <a:gd name="mins" fmla="min sw sh"/>
                <a:gd name="dsw" fmla="+- 0 sw mins"/>
                <a:gd name="dsh" fmla="+- 0 sh mins"/>
                <a:gd name="p0x0" fmla="*/ 0 w 4969"/>
                <a:gd name="p0y0" fmla="*/ 0 h 735"/>
                <a:gd name="p0x1" fmla="*/ 4969 w 4969"/>
                <a:gd name="p0y1" fmla="*/ 0 h 735"/>
                <a:gd name="p0x2" fmla="*/ 4969 w 4969"/>
                <a:gd name="p0y2" fmla="*/ 735 h 735"/>
                <a:gd name="p0x3" fmla="*/ 0 w 4969"/>
                <a:gd name="p0y3" fmla="*/ 735 h 735"/>
                <a:gd name="p0x4" fmla="*/ 0 w 496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>
              <p:custDataLst>
                <p:tags r:id="rId30"/>
              </p:custDataLst>
            </p:nvPr>
          </p:nvSpPr>
          <p:spPr>
            <a:xfrm>
              <a:off x="1095" y="5633"/>
              <a:ext cx="4969" cy="15"/>
            </a:xfrm>
            <a:custGeom>
              <a:avLst/>
              <a:gdLst>
                <a:gd name="sw" fmla="*/ 1 w 4969"/>
                <a:gd name="sh" fmla="*/ 1 h 15"/>
                <a:gd name="mins" fmla="min sw sh"/>
                <a:gd name="dsw" fmla="+- 0 sw mins"/>
                <a:gd name="dsh" fmla="+- 0 sh mins"/>
                <a:gd name="p0x0" fmla="*/ 4969 w 4969"/>
                <a:gd name="p0y0" fmla="*/ 15 h 15"/>
                <a:gd name="p0x1" fmla="*/ 0 w 4969"/>
                <a:gd name="p0y1" fmla="*/ 15 h 15"/>
                <a:gd name="p0x2" fmla="*/ 0 w 4969"/>
                <a:gd name="p0y2" fmla="*/ 0 h 15"/>
                <a:gd name="p0x3" fmla="*/ 4969 w 4969"/>
                <a:gd name="p0y3" fmla="*/ 0 h 15"/>
                <a:gd name="p0x4" fmla="*/ 4969 w 496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30400"/>
                <a:lumOff val="696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5" name="任意多边形 34"/>
          <p:cNvSpPr/>
          <p:nvPr>
            <p:custDataLst>
              <p:tags r:id="rId31"/>
            </p:custDataLst>
          </p:nvPr>
        </p:nvSpPr>
        <p:spPr>
          <a:xfrm>
            <a:off x="695325" y="31197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 descr="bb108c65-a760-11f1-8955-166c0110440b"/>
          <p:cNvPicPr/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t="-275" b="275"/>
          <a:stretch>
            <a:fillRect/>
          </a:stretch>
        </p:blipFill>
        <p:spPr>
          <a:xfrm>
            <a:off x="762000" y="3186430"/>
            <a:ext cx="209550" cy="20955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35"/>
            </p:custDataLst>
          </p:nvPr>
        </p:nvSpPr>
        <p:spPr>
          <a:xfrm>
            <a:off x="1152525" y="3133668"/>
            <a:ext cx="914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E4033"/>
                </a:solidFill>
                <a:cs typeface="+mn-lt"/>
              </a:rPr>
              <a:t>青岛市</a:t>
            </a:r>
            <a:endParaRPr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40" name="任意多边形 39"/>
          <p:cNvSpPr/>
          <p:nvPr>
            <p:custDataLst>
              <p:tags r:id="rId36"/>
            </p:custDataLst>
          </p:nvPr>
        </p:nvSpPr>
        <p:spPr>
          <a:xfrm>
            <a:off x="699770" y="3743960"/>
            <a:ext cx="3146425" cy="823595"/>
          </a:xfrm>
          <a:custGeom>
            <a:avLst/>
            <a:gdLst>
              <a:gd name="sw" fmla="*/ 1 w 4954"/>
              <a:gd name="sh" fmla="*/ 1 h 1297"/>
              <a:gd name="mins" fmla="min sw sh"/>
              <a:gd name="dsw" fmla="+- 0 sw mins"/>
              <a:gd name="dsh" fmla="+- 0 sh mins"/>
              <a:gd name="p0x0" fmla="*/ 210 w 4954"/>
              <a:gd name="p0y0" fmla="*/ 0 h 1297"/>
              <a:gd name="p0x1" fmla="*/ 4744 w 4954"/>
              <a:gd name="p0y1" fmla="*/ 0 h 1297"/>
              <a:gd name="p0x2" fmla="*/ 4860 w 4954"/>
              <a:gd name="p0y2" fmla="*/ 0 h 1297"/>
              <a:gd name="p0x3" fmla="*/ 4954 w 4954"/>
              <a:gd name="p0y3" fmla="*/ 94 h 1297"/>
              <a:gd name="p0x4" fmla="*/ 4954 w 4954"/>
              <a:gd name="p0y4" fmla="*/ 210 h 1297"/>
              <a:gd name="p0x5" fmla="*/ 4954 w 4954"/>
              <a:gd name="p0y5" fmla="*/ 1087 h 1297"/>
              <a:gd name="p0x6" fmla="*/ 4954 w 4954"/>
              <a:gd name="p0y6" fmla="*/ 1203 h 1297"/>
              <a:gd name="p0x7" fmla="*/ 4860 w 4954"/>
              <a:gd name="p0y7" fmla="*/ 1297 h 1297"/>
              <a:gd name="p0x8" fmla="*/ 4744 w 4954"/>
              <a:gd name="p0y8" fmla="*/ 1297 h 1297"/>
              <a:gd name="p0x9" fmla="*/ 210 w 4954"/>
              <a:gd name="p0y9" fmla="*/ 1297 h 1297"/>
              <a:gd name="p0x10" fmla="*/ 94 w 4954"/>
              <a:gd name="p0y10" fmla="*/ 1297 h 1297"/>
              <a:gd name="p0x11" fmla="*/ 0 w 4954"/>
              <a:gd name="p0y11" fmla="*/ 1203 h 1297"/>
              <a:gd name="p0x12" fmla="*/ 0 w 4954"/>
              <a:gd name="p0y12" fmla="*/ 1087 h 1297"/>
              <a:gd name="p0x13" fmla="*/ 0 w 4954"/>
              <a:gd name="p0y13" fmla="*/ 210 h 1297"/>
              <a:gd name="p0x14" fmla="*/ 0 w 4954"/>
              <a:gd name="p0y14" fmla="*/ 94 h 1297"/>
              <a:gd name="p0x15" fmla="*/ 94 w 4954"/>
              <a:gd name="p0y15" fmla="*/ 0 h 1297"/>
              <a:gd name="p0x16" fmla="*/ 210 w 4954"/>
              <a:gd name="p0y16" fmla="*/ 0 h 12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7"/>
            </p:custDataLst>
          </p:nvPr>
        </p:nvSpPr>
        <p:spPr>
          <a:xfrm>
            <a:off x="857250" y="3848519"/>
            <a:ext cx="906742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2E8B57"/>
                </a:solidFill>
                <a:cs typeface="+mn-lt"/>
              </a:rPr>
              <a:t>200</a:t>
            </a:r>
            <a:r>
              <a:rPr sz="1200">
                <a:solidFill>
                  <a:srgbClr val="4D6E60"/>
                </a:solidFill>
                <a:cs typeface="+mn-lt"/>
              </a:rPr>
              <a:t>亿元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38"/>
            </p:custDataLst>
          </p:nvPr>
        </p:nvSpPr>
        <p:spPr>
          <a:xfrm>
            <a:off x="857250" y="4129983"/>
            <a:ext cx="283204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D6E60"/>
                </a:solidFill>
                <a:cs typeface="+mn-lt"/>
              </a:rPr>
              <a:t>清查核实集体资金</a:t>
            </a:r>
            <a:endParaRPr sz="1500">
              <a:solidFill>
                <a:srgbClr val="4D6E60"/>
              </a:solidFill>
              <a:cs typeface="+mn-lt"/>
            </a:endParaRPr>
          </a:p>
        </p:txBody>
      </p:sp>
      <p:sp>
        <p:nvSpPr>
          <p:cNvPr id="43" name="任意多边形 42"/>
          <p:cNvSpPr/>
          <p:nvPr>
            <p:custDataLst>
              <p:tags r:id="rId39"/>
            </p:custDataLst>
          </p:nvPr>
        </p:nvSpPr>
        <p:spPr>
          <a:xfrm>
            <a:off x="699770" y="4691380"/>
            <a:ext cx="3146425" cy="824230"/>
          </a:xfrm>
          <a:custGeom>
            <a:avLst/>
            <a:gdLst>
              <a:gd name="sw" fmla="*/ 1 w 4954"/>
              <a:gd name="sh" fmla="*/ 1 h 1297"/>
              <a:gd name="mins" fmla="min sw sh"/>
              <a:gd name="dsw" fmla="+- 0 sw mins"/>
              <a:gd name="dsh" fmla="+- 0 sh mins"/>
              <a:gd name="p0x0" fmla="*/ 210 w 4954"/>
              <a:gd name="p0y0" fmla="*/ 0 h 1297"/>
              <a:gd name="p0x1" fmla="*/ 4744 w 4954"/>
              <a:gd name="p0y1" fmla="*/ 0 h 1297"/>
              <a:gd name="p0x2" fmla="*/ 4860 w 4954"/>
              <a:gd name="p0y2" fmla="*/ 0 h 1297"/>
              <a:gd name="p0x3" fmla="*/ 4954 w 4954"/>
              <a:gd name="p0y3" fmla="*/ 94 h 1297"/>
              <a:gd name="p0x4" fmla="*/ 4954 w 4954"/>
              <a:gd name="p0y4" fmla="*/ 210 h 1297"/>
              <a:gd name="p0x5" fmla="*/ 4954 w 4954"/>
              <a:gd name="p0y5" fmla="*/ 1087 h 1297"/>
              <a:gd name="p0x6" fmla="*/ 4954 w 4954"/>
              <a:gd name="p0y6" fmla="*/ 1203 h 1297"/>
              <a:gd name="p0x7" fmla="*/ 4860 w 4954"/>
              <a:gd name="p0y7" fmla="*/ 1297 h 1297"/>
              <a:gd name="p0x8" fmla="*/ 4744 w 4954"/>
              <a:gd name="p0y8" fmla="*/ 1297 h 1297"/>
              <a:gd name="p0x9" fmla="*/ 210 w 4954"/>
              <a:gd name="p0y9" fmla="*/ 1297 h 1297"/>
              <a:gd name="p0x10" fmla="*/ 94 w 4954"/>
              <a:gd name="p0y10" fmla="*/ 1297 h 1297"/>
              <a:gd name="p0x11" fmla="*/ 0 w 4954"/>
              <a:gd name="p0y11" fmla="*/ 1203 h 1297"/>
              <a:gd name="p0x12" fmla="*/ 0 w 4954"/>
              <a:gd name="p0y12" fmla="*/ 1087 h 1297"/>
              <a:gd name="p0x13" fmla="*/ 0 w 4954"/>
              <a:gd name="p0y13" fmla="*/ 210 h 1297"/>
              <a:gd name="p0x14" fmla="*/ 0 w 4954"/>
              <a:gd name="p0y14" fmla="*/ 94 h 1297"/>
              <a:gd name="p0x15" fmla="*/ 94 w 4954"/>
              <a:gd name="p0y15" fmla="*/ 0 h 1297"/>
              <a:gd name="p0x16" fmla="*/ 210 w 4954"/>
              <a:gd name="p0y16" fmla="*/ 0 h 12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0"/>
            </p:custDataLst>
          </p:nvPr>
        </p:nvSpPr>
        <p:spPr>
          <a:xfrm>
            <a:off x="857250" y="4796256"/>
            <a:ext cx="1037482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2E8B57"/>
                </a:solidFill>
                <a:cs typeface="+mn-lt"/>
              </a:rPr>
              <a:t>1344</a:t>
            </a:r>
            <a:r>
              <a:rPr sz="1200">
                <a:solidFill>
                  <a:srgbClr val="4D6E60"/>
                </a:solidFill>
                <a:cs typeface="+mn-lt"/>
              </a:rPr>
              <a:t>亿元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45" name="文本框 44"/>
          <p:cNvSpPr txBox="1"/>
          <p:nvPr>
            <p:custDataLst>
              <p:tags r:id="rId41"/>
            </p:custDataLst>
          </p:nvPr>
        </p:nvSpPr>
        <p:spPr>
          <a:xfrm>
            <a:off x="857250" y="5077720"/>
            <a:ext cx="283204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D6E60"/>
                </a:solidFill>
                <a:cs typeface="+mn-lt"/>
              </a:rPr>
              <a:t>清查核实资产</a:t>
            </a:r>
            <a:endParaRPr sz="1500">
              <a:solidFill>
                <a:srgbClr val="4D6E60"/>
              </a:solidFill>
              <a:cs typeface="+mn-lt"/>
            </a:endParaRPr>
          </a:p>
        </p:txBody>
      </p:sp>
      <p:sp>
        <p:nvSpPr>
          <p:cNvPr id="47" name="文本框 46"/>
          <p:cNvSpPr txBox="1"/>
          <p:nvPr>
            <p:custDataLst>
              <p:tags r:id="rId42"/>
            </p:custDataLst>
          </p:nvPr>
        </p:nvSpPr>
        <p:spPr>
          <a:xfrm>
            <a:off x="857250" y="5743994"/>
            <a:ext cx="1037482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2E8B57"/>
                </a:solidFill>
                <a:cs typeface="+mn-lt"/>
              </a:rPr>
              <a:t>1172</a:t>
            </a:r>
            <a:r>
              <a:rPr sz="1200">
                <a:solidFill>
                  <a:srgbClr val="4D6E60"/>
                </a:solidFill>
                <a:cs typeface="+mn-lt"/>
              </a:rPr>
              <a:t>万亩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48" name="文本框 47"/>
          <p:cNvSpPr txBox="1"/>
          <p:nvPr>
            <p:custDataLst>
              <p:tags r:id="rId43"/>
            </p:custDataLst>
          </p:nvPr>
        </p:nvSpPr>
        <p:spPr>
          <a:xfrm>
            <a:off x="857250" y="6025458"/>
            <a:ext cx="283204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D6E60"/>
                </a:solidFill>
                <a:cs typeface="+mn-lt"/>
              </a:rPr>
              <a:t>清查核实资源</a:t>
            </a:r>
            <a:endParaRPr sz="1500">
              <a:solidFill>
                <a:srgbClr val="4D6E60"/>
              </a:solidFill>
              <a:cs typeface="+mn-lt"/>
            </a:endParaRPr>
          </a:p>
        </p:txBody>
      </p:sp>
      <p:sp>
        <p:nvSpPr>
          <p:cNvPr id="50" name="文本框 49"/>
          <p:cNvSpPr txBox="1"/>
          <p:nvPr>
            <p:custDataLst>
              <p:tags r:id="rId44"/>
            </p:custDataLst>
          </p:nvPr>
        </p:nvSpPr>
        <p:spPr>
          <a:xfrm>
            <a:off x="857250" y="6733165"/>
            <a:ext cx="2832049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200">
                <a:solidFill>
                  <a:srgbClr val="6B8779"/>
                </a:solidFill>
                <a:cs typeface="+mn-lt"/>
              </a:rPr>
              <a:t>80</a:t>
            </a:r>
            <a:r>
              <a:rPr lang="zh-CN" sz="1200">
                <a:solidFill>
                  <a:srgbClr val="6B8779"/>
                </a:solidFill>
                <a:cs typeface="+mn-lt"/>
              </a:rPr>
              <a:t>余万宗资产资源完成数字化描边上图</a:t>
            </a:r>
            <a:endParaRPr lang="zh-CN" sz="1200">
              <a:solidFill>
                <a:srgbClr val="6B8779"/>
              </a:solidFill>
              <a:cs typeface="+mn-lt"/>
            </a:endParaRPr>
          </a:p>
        </p:txBody>
      </p:sp>
      <p:sp>
        <p:nvSpPr>
          <p:cNvPr id="31" name="任意多边形 30"/>
          <p:cNvSpPr/>
          <p:nvPr>
            <p:custDataLst>
              <p:tags r:id="rId45"/>
            </p:custDataLst>
          </p:nvPr>
        </p:nvSpPr>
        <p:spPr>
          <a:xfrm>
            <a:off x="555852" y="2891235"/>
            <a:ext cx="3434261" cy="380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408" h="60">
                <a:moveTo>
                  <a:pt x="190" y="0"/>
                </a:moveTo>
                <a:lnTo>
                  <a:pt x="5219" y="0"/>
                </a:lnTo>
                <a:cubicBezTo>
                  <a:pt x="5289" y="0"/>
                  <a:pt x="5355" y="22"/>
                  <a:pt x="5408" y="60"/>
                </a:cubicBezTo>
                <a:lnTo>
                  <a:pt x="0" y="60"/>
                </a:lnTo>
                <a:cubicBezTo>
                  <a:pt x="54" y="22"/>
                  <a:pt x="119" y="0"/>
                  <a:pt x="19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98D8C8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>
            <p:custDataLst>
              <p:tags r:id="rId46"/>
            </p:custDataLst>
          </p:nvPr>
        </p:nvSpPr>
        <p:spPr>
          <a:xfrm>
            <a:off x="4284345" y="2886710"/>
            <a:ext cx="3622675" cy="2642235"/>
          </a:xfrm>
          <a:custGeom>
            <a:avLst/>
            <a:gdLst>
              <a:gd name="sw" fmla="*/ 1 w 5705"/>
              <a:gd name="sh" fmla="*/ 1 h 4161"/>
              <a:gd name="mins" fmla="min sw sh"/>
              <a:gd name="dsw" fmla="+- 0 sw mins"/>
              <a:gd name="dsh" fmla="+- 0 sh mins"/>
              <a:gd name="p0x0" fmla="*/ 330 w 5705"/>
              <a:gd name="p0y0" fmla="*/ 0 h 4161"/>
              <a:gd name="p0x1" fmla="*/ 5375 w 5705"/>
              <a:gd name="p0y1" fmla="*/ 0 h 4161"/>
              <a:gd name="p0x2" fmla="*/ 5557 w 5705"/>
              <a:gd name="p0y2" fmla="*/ 0 h 4161"/>
              <a:gd name="p0x3" fmla="*/ 5705 w 5705"/>
              <a:gd name="p0y3" fmla="*/ 147 h 4161"/>
              <a:gd name="p0x4" fmla="*/ 5705 w 5705"/>
              <a:gd name="p0y4" fmla="*/ 330 h 4161"/>
              <a:gd name="p0x5" fmla="*/ 5705 w 5705"/>
              <a:gd name="p0y5" fmla="*/ 3831 h 4161"/>
              <a:gd name="p0x6" fmla="*/ 5705 w 5705"/>
              <a:gd name="p0y6" fmla="*/ 4013 h 4161"/>
              <a:gd name="p0x7" fmla="*/ 5557 w 5705"/>
              <a:gd name="p0y7" fmla="*/ 4161 h 4161"/>
              <a:gd name="p0x8" fmla="*/ 5375 w 5705"/>
              <a:gd name="p0y8" fmla="*/ 4161 h 4161"/>
              <a:gd name="p0x9" fmla="*/ 330 w 5705"/>
              <a:gd name="p0y9" fmla="*/ 4161 h 4161"/>
              <a:gd name="p0x10" fmla="*/ 147 w 5705"/>
              <a:gd name="p0y10" fmla="*/ 4161 h 4161"/>
              <a:gd name="p0x11" fmla="*/ 0 w 5705"/>
              <a:gd name="p0y11" fmla="*/ 4013 h 4161"/>
              <a:gd name="p0x12" fmla="*/ 0 w 5705"/>
              <a:gd name="p0y12" fmla="*/ 3831 h 4161"/>
              <a:gd name="p0x13" fmla="*/ 0 w 5705"/>
              <a:gd name="p0y13" fmla="*/ 330 h 4161"/>
              <a:gd name="p0x14" fmla="*/ 0 w 5705"/>
              <a:gd name="p0y14" fmla="*/ 147 h 4161"/>
              <a:gd name="p0x15" fmla="*/ 147 w 5705"/>
              <a:gd name="p0y15" fmla="*/ 0 h 4161"/>
              <a:gd name="p0x16" fmla="*/ 330 w 5705"/>
              <a:gd name="p0y16" fmla="*/ 0 h 416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0" name="组合 99"/>
          <p:cNvGrpSpPr/>
          <p:nvPr/>
        </p:nvGrpSpPr>
        <p:grpSpPr>
          <a:xfrm>
            <a:off x="4517390" y="3119755"/>
            <a:ext cx="3155950" cy="466090"/>
            <a:chOff x="7114" y="4913"/>
            <a:chExt cx="4970" cy="734"/>
          </a:xfrm>
        </p:grpSpPr>
        <p:sp>
          <p:nvSpPr>
            <p:cNvPr id="54" name="任意多边形 53"/>
            <p:cNvSpPr/>
            <p:nvPr>
              <p:custDataLst>
                <p:tags r:id="rId47"/>
              </p:custDataLst>
            </p:nvPr>
          </p:nvSpPr>
          <p:spPr>
            <a:xfrm>
              <a:off x="7114" y="4913"/>
              <a:ext cx="4970" cy="735"/>
            </a:xfrm>
            <a:custGeom>
              <a:avLst/>
              <a:gdLst>
                <a:gd name="sw" fmla="*/ 1 w 4970"/>
                <a:gd name="sh" fmla="*/ 1 h 735"/>
                <a:gd name="mins" fmla="min sw sh"/>
                <a:gd name="dsw" fmla="+- 0 sw mins"/>
                <a:gd name="dsh" fmla="+- 0 sh mins"/>
                <a:gd name="p0x0" fmla="*/ 0 w 4970"/>
                <a:gd name="p0y0" fmla="*/ 0 h 735"/>
                <a:gd name="p0x1" fmla="*/ 4970 w 4970"/>
                <a:gd name="p0y1" fmla="*/ 0 h 735"/>
                <a:gd name="p0x2" fmla="*/ 4970 w 4970"/>
                <a:gd name="p0y2" fmla="*/ 735 h 735"/>
                <a:gd name="p0x3" fmla="*/ 0 w 4970"/>
                <a:gd name="p0y3" fmla="*/ 735 h 735"/>
                <a:gd name="p0x4" fmla="*/ 0 w 497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任意多边形 54"/>
            <p:cNvSpPr/>
            <p:nvPr>
              <p:custDataLst>
                <p:tags r:id="rId48"/>
              </p:custDataLst>
            </p:nvPr>
          </p:nvSpPr>
          <p:spPr>
            <a:xfrm>
              <a:off x="7114" y="5633"/>
              <a:ext cx="4970" cy="15"/>
            </a:xfrm>
            <a:custGeom>
              <a:avLst/>
              <a:gdLst>
                <a:gd name="sw" fmla="*/ 1 w 4970"/>
                <a:gd name="sh" fmla="*/ 1 h 15"/>
                <a:gd name="mins" fmla="min sw sh"/>
                <a:gd name="dsw" fmla="+- 0 sw mins"/>
                <a:gd name="dsh" fmla="+- 0 sh mins"/>
                <a:gd name="p0x0" fmla="*/ 4970 w 4970"/>
                <a:gd name="p0y0" fmla="*/ 15 h 15"/>
                <a:gd name="p0x1" fmla="*/ 0 w 4970"/>
                <a:gd name="p0y1" fmla="*/ 15 h 15"/>
                <a:gd name="p0x2" fmla="*/ 0 w 4970"/>
                <a:gd name="p0y2" fmla="*/ 0 h 15"/>
                <a:gd name="p0x3" fmla="*/ 4970 w 4970"/>
                <a:gd name="p0y3" fmla="*/ 0 h 15"/>
                <a:gd name="p0x4" fmla="*/ 4970 w 49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30400"/>
                <a:lumOff val="696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7" name="任意多边形 56"/>
          <p:cNvSpPr/>
          <p:nvPr>
            <p:custDataLst>
              <p:tags r:id="rId49"/>
            </p:custDataLst>
          </p:nvPr>
        </p:nvSpPr>
        <p:spPr>
          <a:xfrm>
            <a:off x="4517390" y="31197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8" name="图片 57" descr="bb108d5b-a760-11f1-8955-166c0110440b"/>
          <p:cNvPicPr/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279" t="-275" r="279" b="275"/>
          <a:stretch>
            <a:fillRect/>
          </a:stretch>
        </p:blipFill>
        <p:spPr>
          <a:xfrm>
            <a:off x="4584065" y="3186430"/>
            <a:ext cx="209550" cy="209550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53"/>
            </p:custDataLst>
          </p:nvPr>
        </p:nvSpPr>
        <p:spPr>
          <a:xfrm>
            <a:off x="4975174" y="3133668"/>
            <a:ext cx="914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E4033"/>
                </a:solidFill>
                <a:cs typeface="+mn-lt"/>
              </a:rPr>
              <a:t>崇左市</a:t>
            </a:r>
            <a:endParaRPr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62" name="任意多边形 61"/>
          <p:cNvSpPr/>
          <p:nvPr>
            <p:custDataLst>
              <p:tags r:id="rId54"/>
            </p:custDataLst>
          </p:nvPr>
        </p:nvSpPr>
        <p:spPr>
          <a:xfrm>
            <a:off x="4522470" y="3743960"/>
            <a:ext cx="3146425" cy="823595"/>
          </a:xfrm>
          <a:custGeom>
            <a:avLst/>
            <a:gdLst>
              <a:gd name="sw" fmla="*/ 1 w 4955"/>
              <a:gd name="sh" fmla="*/ 1 h 1297"/>
              <a:gd name="mins" fmla="min sw sh"/>
              <a:gd name="dsw" fmla="+- 0 sw mins"/>
              <a:gd name="dsh" fmla="+- 0 sh mins"/>
              <a:gd name="p0x0" fmla="*/ 210 w 4955"/>
              <a:gd name="p0y0" fmla="*/ 0 h 1297"/>
              <a:gd name="p0x1" fmla="*/ 4745 w 4955"/>
              <a:gd name="p0y1" fmla="*/ 0 h 1297"/>
              <a:gd name="p0x2" fmla="*/ 4861 w 4955"/>
              <a:gd name="p0y2" fmla="*/ 0 h 1297"/>
              <a:gd name="p0x3" fmla="*/ 4955 w 4955"/>
              <a:gd name="p0y3" fmla="*/ 94 h 1297"/>
              <a:gd name="p0x4" fmla="*/ 4955 w 4955"/>
              <a:gd name="p0y4" fmla="*/ 210 h 1297"/>
              <a:gd name="p0x5" fmla="*/ 4955 w 4955"/>
              <a:gd name="p0y5" fmla="*/ 1087 h 1297"/>
              <a:gd name="p0x6" fmla="*/ 4955 w 4955"/>
              <a:gd name="p0y6" fmla="*/ 1203 h 1297"/>
              <a:gd name="p0x7" fmla="*/ 4861 w 4955"/>
              <a:gd name="p0y7" fmla="*/ 1297 h 1297"/>
              <a:gd name="p0x8" fmla="*/ 4745 w 4955"/>
              <a:gd name="p0y8" fmla="*/ 1297 h 1297"/>
              <a:gd name="p0x9" fmla="*/ 210 w 4955"/>
              <a:gd name="p0y9" fmla="*/ 1297 h 1297"/>
              <a:gd name="p0x10" fmla="*/ 94 w 4955"/>
              <a:gd name="p0y10" fmla="*/ 1297 h 1297"/>
              <a:gd name="p0x11" fmla="*/ 0 w 4955"/>
              <a:gd name="p0y11" fmla="*/ 1203 h 1297"/>
              <a:gd name="p0x12" fmla="*/ 0 w 4955"/>
              <a:gd name="p0y12" fmla="*/ 1087 h 1297"/>
              <a:gd name="p0x13" fmla="*/ 0 w 4955"/>
              <a:gd name="p0y13" fmla="*/ 210 h 1297"/>
              <a:gd name="p0x14" fmla="*/ 0 w 4955"/>
              <a:gd name="p0y14" fmla="*/ 94 h 1297"/>
              <a:gd name="p0x15" fmla="*/ 94 w 4955"/>
              <a:gd name="p0y15" fmla="*/ 0 h 1297"/>
              <a:gd name="p0x16" fmla="*/ 210 w 4955"/>
              <a:gd name="p0y16" fmla="*/ 0 h 12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>
            <p:custDataLst>
              <p:tags r:id="rId55"/>
            </p:custDataLst>
          </p:nvPr>
        </p:nvSpPr>
        <p:spPr>
          <a:xfrm>
            <a:off x="4679899" y="3848519"/>
            <a:ext cx="1223143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2E8B57"/>
                </a:solidFill>
                <a:cs typeface="+mn-lt"/>
              </a:rPr>
              <a:t>113.73</a:t>
            </a:r>
            <a:r>
              <a:rPr sz="1200">
                <a:solidFill>
                  <a:srgbClr val="4D6E60"/>
                </a:solidFill>
                <a:cs typeface="+mn-lt"/>
              </a:rPr>
              <a:t>亿元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64" name="文本框 63"/>
          <p:cNvSpPr txBox="1"/>
          <p:nvPr>
            <p:custDataLst>
              <p:tags r:id="rId56"/>
            </p:custDataLst>
          </p:nvPr>
        </p:nvSpPr>
        <p:spPr>
          <a:xfrm>
            <a:off x="4679899" y="4129983"/>
            <a:ext cx="283212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D6E60"/>
                </a:solidFill>
                <a:cs typeface="+mn-lt"/>
              </a:rPr>
              <a:t>清理核实各类资产</a:t>
            </a:r>
            <a:endParaRPr sz="1500">
              <a:solidFill>
                <a:srgbClr val="4D6E60"/>
              </a:solidFill>
              <a:cs typeface="+mn-lt"/>
            </a:endParaRPr>
          </a:p>
        </p:txBody>
      </p:sp>
      <p:sp>
        <p:nvSpPr>
          <p:cNvPr id="65" name="任意多边形 64"/>
          <p:cNvSpPr/>
          <p:nvPr>
            <p:custDataLst>
              <p:tags r:id="rId57"/>
            </p:custDataLst>
          </p:nvPr>
        </p:nvSpPr>
        <p:spPr>
          <a:xfrm>
            <a:off x="4522470" y="4691380"/>
            <a:ext cx="3146425" cy="824230"/>
          </a:xfrm>
          <a:custGeom>
            <a:avLst/>
            <a:gdLst>
              <a:gd name="sw" fmla="*/ 1 w 4955"/>
              <a:gd name="sh" fmla="*/ 1 h 1297"/>
              <a:gd name="mins" fmla="min sw sh"/>
              <a:gd name="dsw" fmla="+- 0 sw mins"/>
              <a:gd name="dsh" fmla="+- 0 sh mins"/>
              <a:gd name="p0x0" fmla="*/ 210 w 4955"/>
              <a:gd name="p0y0" fmla="*/ 0 h 1297"/>
              <a:gd name="p0x1" fmla="*/ 4745 w 4955"/>
              <a:gd name="p0y1" fmla="*/ 0 h 1297"/>
              <a:gd name="p0x2" fmla="*/ 4861 w 4955"/>
              <a:gd name="p0y2" fmla="*/ 0 h 1297"/>
              <a:gd name="p0x3" fmla="*/ 4955 w 4955"/>
              <a:gd name="p0y3" fmla="*/ 94 h 1297"/>
              <a:gd name="p0x4" fmla="*/ 4955 w 4955"/>
              <a:gd name="p0y4" fmla="*/ 210 h 1297"/>
              <a:gd name="p0x5" fmla="*/ 4955 w 4955"/>
              <a:gd name="p0y5" fmla="*/ 1087 h 1297"/>
              <a:gd name="p0x6" fmla="*/ 4955 w 4955"/>
              <a:gd name="p0y6" fmla="*/ 1203 h 1297"/>
              <a:gd name="p0x7" fmla="*/ 4861 w 4955"/>
              <a:gd name="p0y7" fmla="*/ 1297 h 1297"/>
              <a:gd name="p0x8" fmla="*/ 4745 w 4955"/>
              <a:gd name="p0y8" fmla="*/ 1297 h 1297"/>
              <a:gd name="p0x9" fmla="*/ 210 w 4955"/>
              <a:gd name="p0y9" fmla="*/ 1297 h 1297"/>
              <a:gd name="p0x10" fmla="*/ 94 w 4955"/>
              <a:gd name="p0y10" fmla="*/ 1297 h 1297"/>
              <a:gd name="p0x11" fmla="*/ 0 w 4955"/>
              <a:gd name="p0y11" fmla="*/ 1203 h 1297"/>
              <a:gd name="p0x12" fmla="*/ 0 w 4955"/>
              <a:gd name="p0y12" fmla="*/ 1087 h 1297"/>
              <a:gd name="p0x13" fmla="*/ 0 w 4955"/>
              <a:gd name="p0y13" fmla="*/ 210 h 1297"/>
              <a:gd name="p0x14" fmla="*/ 0 w 4955"/>
              <a:gd name="p0y14" fmla="*/ 94 h 1297"/>
              <a:gd name="p0x15" fmla="*/ 94 w 4955"/>
              <a:gd name="p0y15" fmla="*/ 0 h 1297"/>
              <a:gd name="p0x16" fmla="*/ 210 w 4955"/>
              <a:gd name="p0y16" fmla="*/ 0 h 12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>
            <p:custDataLst>
              <p:tags r:id="rId58"/>
            </p:custDataLst>
          </p:nvPr>
        </p:nvSpPr>
        <p:spPr>
          <a:xfrm>
            <a:off x="4679899" y="4796256"/>
            <a:ext cx="1092403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2E8B57"/>
                </a:solidFill>
                <a:cs typeface="+mn-lt"/>
              </a:rPr>
              <a:t>24.02</a:t>
            </a:r>
            <a:r>
              <a:rPr sz="1200">
                <a:solidFill>
                  <a:srgbClr val="4D6E60"/>
                </a:solidFill>
                <a:cs typeface="+mn-lt"/>
              </a:rPr>
              <a:t>亿元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67" name="文本框 66"/>
          <p:cNvSpPr txBox="1"/>
          <p:nvPr>
            <p:custDataLst>
              <p:tags r:id="rId59"/>
            </p:custDataLst>
          </p:nvPr>
        </p:nvSpPr>
        <p:spPr>
          <a:xfrm>
            <a:off x="4679899" y="5077720"/>
            <a:ext cx="283212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D6E60"/>
                </a:solidFill>
                <a:cs typeface="+mn-lt"/>
              </a:rPr>
              <a:t>其中经营性资产</a:t>
            </a:r>
            <a:endParaRPr sz="1500">
              <a:solidFill>
                <a:srgbClr val="4D6E60"/>
              </a:solidFill>
              <a:cs typeface="+mn-lt"/>
            </a:endParaRPr>
          </a:p>
        </p:txBody>
      </p:sp>
      <p:sp>
        <p:nvSpPr>
          <p:cNvPr id="69" name="文本框 68"/>
          <p:cNvSpPr txBox="1"/>
          <p:nvPr>
            <p:custDataLst>
              <p:tags r:id="rId60"/>
            </p:custDataLst>
          </p:nvPr>
        </p:nvSpPr>
        <p:spPr>
          <a:xfrm>
            <a:off x="4679899" y="5743994"/>
            <a:ext cx="1353893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2E8B57"/>
                </a:solidFill>
                <a:cs typeface="+mn-lt"/>
              </a:rPr>
              <a:t>1937.02</a:t>
            </a:r>
            <a:r>
              <a:rPr sz="1200">
                <a:solidFill>
                  <a:srgbClr val="4D6E60"/>
                </a:solidFill>
                <a:cs typeface="+mn-lt"/>
              </a:rPr>
              <a:t>万亩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70" name="文本框 69"/>
          <p:cNvSpPr txBox="1"/>
          <p:nvPr>
            <p:custDataLst>
              <p:tags r:id="rId61"/>
            </p:custDataLst>
          </p:nvPr>
        </p:nvSpPr>
        <p:spPr>
          <a:xfrm>
            <a:off x="4679899" y="6025458"/>
            <a:ext cx="283212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D6E60"/>
                </a:solidFill>
                <a:cs typeface="+mn-lt"/>
              </a:rPr>
              <a:t>清查集体土地总面积</a:t>
            </a:r>
            <a:endParaRPr sz="1500">
              <a:solidFill>
                <a:srgbClr val="4D6E60"/>
              </a:solidFill>
              <a:cs typeface="+mn-lt"/>
            </a:endParaRPr>
          </a:p>
        </p:txBody>
      </p:sp>
      <p:sp>
        <p:nvSpPr>
          <p:cNvPr id="53" name="任意多边形 52"/>
          <p:cNvSpPr/>
          <p:nvPr>
            <p:custDataLst>
              <p:tags r:id="rId62"/>
            </p:custDataLst>
          </p:nvPr>
        </p:nvSpPr>
        <p:spPr>
          <a:xfrm>
            <a:off x="4377893" y="2891202"/>
            <a:ext cx="3434944" cy="3805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409" h="60">
                <a:moveTo>
                  <a:pt x="190" y="0"/>
                </a:moveTo>
                <a:lnTo>
                  <a:pt x="5220" y="0"/>
                </a:lnTo>
                <a:cubicBezTo>
                  <a:pt x="5290" y="0"/>
                  <a:pt x="5356" y="22"/>
                  <a:pt x="5409" y="60"/>
                </a:cubicBezTo>
                <a:lnTo>
                  <a:pt x="0" y="60"/>
                </a:lnTo>
                <a:cubicBezTo>
                  <a:pt x="54" y="22"/>
                  <a:pt x="119" y="0"/>
                  <a:pt x="19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98D8C8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72" name="任意多边形 71"/>
          <p:cNvSpPr/>
          <p:nvPr>
            <p:custDataLst>
              <p:tags r:id="rId63"/>
            </p:custDataLst>
          </p:nvPr>
        </p:nvSpPr>
        <p:spPr>
          <a:xfrm>
            <a:off x="8107045" y="2886710"/>
            <a:ext cx="3622675" cy="2642235"/>
          </a:xfrm>
          <a:custGeom>
            <a:avLst/>
            <a:gdLst>
              <a:gd name="sw" fmla="*/ 1 w 5705"/>
              <a:gd name="sh" fmla="*/ 1 h 4161"/>
              <a:gd name="mins" fmla="min sw sh"/>
              <a:gd name="dsw" fmla="+- 0 sw mins"/>
              <a:gd name="dsh" fmla="+- 0 sh mins"/>
              <a:gd name="p0x0" fmla="*/ 330 w 5705"/>
              <a:gd name="p0y0" fmla="*/ 0 h 4161"/>
              <a:gd name="p0x1" fmla="*/ 5375 w 5705"/>
              <a:gd name="p0y1" fmla="*/ 0 h 4161"/>
              <a:gd name="p0x2" fmla="*/ 5557 w 5705"/>
              <a:gd name="p0y2" fmla="*/ 0 h 4161"/>
              <a:gd name="p0x3" fmla="*/ 5705 w 5705"/>
              <a:gd name="p0y3" fmla="*/ 147 h 4161"/>
              <a:gd name="p0x4" fmla="*/ 5705 w 5705"/>
              <a:gd name="p0y4" fmla="*/ 330 h 4161"/>
              <a:gd name="p0x5" fmla="*/ 5705 w 5705"/>
              <a:gd name="p0y5" fmla="*/ 3831 h 4161"/>
              <a:gd name="p0x6" fmla="*/ 5705 w 5705"/>
              <a:gd name="p0y6" fmla="*/ 4013 h 4161"/>
              <a:gd name="p0x7" fmla="*/ 5557 w 5705"/>
              <a:gd name="p0y7" fmla="*/ 4161 h 4161"/>
              <a:gd name="p0x8" fmla="*/ 5375 w 5705"/>
              <a:gd name="p0y8" fmla="*/ 4161 h 4161"/>
              <a:gd name="p0x9" fmla="*/ 330 w 5705"/>
              <a:gd name="p0y9" fmla="*/ 4161 h 4161"/>
              <a:gd name="p0x10" fmla="*/ 147 w 5705"/>
              <a:gd name="p0y10" fmla="*/ 4161 h 4161"/>
              <a:gd name="p0x11" fmla="*/ 0 w 5705"/>
              <a:gd name="p0y11" fmla="*/ 4013 h 4161"/>
              <a:gd name="p0x12" fmla="*/ 0 w 5705"/>
              <a:gd name="p0y12" fmla="*/ 3831 h 4161"/>
              <a:gd name="p0x13" fmla="*/ 0 w 5705"/>
              <a:gd name="p0y13" fmla="*/ 330 h 4161"/>
              <a:gd name="p0x14" fmla="*/ 0 w 5705"/>
              <a:gd name="p0y14" fmla="*/ 147 h 4161"/>
              <a:gd name="p0x15" fmla="*/ 147 w 5705"/>
              <a:gd name="p0y15" fmla="*/ 0 h 4161"/>
              <a:gd name="p0x16" fmla="*/ 330 w 5705"/>
              <a:gd name="p0y16" fmla="*/ 0 h 416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1" name="组合 100"/>
          <p:cNvGrpSpPr/>
          <p:nvPr/>
        </p:nvGrpSpPr>
        <p:grpSpPr>
          <a:xfrm>
            <a:off x="8340090" y="3119755"/>
            <a:ext cx="3155950" cy="466090"/>
            <a:chOff x="13134" y="4913"/>
            <a:chExt cx="4970" cy="734"/>
          </a:xfrm>
        </p:grpSpPr>
        <p:sp>
          <p:nvSpPr>
            <p:cNvPr id="74" name="任意多边形 73"/>
            <p:cNvSpPr/>
            <p:nvPr>
              <p:custDataLst>
                <p:tags r:id="rId64"/>
              </p:custDataLst>
            </p:nvPr>
          </p:nvSpPr>
          <p:spPr>
            <a:xfrm>
              <a:off x="13134" y="4913"/>
              <a:ext cx="4971" cy="735"/>
            </a:xfrm>
            <a:custGeom>
              <a:avLst/>
              <a:gdLst>
                <a:gd name="sw" fmla="*/ 1 w 4970"/>
                <a:gd name="sh" fmla="*/ 1 h 735"/>
                <a:gd name="mins" fmla="min sw sh"/>
                <a:gd name="dsw" fmla="+- 0 sw mins"/>
                <a:gd name="dsh" fmla="+- 0 sh mins"/>
                <a:gd name="p0x0" fmla="*/ 0 w 4970"/>
                <a:gd name="p0y0" fmla="*/ 0 h 735"/>
                <a:gd name="p0x1" fmla="*/ 4970 w 4970"/>
                <a:gd name="p0y1" fmla="*/ 0 h 735"/>
                <a:gd name="p0x2" fmla="*/ 4970 w 4970"/>
                <a:gd name="p0y2" fmla="*/ 735 h 735"/>
                <a:gd name="p0x3" fmla="*/ 0 w 4970"/>
                <a:gd name="p0y3" fmla="*/ 735 h 735"/>
                <a:gd name="p0x4" fmla="*/ 0 w 497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任意多边形 74"/>
            <p:cNvSpPr/>
            <p:nvPr>
              <p:custDataLst>
                <p:tags r:id="rId65"/>
              </p:custDataLst>
            </p:nvPr>
          </p:nvSpPr>
          <p:spPr>
            <a:xfrm>
              <a:off x="13134" y="5633"/>
              <a:ext cx="4971" cy="15"/>
            </a:xfrm>
            <a:custGeom>
              <a:avLst/>
              <a:gdLst>
                <a:gd name="sw" fmla="*/ 1 w 4970"/>
                <a:gd name="sh" fmla="*/ 1 h 15"/>
                <a:gd name="mins" fmla="min sw sh"/>
                <a:gd name="dsw" fmla="+- 0 sw mins"/>
                <a:gd name="dsh" fmla="+- 0 sh mins"/>
                <a:gd name="p0x0" fmla="*/ 4970 w 4970"/>
                <a:gd name="p0y0" fmla="*/ 15 h 15"/>
                <a:gd name="p0x1" fmla="*/ 0 w 4970"/>
                <a:gd name="p0y1" fmla="*/ 15 h 15"/>
                <a:gd name="p0x2" fmla="*/ 0 w 4970"/>
                <a:gd name="p0y2" fmla="*/ 0 h 15"/>
                <a:gd name="p0x3" fmla="*/ 4970 w 4970"/>
                <a:gd name="p0y3" fmla="*/ 0 h 15"/>
                <a:gd name="p0x4" fmla="*/ 4970 w 49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30400"/>
                <a:lumOff val="696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7" name="任意多边形 76"/>
          <p:cNvSpPr/>
          <p:nvPr>
            <p:custDataLst>
              <p:tags r:id="rId66"/>
            </p:custDataLst>
          </p:nvPr>
        </p:nvSpPr>
        <p:spPr>
          <a:xfrm>
            <a:off x="8340090" y="31197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8" name="图片 77" descr="bb108e35-a760-11f1-8955-166c0110440b"/>
          <p:cNvPicPr/>
          <p:nvPr>
            <p:custDataLst>
              <p:tags r:id="rId67"/>
            </p:custDataLst>
          </p:nvPr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 l="-291" t="-275" r="291" b="275"/>
          <a:stretch>
            <a:fillRect/>
          </a:stretch>
        </p:blipFill>
        <p:spPr>
          <a:xfrm>
            <a:off x="8406765" y="3186430"/>
            <a:ext cx="209550" cy="209550"/>
          </a:xfrm>
          <a:prstGeom prst="rect">
            <a:avLst/>
          </a:prstGeom>
        </p:spPr>
      </p:pic>
      <p:sp>
        <p:nvSpPr>
          <p:cNvPr id="81" name="文本框 80"/>
          <p:cNvSpPr txBox="1"/>
          <p:nvPr>
            <p:custDataLst>
              <p:tags r:id="rId70"/>
            </p:custDataLst>
          </p:nvPr>
        </p:nvSpPr>
        <p:spPr>
          <a:xfrm>
            <a:off x="8797899" y="3133668"/>
            <a:ext cx="914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E4033"/>
                </a:solidFill>
                <a:cs typeface="+mn-lt"/>
              </a:rPr>
              <a:t>黄石市</a:t>
            </a:r>
            <a:endParaRPr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82" name="任意多边形 81"/>
          <p:cNvSpPr/>
          <p:nvPr>
            <p:custDataLst>
              <p:tags r:id="rId71"/>
            </p:custDataLst>
          </p:nvPr>
        </p:nvSpPr>
        <p:spPr>
          <a:xfrm>
            <a:off x="8345170" y="3743960"/>
            <a:ext cx="3146425" cy="823595"/>
          </a:xfrm>
          <a:custGeom>
            <a:avLst/>
            <a:gdLst>
              <a:gd name="sw" fmla="*/ 1 w 4955"/>
              <a:gd name="sh" fmla="*/ 1 h 1297"/>
              <a:gd name="mins" fmla="min sw sh"/>
              <a:gd name="dsw" fmla="+- 0 sw mins"/>
              <a:gd name="dsh" fmla="+- 0 sh mins"/>
              <a:gd name="p0x0" fmla="*/ 210 w 4955"/>
              <a:gd name="p0y0" fmla="*/ 0 h 1297"/>
              <a:gd name="p0x1" fmla="*/ 4745 w 4955"/>
              <a:gd name="p0y1" fmla="*/ 0 h 1297"/>
              <a:gd name="p0x2" fmla="*/ 4861 w 4955"/>
              <a:gd name="p0y2" fmla="*/ 0 h 1297"/>
              <a:gd name="p0x3" fmla="*/ 4955 w 4955"/>
              <a:gd name="p0y3" fmla="*/ 94 h 1297"/>
              <a:gd name="p0x4" fmla="*/ 4955 w 4955"/>
              <a:gd name="p0y4" fmla="*/ 210 h 1297"/>
              <a:gd name="p0x5" fmla="*/ 4955 w 4955"/>
              <a:gd name="p0y5" fmla="*/ 1087 h 1297"/>
              <a:gd name="p0x6" fmla="*/ 4955 w 4955"/>
              <a:gd name="p0y6" fmla="*/ 1203 h 1297"/>
              <a:gd name="p0x7" fmla="*/ 4861 w 4955"/>
              <a:gd name="p0y7" fmla="*/ 1297 h 1297"/>
              <a:gd name="p0x8" fmla="*/ 4745 w 4955"/>
              <a:gd name="p0y8" fmla="*/ 1297 h 1297"/>
              <a:gd name="p0x9" fmla="*/ 210 w 4955"/>
              <a:gd name="p0y9" fmla="*/ 1297 h 1297"/>
              <a:gd name="p0x10" fmla="*/ 94 w 4955"/>
              <a:gd name="p0y10" fmla="*/ 1297 h 1297"/>
              <a:gd name="p0x11" fmla="*/ 0 w 4955"/>
              <a:gd name="p0y11" fmla="*/ 1203 h 1297"/>
              <a:gd name="p0x12" fmla="*/ 0 w 4955"/>
              <a:gd name="p0y12" fmla="*/ 1087 h 1297"/>
              <a:gd name="p0x13" fmla="*/ 0 w 4955"/>
              <a:gd name="p0y13" fmla="*/ 210 h 1297"/>
              <a:gd name="p0x14" fmla="*/ 0 w 4955"/>
              <a:gd name="p0y14" fmla="*/ 94 h 1297"/>
              <a:gd name="p0x15" fmla="*/ 94 w 4955"/>
              <a:gd name="p0y15" fmla="*/ 0 h 1297"/>
              <a:gd name="p0x16" fmla="*/ 210 w 4955"/>
              <a:gd name="p0y16" fmla="*/ 0 h 12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>
            <p:custDataLst>
              <p:tags r:id="rId72"/>
            </p:custDataLst>
          </p:nvPr>
        </p:nvSpPr>
        <p:spPr>
          <a:xfrm>
            <a:off x="8502624" y="3848519"/>
            <a:ext cx="1092403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2E8B57"/>
                </a:solidFill>
                <a:cs typeface="+mn-lt"/>
              </a:rPr>
              <a:t>+0.48</a:t>
            </a:r>
            <a:r>
              <a:rPr sz="1200">
                <a:solidFill>
                  <a:srgbClr val="4D6E60"/>
                </a:solidFill>
                <a:cs typeface="+mn-lt"/>
              </a:rPr>
              <a:t>万亩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84" name="文本框 83"/>
          <p:cNvSpPr txBox="1"/>
          <p:nvPr>
            <p:custDataLst>
              <p:tags r:id="rId73"/>
            </p:custDataLst>
          </p:nvPr>
        </p:nvSpPr>
        <p:spPr>
          <a:xfrm>
            <a:off x="8502624" y="4129983"/>
            <a:ext cx="283212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D6E60"/>
                </a:solidFill>
                <a:cs typeface="+mn-lt"/>
              </a:rPr>
              <a:t>集体资源面积较突击战前增加</a:t>
            </a:r>
            <a:endParaRPr sz="1500">
              <a:solidFill>
                <a:srgbClr val="4D6E60"/>
              </a:solidFill>
              <a:cs typeface="+mn-lt"/>
            </a:endParaRPr>
          </a:p>
        </p:txBody>
      </p:sp>
      <p:sp>
        <p:nvSpPr>
          <p:cNvPr id="85" name="任意多边形 84"/>
          <p:cNvSpPr/>
          <p:nvPr>
            <p:custDataLst>
              <p:tags r:id="rId74"/>
            </p:custDataLst>
          </p:nvPr>
        </p:nvSpPr>
        <p:spPr>
          <a:xfrm>
            <a:off x="8345170" y="4691380"/>
            <a:ext cx="3146425" cy="824230"/>
          </a:xfrm>
          <a:custGeom>
            <a:avLst/>
            <a:gdLst>
              <a:gd name="sw" fmla="*/ 1 w 4955"/>
              <a:gd name="sh" fmla="*/ 1 h 1297"/>
              <a:gd name="mins" fmla="min sw sh"/>
              <a:gd name="dsw" fmla="+- 0 sw mins"/>
              <a:gd name="dsh" fmla="+- 0 sh mins"/>
              <a:gd name="p0x0" fmla="*/ 210 w 4955"/>
              <a:gd name="p0y0" fmla="*/ 0 h 1297"/>
              <a:gd name="p0x1" fmla="*/ 4745 w 4955"/>
              <a:gd name="p0y1" fmla="*/ 0 h 1297"/>
              <a:gd name="p0x2" fmla="*/ 4861 w 4955"/>
              <a:gd name="p0y2" fmla="*/ 0 h 1297"/>
              <a:gd name="p0x3" fmla="*/ 4955 w 4955"/>
              <a:gd name="p0y3" fmla="*/ 94 h 1297"/>
              <a:gd name="p0x4" fmla="*/ 4955 w 4955"/>
              <a:gd name="p0y4" fmla="*/ 210 h 1297"/>
              <a:gd name="p0x5" fmla="*/ 4955 w 4955"/>
              <a:gd name="p0y5" fmla="*/ 1087 h 1297"/>
              <a:gd name="p0x6" fmla="*/ 4955 w 4955"/>
              <a:gd name="p0y6" fmla="*/ 1203 h 1297"/>
              <a:gd name="p0x7" fmla="*/ 4861 w 4955"/>
              <a:gd name="p0y7" fmla="*/ 1297 h 1297"/>
              <a:gd name="p0x8" fmla="*/ 4745 w 4955"/>
              <a:gd name="p0y8" fmla="*/ 1297 h 1297"/>
              <a:gd name="p0x9" fmla="*/ 210 w 4955"/>
              <a:gd name="p0y9" fmla="*/ 1297 h 1297"/>
              <a:gd name="p0x10" fmla="*/ 94 w 4955"/>
              <a:gd name="p0y10" fmla="*/ 1297 h 1297"/>
              <a:gd name="p0x11" fmla="*/ 0 w 4955"/>
              <a:gd name="p0y11" fmla="*/ 1203 h 1297"/>
              <a:gd name="p0x12" fmla="*/ 0 w 4955"/>
              <a:gd name="p0y12" fmla="*/ 1087 h 1297"/>
              <a:gd name="p0x13" fmla="*/ 0 w 4955"/>
              <a:gd name="p0y13" fmla="*/ 210 h 1297"/>
              <a:gd name="p0x14" fmla="*/ 0 w 4955"/>
              <a:gd name="p0y14" fmla="*/ 94 h 1297"/>
              <a:gd name="p0x15" fmla="*/ 94 w 4955"/>
              <a:gd name="p0y15" fmla="*/ 0 h 1297"/>
              <a:gd name="p0x16" fmla="*/ 210 w 4955"/>
              <a:gd name="p0y16" fmla="*/ 0 h 12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>
            <p:custDataLst>
              <p:tags r:id="rId75"/>
            </p:custDataLst>
          </p:nvPr>
        </p:nvSpPr>
        <p:spPr>
          <a:xfrm>
            <a:off x="8502624" y="4796256"/>
            <a:ext cx="1223144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2E8B57"/>
                </a:solidFill>
                <a:cs typeface="+mn-lt"/>
              </a:rPr>
              <a:t>+14.85</a:t>
            </a:r>
            <a:r>
              <a:rPr sz="1200">
                <a:solidFill>
                  <a:srgbClr val="4D6E60"/>
                </a:solidFill>
                <a:cs typeface="+mn-lt"/>
              </a:rPr>
              <a:t>亿元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87" name="文本框 86"/>
          <p:cNvSpPr txBox="1"/>
          <p:nvPr>
            <p:custDataLst>
              <p:tags r:id="rId76"/>
            </p:custDataLst>
          </p:nvPr>
        </p:nvSpPr>
        <p:spPr>
          <a:xfrm>
            <a:off x="8502624" y="5077720"/>
            <a:ext cx="283212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D6E60"/>
                </a:solidFill>
                <a:cs typeface="+mn-lt"/>
              </a:rPr>
              <a:t>集体资产较突击战前增加</a:t>
            </a:r>
            <a:endParaRPr sz="1500">
              <a:solidFill>
                <a:srgbClr val="4D6E60"/>
              </a:solidFill>
              <a:cs typeface="+mn-lt"/>
            </a:endParaRPr>
          </a:p>
        </p:txBody>
      </p:sp>
      <p:sp>
        <p:nvSpPr>
          <p:cNvPr id="89" name="文本框 88"/>
          <p:cNvSpPr txBox="1"/>
          <p:nvPr>
            <p:custDataLst>
              <p:tags r:id="rId77"/>
            </p:custDataLst>
          </p:nvPr>
        </p:nvSpPr>
        <p:spPr>
          <a:xfrm>
            <a:off x="8502624" y="5744470"/>
            <a:ext cx="283212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D6E60"/>
                </a:solidFill>
                <a:cs typeface="+mn-lt"/>
              </a:rPr>
              <a:t>各村级</a:t>
            </a:r>
            <a:r>
              <a:rPr sz="1500" b="1">
                <a:solidFill>
                  <a:schemeClr val="accent1"/>
                </a:solidFill>
                <a:cs typeface="+mn-lt"/>
              </a:rPr>
              <a:t>账账、账实、实物与平台数据</a:t>
            </a:r>
            <a:r>
              <a:rPr sz="1500">
                <a:solidFill>
                  <a:srgbClr val="4D6E60"/>
                </a:solidFill>
                <a:cs typeface="+mn-lt"/>
              </a:rPr>
              <a:t>实现三相符</a:t>
            </a:r>
            <a:endParaRPr sz="1500">
              <a:solidFill>
                <a:srgbClr val="4D6E60"/>
              </a:solidFill>
              <a:cs typeface="+mn-lt"/>
            </a:endParaRPr>
          </a:p>
        </p:txBody>
      </p:sp>
      <p:sp>
        <p:nvSpPr>
          <p:cNvPr id="73" name="任意多边形 72"/>
          <p:cNvSpPr/>
          <p:nvPr>
            <p:custDataLst>
              <p:tags r:id="rId78"/>
            </p:custDataLst>
          </p:nvPr>
        </p:nvSpPr>
        <p:spPr>
          <a:xfrm>
            <a:off x="8200566" y="2891166"/>
            <a:ext cx="3435633" cy="3808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410" h="60">
                <a:moveTo>
                  <a:pt x="190" y="0"/>
                </a:moveTo>
                <a:lnTo>
                  <a:pt x="5221" y="0"/>
                </a:lnTo>
                <a:cubicBezTo>
                  <a:pt x="5291" y="0"/>
                  <a:pt x="5357" y="22"/>
                  <a:pt x="5410" y="60"/>
                </a:cubicBezTo>
                <a:lnTo>
                  <a:pt x="0" y="60"/>
                </a:lnTo>
                <a:cubicBezTo>
                  <a:pt x="54" y="22"/>
                  <a:pt x="119" y="0"/>
                  <a:pt x="19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98D8C8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816894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66750" y="3637121"/>
            <a:ext cx="4341914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 spc="84">
                <a:solidFill>
                  <a:srgbClr val="1E4033"/>
                </a:solidFill>
                <a:latin typeface="+mj-lt"/>
                <a:ea typeface="+mj-ea"/>
                <a:cs typeface="+mj-lt"/>
              </a:rPr>
              <a:t>问题合同与追缴</a:t>
            </a:r>
            <a:endParaRPr sz="4200" b="1" spc="84">
              <a:solidFill>
                <a:srgbClr val="1E4033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66750" y="4722019"/>
            <a:ext cx="193930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D6E60"/>
                </a:solidFill>
                <a:cs typeface="+mn-lt"/>
              </a:rPr>
              <a:t>靶向整治，颗粒归仓</a:t>
            </a:r>
            <a:endParaRPr sz="1500" spc="30">
              <a:solidFill>
                <a:srgbClr val="4D6E60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 rot="2700000">
            <a:off x="666115" y="1880870"/>
            <a:ext cx="47625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1819910" y="1899920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66750" y="2226469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2E8B57">
                    <a:alpha val="15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03</a:t>
            </a:r>
            <a:endParaRPr sz="9000" b="1">
              <a:solidFill>
                <a:srgbClr val="2E8B57">
                  <a:alpha val="15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666750" y="4564380"/>
            <a:ext cx="381000" cy="1905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492ab6df-a761-11f1-8955-166c0110440b"/>
          <p:cNvPicPr/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593056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66750" y="3413284"/>
            <a:ext cx="42672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E4033"/>
                </a:solidFill>
                <a:latin typeface="+mj-lt"/>
                <a:ea typeface="+mj-ea"/>
                <a:cs typeface="+mj-lt"/>
              </a:rPr>
              <a:t>数字监管筑屏障</a:t>
            </a:r>
            <a:endParaRPr sz="4200" b="1">
              <a:solidFill>
                <a:srgbClr val="1E4033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66750" y="4493260"/>
            <a:ext cx="5705475" cy="9525"/>
          </a:xfrm>
          <a:prstGeom prst="rect">
            <a:avLst/>
          </a:prstGeom>
          <a:solidFill>
            <a:srgbClr val="B8D4C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66750" y="4945856"/>
            <a:ext cx="193930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D6E60"/>
                </a:solidFill>
                <a:cs typeface="+mn-lt"/>
              </a:rPr>
              <a:t>制度科技，双轮驱动</a:t>
            </a:r>
            <a:endParaRPr sz="1500" spc="30">
              <a:solidFill>
                <a:srgbClr val="4D6E60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 rot="2700000">
            <a:off x="666115" y="1657350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819910" y="1676400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666750" y="2002631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2E8B57">
                    <a:alpha val="15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04</a:t>
            </a:r>
            <a:endParaRPr sz="9000" b="1">
              <a:solidFill>
                <a:srgbClr val="2E8B57">
                  <a:alpha val="15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任意多边形 4"/>
          <p:cNvSpPr/>
          <p:nvPr>
            <p:custDataLst>
              <p:tags r:id="rId1"/>
            </p:custDataLst>
          </p:nvPr>
        </p:nvSpPr>
        <p:spPr>
          <a:xfrm>
            <a:off x="461645" y="1318895"/>
            <a:ext cx="5534025" cy="3971925"/>
          </a:xfrm>
          <a:custGeom>
            <a:avLst/>
            <a:gdLst>
              <a:gd name="sw" fmla="*/ 1 w 8715"/>
              <a:gd name="sh" fmla="*/ 1 h 6255"/>
              <a:gd name="mins" fmla="min sw sh"/>
              <a:gd name="dsw" fmla="+- 0 sw mins"/>
              <a:gd name="dsh" fmla="+- 0 sh mins"/>
              <a:gd name="p0x0" fmla="*/ 330 w 8715"/>
              <a:gd name="p0y0" fmla="*/ 0 h 6255"/>
              <a:gd name="p0x1" fmla="*/ 8385 w 8715"/>
              <a:gd name="p0y1" fmla="*/ 0 h 6255"/>
              <a:gd name="p0x2" fmla="*/ 8567 w 8715"/>
              <a:gd name="p0y2" fmla="*/ 0 h 6255"/>
              <a:gd name="p0x3" fmla="*/ 8715 w 8715"/>
              <a:gd name="p0y3" fmla="*/ 147 h 6255"/>
              <a:gd name="p0x4" fmla="*/ 8715 w 8715"/>
              <a:gd name="p0y4" fmla="*/ 330 h 6255"/>
              <a:gd name="p0x5" fmla="*/ 8715 w 8715"/>
              <a:gd name="p0y5" fmla="*/ 5925 h 6255"/>
              <a:gd name="p0x6" fmla="*/ 8715 w 8715"/>
              <a:gd name="p0y6" fmla="*/ 6107 h 6255"/>
              <a:gd name="p0x7" fmla="*/ 8567 w 8715"/>
              <a:gd name="p0y7" fmla="*/ 6255 h 6255"/>
              <a:gd name="p0x8" fmla="*/ 8385 w 8715"/>
              <a:gd name="p0y8" fmla="*/ 6255 h 6255"/>
              <a:gd name="p0x9" fmla="*/ 330 w 8715"/>
              <a:gd name="p0y9" fmla="*/ 6255 h 6255"/>
              <a:gd name="p0x10" fmla="*/ 147 w 8715"/>
              <a:gd name="p0y10" fmla="*/ 6255 h 6255"/>
              <a:gd name="p0x11" fmla="*/ 0 w 8715"/>
              <a:gd name="p0y11" fmla="*/ 6107 h 6255"/>
              <a:gd name="p0x12" fmla="*/ 0 w 8715"/>
              <a:gd name="p0y12" fmla="*/ 5925 h 6255"/>
              <a:gd name="p0x13" fmla="*/ 0 w 8715"/>
              <a:gd name="p0y13" fmla="*/ 330 h 6255"/>
              <a:gd name="p0x14" fmla="*/ 0 w 8715"/>
              <a:gd name="p0y14" fmla="*/ 147 h 6255"/>
              <a:gd name="p0x15" fmla="*/ 147 w 8715"/>
              <a:gd name="p0y15" fmla="*/ 0 h 6255"/>
              <a:gd name="p0x16" fmla="*/ 330 w 8715"/>
              <a:gd name="p0y16" fmla="*/ 0 h 62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2"/>
            </p:custDataLst>
          </p:nvPr>
        </p:nvSpPr>
        <p:spPr>
          <a:xfrm>
            <a:off x="695325" y="16287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b8a297ed-a760-11f1-a095-56ac9c064e63"/>
          <p:cNvPicPr/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81050" y="1714500"/>
            <a:ext cx="247650" cy="24765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228725" y="1536382"/>
            <a:ext cx="24003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E4033"/>
                </a:solidFill>
                <a:cs typeface="+mn-lt"/>
              </a:rPr>
              <a:t>四级联动责任体系</a:t>
            </a:r>
            <a:endParaRPr sz="21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228725" y="1924050"/>
            <a:ext cx="2133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D6E60"/>
                </a:solidFill>
                <a:cs typeface="+mn-lt"/>
              </a:rPr>
              <a:t>构建四级联动，层层压实责任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699770" y="2280920"/>
            <a:ext cx="5057775" cy="600075"/>
          </a:xfrm>
          <a:custGeom>
            <a:avLst/>
            <a:gdLst>
              <a:gd name="sw" fmla="*/ 1 w 7965"/>
              <a:gd name="sh" fmla="*/ 1 h 945"/>
              <a:gd name="mins" fmla="min sw sh"/>
              <a:gd name="dsw" fmla="+- 0 sw mins"/>
              <a:gd name="dsh" fmla="+- 0 sh mins"/>
              <a:gd name="p0x0" fmla="*/ 210 w 7965"/>
              <a:gd name="p0y0" fmla="*/ 0 h 945"/>
              <a:gd name="p0x1" fmla="*/ 7755 w 7965"/>
              <a:gd name="p0y1" fmla="*/ 0 h 945"/>
              <a:gd name="p0x2" fmla="*/ 7870 w 7965"/>
              <a:gd name="p0y2" fmla="*/ 0 h 945"/>
              <a:gd name="p0x3" fmla="*/ 7965 w 7965"/>
              <a:gd name="p0y3" fmla="*/ 94 h 945"/>
              <a:gd name="p0x4" fmla="*/ 7965 w 7965"/>
              <a:gd name="p0y4" fmla="*/ 210 h 945"/>
              <a:gd name="p0x5" fmla="*/ 7965 w 7965"/>
              <a:gd name="p0y5" fmla="*/ 735 h 945"/>
              <a:gd name="p0x6" fmla="*/ 7965 w 7965"/>
              <a:gd name="p0y6" fmla="*/ 850 h 945"/>
              <a:gd name="p0x7" fmla="*/ 7870 w 7965"/>
              <a:gd name="p0y7" fmla="*/ 945 h 945"/>
              <a:gd name="p0x8" fmla="*/ 7755 w 7965"/>
              <a:gd name="p0y8" fmla="*/ 945 h 945"/>
              <a:gd name="p0x9" fmla="*/ 210 w 7965"/>
              <a:gd name="p0y9" fmla="*/ 945 h 945"/>
              <a:gd name="p0x10" fmla="*/ 94 w 7965"/>
              <a:gd name="p0y10" fmla="*/ 945 h 945"/>
              <a:gd name="p0x11" fmla="*/ 0 w 7965"/>
              <a:gd name="p0y11" fmla="*/ 850 h 945"/>
              <a:gd name="p0x12" fmla="*/ 0 w 7965"/>
              <a:gd name="p0y12" fmla="*/ 735 h 945"/>
              <a:gd name="p0x13" fmla="*/ 0 w 7965"/>
              <a:gd name="p0y13" fmla="*/ 210 h 945"/>
              <a:gd name="p0x14" fmla="*/ 0 w 7965"/>
              <a:gd name="p0y14" fmla="*/ 94 h 945"/>
              <a:gd name="p0x15" fmla="*/ 94 w 7965"/>
              <a:gd name="p0y15" fmla="*/ 0 h 945"/>
              <a:gd name="p0x16" fmla="*/ 210 w 7965"/>
              <a:gd name="p0y16" fmla="*/ 0 h 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9"/>
            </p:custDataLst>
          </p:nvPr>
        </p:nvSpPr>
        <p:spPr>
          <a:xfrm>
            <a:off x="857250" y="2442845"/>
            <a:ext cx="457200" cy="276225"/>
          </a:xfrm>
          <a:custGeom>
            <a:avLst/>
            <a:gdLst>
              <a:gd name="sw" fmla="*/ 1 w 720"/>
              <a:gd name="sh" fmla="*/ 1 h 435"/>
              <a:gd name="mins" fmla="min sw sh"/>
              <a:gd name="dsw" fmla="+- 0 sw mins"/>
              <a:gd name="dsh" fmla="+- 0 sh mins"/>
              <a:gd name="p0x0" fmla="*/ 120 w 720"/>
              <a:gd name="p0y0" fmla="*/ 0 h 435"/>
              <a:gd name="p0x1" fmla="*/ 600 w 720"/>
              <a:gd name="p0y1" fmla="*/ 0 h 435"/>
              <a:gd name="p0x2" fmla="*/ 666 w 720"/>
              <a:gd name="p0y2" fmla="*/ 0 h 435"/>
              <a:gd name="p0x3" fmla="*/ 720 w 720"/>
              <a:gd name="p0y3" fmla="*/ 53 h 435"/>
              <a:gd name="p0x4" fmla="*/ 720 w 720"/>
              <a:gd name="p0y4" fmla="*/ 120 h 435"/>
              <a:gd name="p0x5" fmla="*/ 720 w 720"/>
              <a:gd name="p0y5" fmla="*/ 315 h 435"/>
              <a:gd name="p0x6" fmla="*/ 720 w 720"/>
              <a:gd name="p0y6" fmla="*/ 381 h 435"/>
              <a:gd name="p0x7" fmla="*/ 666 w 720"/>
              <a:gd name="p0y7" fmla="*/ 435 h 435"/>
              <a:gd name="p0x8" fmla="*/ 600 w 720"/>
              <a:gd name="p0y8" fmla="*/ 435 h 435"/>
              <a:gd name="p0x9" fmla="*/ 120 w 720"/>
              <a:gd name="p0y9" fmla="*/ 435 h 435"/>
              <a:gd name="p0x10" fmla="*/ 53 w 720"/>
              <a:gd name="p0y10" fmla="*/ 435 h 435"/>
              <a:gd name="p0x11" fmla="*/ 0 w 720"/>
              <a:gd name="p0y11" fmla="*/ 381 h 435"/>
              <a:gd name="p0x12" fmla="*/ 0 w 720"/>
              <a:gd name="p0y12" fmla="*/ 315 h 435"/>
              <a:gd name="p0x13" fmla="*/ 0 w 720"/>
              <a:gd name="p0y13" fmla="*/ 120 h 435"/>
              <a:gd name="p0x14" fmla="*/ 0 w 720"/>
              <a:gd name="p0y14" fmla="*/ 53 h 435"/>
              <a:gd name="p0x15" fmla="*/ 53 w 720"/>
              <a:gd name="p0y15" fmla="*/ 0 h 435"/>
              <a:gd name="p0x16" fmla="*/ 120 w 7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933450" y="2481263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省级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1428826" y="2443163"/>
            <a:ext cx="133350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500">
                <a:solidFill>
                  <a:srgbClr val="1E4033"/>
                </a:solidFill>
                <a:cs typeface="+mn-lt"/>
              </a:rPr>
              <a:t>党委政府主责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sp>
        <p:nvSpPr>
          <p:cNvPr id="15" name="矩形 14"/>
          <p:cNvSpPr/>
          <p:nvPr>
            <p:custDataLst>
              <p:tags r:id="rId12"/>
            </p:custDataLst>
          </p:nvPr>
        </p:nvSpPr>
        <p:spPr>
          <a:xfrm>
            <a:off x="2647950" y="2505075"/>
            <a:ext cx="9525" cy="152400"/>
          </a:xfrm>
          <a:prstGeom prst="rect">
            <a:avLst/>
          </a:prstGeom>
          <a:solidFill>
            <a:schemeClr val="accent4">
              <a:lumMod val="55598"/>
              <a:lumOff val="444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2733751" y="2443163"/>
            <a:ext cx="95250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500">
                <a:solidFill>
                  <a:srgbClr val="1E4033"/>
                </a:solidFill>
                <a:cs typeface="+mn-lt"/>
              </a:rPr>
              <a:t>专题部署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sp>
        <p:nvSpPr>
          <p:cNvPr id="17" name="任意多边形 16"/>
          <p:cNvSpPr/>
          <p:nvPr>
            <p:custDataLst>
              <p:tags r:id="rId14"/>
            </p:custDataLst>
          </p:nvPr>
        </p:nvSpPr>
        <p:spPr>
          <a:xfrm>
            <a:off x="699770" y="3004820"/>
            <a:ext cx="5057775" cy="600075"/>
          </a:xfrm>
          <a:custGeom>
            <a:avLst/>
            <a:gdLst>
              <a:gd name="sw" fmla="*/ 1 w 7965"/>
              <a:gd name="sh" fmla="*/ 1 h 945"/>
              <a:gd name="mins" fmla="min sw sh"/>
              <a:gd name="dsw" fmla="+- 0 sw mins"/>
              <a:gd name="dsh" fmla="+- 0 sh mins"/>
              <a:gd name="p0x0" fmla="*/ 210 w 7965"/>
              <a:gd name="p0y0" fmla="*/ 0 h 945"/>
              <a:gd name="p0x1" fmla="*/ 7755 w 7965"/>
              <a:gd name="p0y1" fmla="*/ 0 h 945"/>
              <a:gd name="p0x2" fmla="*/ 7870 w 7965"/>
              <a:gd name="p0y2" fmla="*/ 0 h 945"/>
              <a:gd name="p0x3" fmla="*/ 7965 w 7965"/>
              <a:gd name="p0y3" fmla="*/ 94 h 945"/>
              <a:gd name="p0x4" fmla="*/ 7965 w 7965"/>
              <a:gd name="p0y4" fmla="*/ 210 h 945"/>
              <a:gd name="p0x5" fmla="*/ 7965 w 7965"/>
              <a:gd name="p0y5" fmla="*/ 735 h 945"/>
              <a:gd name="p0x6" fmla="*/ 7965 w 7965"/>
              <a:gd name="p0y6" fmla="*/ 850 h 945"/>
              <a:gd name="p0x7" fmla="*/ 7870 w 7965"/>
              <a:gd name="p0y7" fmla="*/ 945 h 945"/>
              <a:gd name="p0x8" fmla="*/ 7755 w 7965"/>
              <a:gd name="p0y8" fmla="*/ 945 h 945"/>
              <a:gd name="p0x9" fmla="*/ 210 w 7965"/>
              <a:gd name="p0y9" fmla="*/ 945 h 945"/>
              <a:gd name="p0x10" fmla="*/ 94 w 7965"/>
              <a:gd name="p0y10" fmla="*/ 945 h 945"/>
              <a:gd name="p0x11" fmla="*/ 0 w 7965"/>
              <a:gd name="p0y11" fmla="*/ 850 h 945"/>
              <a:gd name="p0x12" fmla="*/ 0 w 7965"/>
              <a:gd name="p0y12" fmla="*/ 735 h 945"/>
              <a:gd name="p0x13" fmla="*/ 0 w 7965"/>
              <a:gd name="p0y13" fmla="*/ 210 h 945"/>
              <a:gd name="p0x14" fmla="*/ 0 w 7965"/>
              <a:gd name="p0y14" fmla="*/ 94 h 945"/>
              <a:gd name="p0x15" fmla="*/ 94 w 7965"/>
              <a:gd name="p0y15" fmla="*/ 0 h 945"/>
              <a:gd name="p0x16" fmla="*/ 210 w 7965"/>
              <a:gd name="p0y16" fmla="*/ 0 h 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5"/>
            </p:custDataLst>
          </p:nvPr>
        </p:nvSpPr>
        <p:spPr>
          <a:xfrm>
            <a:off x="857250" y="3166745"/>
            <a:ext cx="457200" cy="276225"/>
          </a:xfrm>
          <a:custGeom>
            <a:avLst/>
            <a:gdLst>
              <a:gd name="sw" fmla="*/ 1 w 720"/>
              <a:gd name="sh" fmla="*/ 1 h 435"/>
              <a:gd name="mins" fmla="min sw sh"/>
              <a:gd name="dsw" fmla="+- 0 sw mins"/>
              <a:gd name="dsh" fmla="+- 0 sh mins"/>
              <a:gd name="p0x0" fmla="*/ 120 w 720"/>
              <a:gd name="p0y0" fmla="*/ 0 h 435"/>
              <a:gd name="p0x1" fmla="*/ 600 w 720"/>
              <a:gd name="p0y1" fmla="*/ 0 h 435"/>
              <a:gd name="p0x2" fmla="*/ 666 w 720"/>
              <a:gd name="p0y2" fmla="*/ 0 h 435"/>
              <a:gd name="p0x3" fmla="*/ 720 w 720"/>
              <a:gd name="p0y3" fmla="*/ 53 h 435"/>
              <a:gd name="p0x4" fmla="*/ 720 w 720"/>
              <a:gd name="p0y4" fmla="*/ 120 h 435"/>
              <a:gd name="p0x5" fmla="*/ 720 w 720"/>
              <a:gd name="p0y5" fmla="*/ 315 h 435"/>
              <a:gd name="p0x6" fmla="*/ 720 w 720"/>
              <a:gd name="p0y6" fmla="*/ 381 h 435"/>
              <a:gd name="p0x7" fmla="*/ 666 w 720"/>
              <a:gd name="p0y7" fmla="*/ 435 h 435"/>
              <a:gd name="p0x8" fmla="*/ 600 w 720"/>
              <a:gd name="p0y8" fmla="*/ 435 h 435"/>
              <a:gd name="p0x9" fmla="*/ 120 w 720"/>
              <a:gd name="p0y9" fmla="*/ 435 h 435"/>
              <a:gd name="p0x10" fmla="*/ 53 w 720"/>
              <a:gd name="p0y10" fmla="*/ 435 h 435"/>
              <a:gd name="p0x11" fmla="*/ 0 w 720"/>
              <a:gd name="p0y11" fmla="*/ 381 h 435"/>
              <a:gd name="p0x12" fmla="*/ 0 w 720"/>
              <a:gd name="p0y12" fmla="*/ 315 h 435"/>
              <a:gd name="p0x13" fmla="*/ 0 w 720"/>
              <a:gd name="p0y13" fmla="*/ 120 h 435"/>
              <a:gd name="p0x14" fmla="*/ 0 w 720"/>
              <a:gd name="p0y14" fmla="*/ 53 h 435"/>
              <a:gd name="p0x15" fmla="*/ 53 w 720"/>
              <a:gd name="p0y15" fmla="*/ 0 h 435"/>
              <a:gd name="p0x16" fmla="*/ 120 w 7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933450" y="3205163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纪委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428826" y="3167063"/>
            <a:ext cx="133350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500">
                <a:solidFill>
                  <a:srgbClr val="1E4033"/>
                </a:solidFill>
                <a:cs typeface="+mn-lt"/>
              </a:rPr>
              <a:t>纪委监委牵头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sp>
        <p:nvSpPr>
          <p:cNvPr id="21" name="任意多边形 20"/>
          <p:cNvSpPr/>
          <p:nvPr>
            <p:custDataLst>
              <p:tags r:id="rId18"/>
            </p:custDataLst>
          </p:nvPr>
        </p:nvSpPr>
        <p:spPr>
          <a:xfrm>
            <a:off x="699770" y="3728720"/>
            <a:ext cx="5057775" cy="600075"/>
          </a:xfrm>
          <a:custGeom>
            <a:avLst/>
            <a:gdLst>
              <a:gd name="sw" fmla="*/ 1 w 7965"/>
              <a:gd name="sh" fmla="*/ 1 h 945"/>
              <a:gd name="mins" fmla="min sw sh"/>
              <a:gd name="dsw" fmla="+- 0 sw mins"/>
              <a:gd name="dsh" fmla="+- 0 sh mins"/>
              <a:gd name="p0x0" fmla="*/ 210 w 7965"/>
              <a:gd name="p0y0" fmla="*/ 0 h 945"/>
              <a:gd name="p0x1" fmla="*/ 7755 w 7965"/>
              <a:gd name="p0y1" fmla="*/ 0 h 945"/>
              <a:gd name="p0x2" fmla="*/ 7870 w 7965"/>
              <a:gd name="p0y2" fmla="*/ 0 h 945"/>
              <a:gd name="p0x3" fmla="*/ 7965 w 7965"/>
              <a:gd name="p0y3" fmla="*/ 94 h 945"/>
              <a:gd name="p0x4" fmla="*/ 7965 w 7965"/>
              <a:gd name="p0y4" fmla="*/ 210 h 945"/>
              <a:gd name="p0x5" fmla="*/ 7965 w 7965"/>
              <a:gd name="p0y5" fmla="*/ 735 h 945"/>
              <a:gd name="p0x6" fmla="*/ 7965 w 7965"/>
              <a:gd name="p0y6" fmla="*/ 850 h 945"/>
              <a:gd name="p0x7" fmla="*/ 7870 w 7965"/>
              <a:gd name="p0y7" fmla="*/ 945 h 945"/>
              <a:gd name="p0x8" fmla="*/ 7755 w 7965"/>
              <a:gd name="p0y8" fmla="*/ 945 h 945"/>
              <a:gd name="p0x9" fmla="*/ 210 w 7965"/>
              <a:gd name="p0y9" fmla="*/ 945 h 945"/>
              <a:gd name="p0x10" fmla="*/ 94 w 7965"/>
              <a:gd name="p0y10" fmla="*/ 945 h 945"/>
              <a:gd name="p0x11" fmla="*/ 0 w 7965"/>
              <a:gd name="p0y11" fmla="*/ 850 h 945"/>
              <a:gd name="p0x12" fmla="*/ 0 w 7965"/>
              <a:gd name="p0y12" fmla="*/ 735 h 945"/>
              <a:gd name="p0x13" fmla="*/ 0 w 7965"/>
              <a:gd name="p0y13" fmla="*/ 210 h 945"/>
              <a:gd name="p0x14" fmla="*/ 0 w 7965"/>
              <a:gd name="p0y14" fmla="*/ 94 h 945"/>
              <a:gd name="p0x15" fmla="*/ 94 w 7965"/>
              <a:gd name="p0y15" fmla="*/ 0 h 945"/>
              <a:gd name="p0x16" fmla="*/ 210 w 7965"/>
              <a:gd name="p0y16" fmla="*/ 0 h 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857250" y="3890645"/>
            <a:ext cx="457200" cy="276225"/>
          </a:xfrm>
          <a:custGeom>
            <a:avLst/>
            <a:gdLst>
              <a:gd name="sw" fmla="*/ 1 w 720"/>
              <a:gd name="sh" fmla="*/ 1 h 435"/>
              <a:gd name="mins" fmla="min sw sh"/>
              <a:gd name="dsw" fmla="+- 0 sw mins"/>
              <a:gd name="dsh" fmla="+- 0 sh mins"/>
              <a:gd name="p0x0" fmla="*/ 120 w 720"/>
              <a:gd name="p0y0" fmla="*/ 0 h 435"/>
              <a:gd name="p0x1" fmla="*/ 600 w 720"/>
              <a:gd name="p0y1" fmla="*/ 0 h 435"/>
              <a:gd name="p0x2" fmla="*/ 666 w 720"/>
              <a:gd name="p0y2" fmla="*/ 0 h 435"/>
              <a:gd name="p0x3" fmla="*/ 720 w 720"/>
              <a:gd name="p0y3" fmla="*/ 53 h 435"/>
              <a:gd name="p0x4" fmla="*/ 720 w 720"/>
              <a:gd name="p0y4" fmla="*/ 120 h 435"/>
              <a:gd name="p0x5" fmla="*/ 720 w 720"/>
              <a:gd name="p0y5" fmla="*/ 315 h 435"/>
              <a:gd name="p0x6" fmla="*/ 720 w 720"/>
              <a:gd name="p0y6" fmla="*/ 381 h 435"/>
              <a:gd name="p0x7" fmla="*/ 666 w 720"/>
              <a:gd name="p0y7" fmla="*/ 435 h 435"/>
              <a:gd name="p0x8" fmla="*/ 600 w 720"/>
              <a:gd name="p0y8" fmla="*/ 435 h 435"/>
              <a:gd name="p0x9" fmla="*/ 120 w 720"/>
              <a:gd name="p0y9" fmla="*/ 435 h 435"/>
              <a:gd name="p0x10" fmla="*/ 53 w 720"/>
              <a:gd name="p0y10" fmla="*/ 435 h 435"/>
              <a:gd name="p0x11" fmla="*/ 0 w 720"/>
              <a:gd name="p0y11" fmla="*/ 381 h 435"/>
              <a:gd name="p0x12" fmla="*/ 0 w 720"/>
              <a:gd name="p0y12" fmla="*/ 315 h 435"/>
              <a:gd name="p0x13" fmla="*/ 0 w 720"/>
              <a:gd name="p0y13" fmla="*/ 120 h 435"/>
              <a:gd name="p0x14" fmla="*/ 0 w 720"/>
              <a:gd name="p0y14" fmla="*/ 53 h 435"/>
              <a:gd name="p0x15" fmla="*/ 53 w 720"/>
              <a:gd name="p0y15" fmla="*/ 0 h 435"/>
              <a:gd name="p0x16" fmla="*/ 120 w 7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933450" y="3929063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部门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21"/>
            </p:custDataLst>
          </p:nvPr>
        </p:nvSpPr>
        <p:spPr>
          <a:xfrm>
            <a:off x="1428826" y="3890963"/>
            <a:ext cx="133350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500">
                <a:solidFill>
                  <a:srgbClr val="1E4033"/>
                </a:solidFill>
                <a:cs typeface="+mn-lt"/>
              </a:rPr>
              <a:t>职能部门协同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sp>
        <p:nvSpPr>
          <p:cNvPr id="25" name="任意多边形 24"/>
          <p:cNvSpPr/>
          <p:nvPr>
            <p:custDataLst>
              <p:tags r:id="rId22"/>
            </p:custDataLst>
          </p:nvPr>
        </p:nvSpPr>
        <p:spPr>
          <a:xfrm>
            <a:off x="699770" y="4452620"/>
            <a:ext cx="5057775" cy="600075"/>
          </a:xfrm>
          <a:custGeom>
            <a:avLst/>
            <a:gdLst>
              <a:gd name="sw" fmla="*/ 1 w 7965"/>
              <a:gd name="sh" fmla="*/ 1 h 945"/>
              <a:gd name="mins" fmla="min sw sh"/>
              <a:gd name="dsw" fmla="+- 0 sw mins"/>
              <a:gd name="dsh" fmla="+- 0 sh mins"/>
              <a:gd name="p0x0" fmla="*/ 210 w 7965"/>
              <a:gd name="p0y0" fmla="*/ 0 h 945"/>
              <a:gd name="p0x1" fmla="*/ 7755 w 7965"/>
              <a:gd name="p0y1" fmla="*/ 0 h 945"/>
              <a:gd name="p0x2" fmla="*/ 7870 w 7965"/>
              <a:gd name="p0y2" fmla="*/ 0 h 945"/>
              <a:gd name="p0x3" fmla="*/ 7965 w 7965"/>
              <a:gd name="p0y3" fmla="*/ 94 h 945"/>
              <a:gd name="p0x4" fmla="*/ 7965 w 7965"/>
              <a:gd name="p0y4" fmla="*/ 210 h 945"/>
              <a:gd name="p0x5" fmla="*/ 7965 w 7965"/>
              <a:gd name="p0y5" fmla="*/ 735 h 945"/>
              <a:gd name="p0x6" fmla="*/ 7965 w 7965"/>
              <a:gd name="p0y6" fmla="*/ 850 h 945"/>
              <a:gd name="p0x7" fmla="*/ 7870 w 7965"/>
              <a:gd name="p0y7" fmla="*/ 945 h 945"/>
              <a:gd name="p0x8" fmla="*/ 7755 w 7965"/>
              <a:gd name="p0y8" fmla="*/ 945 h 945"/>
              <a:gd name="p0x9" fmla="*/ 210 w 7965"/>
              <a:gd name="p0y9" fmla="*/ 945 h 945"/>
              <a:gd name="p0x10" fmla="*/ 94 w 7965"/>
              <a:gd name="p0y10" fmla="*/ 945 h 945"/>
              <a:gd name="p0x11" fmla="*/ 0 w 7965"/>
              <a:gd name="p0y11" fmla="*/ 850 h 945"/>
              <a:gd name="p0x12" fmla="*/ 0 w 7965"/>
              <a:gd name="p0y12" fmla="*/ 735 h 945"/>
              <a:gd name="p0x13" fmla="*/ 0 w 7965"/>
              <a:gd name="p0y13" fmla="*/ 210 h 945"/>
              <a:gd name="p0x14" fmla="*/ 0 w 7965"/>
              <a:gd name="p0y14" fmla="*/ 94 h 945"/>
              <a:gd name="p0x15" fmla="*/ 94 w 7965"/>
              <a:gd name="p0y15" fmla="*/ 0 h 945"/>
              <a:gd name="p0x16" fmla="*/ 210 w 7965"/>
              <a:gd name="p0y16" fmla="*/ 0 h 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23"/>
            </p:custDataLst>
          </p:nvPr>
        </p:nvSpPr>
        <p:spPr>
          <a:xfrm>
            <a:off x="857250" y="4614545"/>
            <a:ext cx="914400" cy="276225"/>
          </a:xfrm>
          <a:custGeom>
            <a:avLst/>
            <a:gdLst>
              <a:gd name="sw" fmla="*/ 1 w 1440"/>
              <a:gd name="sh" fmla="*/ 1 h 435"/>
              <a:gd name="mins" fmla="min sw sh"/>
              <a:gd name="dsw" fmla="+- 0 sw mins"/>
              <a:gd name="dsh" fmla="+- 0 sh mins"/>
              <a:gd name="p0x0" fmla="*/ 120 w 1440"/>
              <a:gd name="p0y0" fmla="*/ 0 h 435"/>
              <a:gd name="p0x1" fmla="*/ 1320 w 1440"/>
              <a:gd name="p0y1" fmla="*/ 0 h 435"/>
              <a:gd name="p0x2" fmla="*/ 1386 w 1440"/>
              <a:gd name="p0y2" fmla="*/ 0 h 435"/>
              <a:gd name="p0x3" fmla="*/ 1440 w 1440"/>
              <a:gd name="p0y3" fmla="*/ 53 h 435"/>
              <a:gd name="p0x4" fmla="*/ 1440 w 1440"/>
              <a:gd name="p0y4" fmla="*/ 120 h 435"/>
              <a:gd name="p0x5" fmla="*/ 1440 w 1440"/>
              <a:gd name="p0y5" fmla="*/ 315 h 435"/>
              <a:gd name="p0x6" fmla="*/ 1440 w 1440"/>
              <a:gd name="p0y6" fmla="*/ 381 h 435"/>
              <a:gd name="p0x7" fmla="*/ 1386 w 1440"/>
              <a:gd name="p0y7" fmla="*/ 435 h 435"/>
              <a:gd name="p0x8" fmla="*/ 1320 w 1440"/>
              <a:gd name="p0y8" fmla="*/ 435 h 435"/>
              <a:gd name="p0x9" fmla="*/ 120 w 1440"/>
              <a:gd name="p0y9" fmla="*/ 435 h 435"/>
              <a:gd name="p0x10" fmla="*/ 53 w 1440"/>
              <a:gd name="p0y10" fmla="*/ 435 h 435"/>
              <a:gd name="p0x11" fmla="*/ 0 w 1440"/>
              <a:gd name="p0y11" fmla="*/ 381 h 435"/>
              <a:gd name="p0x12" fmla="*/ 0 w 1440"/>
              <a:gd name="p0y12" fmla="*/ 315 h 435"/>
              <a:gd name="p0x13" fmla="*/ 0 w 1440"/>
              <a:gd name="p0y13" fmla="*/ 120 h 435"/>
              <a:gd name="p0x14" fmla="*/ 0 w 1440"/>
              <a:gd name="p0y14" fmla="*/ 53 h 435"/>
              <a:gd name="p0x15" fmla="*/ 53 w 1440"/>
              <a:gd name="p0y15" fmla="*/ 0 h 435"/>
              <a:gd name="p0x16" fmla="*/ 120 w 144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4"/>
            </p:custDataLst>
          </p:nvPr>
        </p:nvSpPr>
        <p:spPr>
          <a:xfrm>
            <a:off x="933450" y="4652963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rgbClr val="3D2A00"/>
                </a:solidFill>
                <a:cs typeface="+mn-lt"/>
              </a:rPr>
              <a:t>市县</a:t>
            </a:r>
            <a:r>
              <a:rPr lang="en-US" altLang="zh-CN" sz="1200" b="1">
                <a:solidFill>
                  <a:srgbClr val="3D2A00"/>
                </a:solidFill>
                <a:cs typeface="+mn-lt"/>
              </a:rPr>
              <a:t>·</a:t>
            </a:r>
            <a:r>
              <a:rPr lang="zh-CN" altLang="en-US" sz="1200" b="1">
                <a:solidFill>
                  <a:srgbClr val="3D2A00"/>
                </a:solidFill>
                <a:cs typeface="+mn-lt"/>
              </a:rPr>
              <a:t>乡镇</a:t>
            </a:r>
            <a:endParaRPr lang="zh-CN" altLang="en-US" sz="1200" b="1">
              <a:solidFill>
                <a:srgbClr val="3D2A00"/>
              </a:solidFill>
              <a:cs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1886026" y="4614863"/>
            <a:ext cx="228600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lang="zh-CN" altLang="en-US" sz="1500">
                <a:solidFill>
                  <a:srgbClr val="1E4033"/>
                </a:solidFill>
                <a:cs typeface="+mn-lt"/>
              </a:rPr>
              <a:t>市县对标推进</a:t>
            </a:r>
            <a:r>
              <a:rPr lang="en-US" altLang="zh-CN" sz="1500">
                <a:solidFill>
                  <a:srgbClr val="1E4033"/>
                </a:solidFill>
                <a:cs typeface="+mn-lt"/>
              </a:rPr>
              <a:t>·</a:t>
            </a:r>
            <a:r>
              <a:rPr lang="zh-CN" altLang="en-US" sz="1500">
                <a:solidFill>
                  <a:srgbClr val="1E4033"/>
                </a:solidFill>
                <a:cs typeface="+mn-lt"/>
              </a:rPr>
              <a:t>主抓主战</a:t>
            </a:r>
            <a:endParaRPr lang="zh-CN" altLang="en-US" sz="1500">
              <a:solidFill>
                <a:srgbClr val="1E4033"/>
              </a:solidFill>
              <a:cs typeface="+mn-lt"/>
            </a:endParaRPr>
          </a:p>
        </p:txBody>
      </p:sp>
      <p:sp>
        <p:nvSpPr>
          <p:cNvPr id="29" name="矩形 28"/>
          <p:cNvSpPr/>
          <p:nvPr>
            <p:custDataLst>
              <p:tags r:id="rId26"/>
            </p:custDataLst>
          </p:nvPr>
        </p:nvSpPr>
        <p:spPr>
          <a:xfrm>
            <a:off x="4057650" y="4676775"/>
            <a:ext cx="9525" cy="152400"/>
          </a:xfrm>
          <a:prstGeom prst="rect">
            <a:avLst/>
          </a:prstGeom>
          <a:solidFill>
            <a:schemeClr val="accent4">
              <a:lumMod val="55598"/>
              <a:lumOff val="444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7"/>
            </p:custDataLst>
          </p:nvPr>
        </p:nvSpPr>
        <p:spPr>
          <a:xfrm>
            <a:off x="4143451" y="4614863"/>
            <a:ext cx="133350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500">
                <a:solidFill>
                  <a:srgbClr val="1E4033"/>
                </a:solidFill>
                <a:cs typeface="+mn-lt"/>
              </a:rPr>
              <a:t>乡镇日常监督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sp>
        <p:nvSpPr>
          <p:cNvPr id="31" name="任意多边形 30"/>
          <p:cNvSpPr/>
          <p:nvPr>
            <p:custDataLst>
              <p:tags r:id="rId28"/>
            </p:custDataLst>
          </p:nvPr>
        </p:nvSpPr>
        <p:spPr>
          <a:xfrm>
            <a:off x="6195695" y="1318895"/>
            <a:ext cx="5534025" cy="3971925"/>
          </a:xfrm>
          <a:custGeom>
            <a:avLst/>
            <a:gdLst>
              <a:gd name="sw" fmla="*/ 1 w 8715"/>
              <a:gd name="sh" fmla="*/ 1 h 6255"/>
              <a:gd name="mins" fmla="min sw sh"/>
              <a:gd name="dsw" fmla="+- 0 sw mins"/>
              <a:gd name="dsh" fmla="+- 0 sh mins"/>
              <a:gd name="p0x0" fmla="*/ 330 w 8715"/>
              <a:gd name="p0y0" fmla="*/ 0 h 6255"/>
              <a:gd name="p0x1" fmla="*/ 8385 w 8715"/>
              <a:gd name="p0y1" fmla="*/ 0 h 6255"/>
              <a:gd name="p0x2" fmla="*/ 8567 w 8715"/>
              <a:gd name="p0y2" fmla="*/ 0 h 6255"/>
              <a:gd name="p0x3" fmla="*/ 8715 w 8715"/>
              <a:gd name="p0y3" fmla="*/ 147 h 6255"/>
              <a:gd name="p0x4" fmla="*/ 8715 w 8715"/>
              <a:gd name="p0y4" fmla="*/ 330 h 6255"/>
              <a:gd name="p0x5" fmla="*/ 8715 w 8715"/>
              <a:gd name="p0y5" fmla="*/ 5925 h 6255"/>
              <a:gd name="p0x6" fmla="*/ 8715 w 8715"/>
              <a:gd name="p0y6" fmla="*/ 6107 h 6255"/>
              <a:gd name="p0x7" fmla="*/ 8567 w 8715"/>
              <a:gd name="p0y7" fmla="*/ 6255 h 6255"/>
              <a:gd name="p0x8" fmla="*/ 8385 w 8715"/>
              <a:gd name="p0y8" fmla="*/ 6255 h 6255"/>
              <a:gd name="p0x9" fmla="*/ 330 w 8715"/>
              <a:gd name="p0y9" fmla="*/ 6255 h 6255"/>
              <a:gd name="p0x10" fmla="*/ 147 w 8715"/>
              <a:gd name="p0y10" fmla="*/ 6255 h 6255"/>
              <a:gd name="p0x11" fmla="*/ 0 w 8715"/>
              <a:gd name="p0y11" fmla="*/ 6107 h 6255"/>
              <a:gd name="p0x12" fmla="*/ 0 w 8715"/>
              <a:gd name="p0y12" fmla="*/ 5925 h 6255"/>
              <a:gd name="p0x13" fmla="*/ 0 w 8715"/>
              <a:gd name="p0y13" fmla="*/ 330 h 6255"/>
              <a:gd name="p0x14" fmla="*/ 0 w 8715"/>
              <a:gd name="p0y14" fmla="*/ 147 h 6255"/>
              <a:gd name="p0x15" fmla="*/ 147 w 8715"/>
              <a:gd name="p0y15" fmla="*/ 0 h 6255"/>
              <a:gd name="p0x16" fmla="*/ 330 w 8715"/>
              <a:gd name="p0y16" fmla="*/ 0 h 62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29"/>
            </p:custDataLst>
          </p:nvPr>
        </p:nvSpPr>
        <p:spPr>
          <a:xfrm>
            <a:off x="6429375" y="16287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 descr="b8a29af4-a760-11f1-a095-56ac9c064e63"/>
          <p:cNvPicPr/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6515100" y="1714500"/>
            <a:ext cx="247650" cy="24765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6962775" y="1536382"/>
            <a:ext cx="259087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E4033"/>
                </a:solidFill>
                <a:cs typeface="+mn-lt"/>
              </a:rPr>
              <a:t>村级决策机制</a:t>
            </a:r>
            <a:endParaRPr sz="21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36" name="文本框 35"/>
          <p:cNvSpPr txBox="1"/>
          <p:nvPr>
            <p:custDataLst>
              <p:tags r:id="rId34"/>
            </p:custDataLst>
          </p:nvPr>
        </p:nvSpPr>
        <p:spPr>
          <a:xfrm>
            <a:off x="6962775" y="1924050"/>
            <a:ext cx="2743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4D6E60"/>
                </a:solidFill>
                <a:cs typeface="+mn-lt"/>
              </a:rPr>
              <a:t>村级重大事项严格执行「四议两公开」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37" name="任意多边形 36"/>
          <p:cNvSpPr/>
          <p:nvPr>
            <p:custDataLst>
              <p:tags r:id="rId35"/>
            </p:custDataLst>
          </p:nvPr>
        </p:nvSpPr>
        <p:spPr>
          <a:xfrm>
            <a:off x="6805295" y="28263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6"/>
            </p:custDataLst>
          </p:nvPr>
        </p:nvSpPr>
        <p:spPr>
          <a:xfrm>
            <a:off x="6853313" y="2897981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 b="1">
                <a:solidFill>
                  <a:srgbClr val="0F3D28"/>
                </a:solidFill>
                <a:cs typeface="+mn-lt"/>
              </a:rPr>
              <a:t>1</a:t>
            </a:r>
            <a:endParaRPr sz="1200" b="1">
              <a:solidFill>
                <a:srgbClr val="0F3D28"/>
              </a:solidFill>
              <a:cs typeface="+mn-lt"/>
            </a:endParaRPr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6748387" y="3245644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4D6E60"/>
                </a:solidFill>
                <a:cs typeface="+mn-lt"/>
              </a:rPr>
              <a:t>提议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40" name="文本框 39"/>
          <p:cNvSpPr txBox="1"/>
          <p:nvPr>
            <p:custDataLst>
              <p:tags r:id="rId38"/>
            </p:custDataLst>
          </p:nvPr>
        </p:nvSpPr>
        <p:spPr>
          <a:xfrm>
            <a:off x="6405563" y="3521869"/>
            <a:ext cx="1143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1E4033"/>
                </a:solidFill>
                <a:cs typeface="+mn-lt"/>
              </a:rPr>
              <a:t>党支部会议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543800" y="2902585"/>
            <a:ext cx="190500" cy="190500"/>
          </a:xfrm>
          <a:prstGeom prst="rect">
            <a:avLst/>
          </a:prstGeom>
          <a:noFill/>
        </p:spPr>
      </p:pic>
      <p:sp>
        <p:nvSpPr>
          <p:cNvPr id="43" name="任意多边形 42"/>
          <p:cNvSpPr/>
          <p:nvPr>
            <p:custDataLst>
              <p:tags r:id="rId42"/>
            </p:custDataLst>
          </p:nvPr>
        </p:nvSpPr>
        <p:spPr>
          <a:xfrm>
            <a:off x="8129270" y="28263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3"/>
            </p:custDataLst>
          </p:nvPr>
        </p:nvSpPr>
        <p:spPr>
          <a:xfrm>
            <a:off x="8177288" y="2897981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 b="1">
                <a:solidFill>
                  <a:srgbClr val="0F3D28"/>
                </a:solidFill>
                <a:cs typeface="+mn-lt"/>
              </a:rPr>
              <a:t>2</a:t>
            </a:r>
            <a:endParaRPr sz="1200" b="1">
              <a:solidFill>
                <a:srgbClr val="0F3D28"/>
              </a:solidFill>
              <a:cs typeface="+mn-lt"/>
            </a:endParaRPr>
          </a:p>
        </p:txBody>
      </p:sp>
      <p:sp>
        <p:nvSpPr>
          <p:cNvPr id="45" name="文本框 44"/>
          <p:cNvSpPr txBox="1"/>
          <p:nvPr>
            <p:custDataLst>
              <p:tags r:id="rId44"/>
            </p:custDataLst>
          </p:nvPr>
        </p:nvSpPr>
        <p:spPr>
          <a:xfrm>
            <a:off x="8072362" y="3245644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4D6E60"/>
                </a:solidFill>
                <a:cs typeface="+mn-lt"/>
              </a:rPr>
              <a:t>商议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46" name="文本框 45"/>
          <p:cNvSpPr txBox="1"/>
          <p:nvPr>
            <p:custDataLst>
              <p:tags r:id="rId45"/>
            </p:custDataLst>
          </p:nvPr>
        </p:nvSpPr>
        <p:spPr>
          <a:xfrm>
            <a:off x="7824788" y="3521869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1E4033"/>
                </a:solidFill>
                <a:cs typeface="+mn-lt"/>
              </a:rPr>
              <a:t>两委会议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867775" y="2902585"/>
            <a:ext cx="190500" cy="190500"/>
          </a:xfrm>
          <a:prstGeom prst="rect">
            <a:avLst/>
          </a:prstGeom>
          <a:noFill/>
        </p:spPr>
      </p:pic>
      <p:sp>
        <p:nvSpPr>
          <p:cNvPr id="49" name="任意多边形 48"/>
          <p:cNvSpPr/>
          <p:nvPr>
            <p:custDataLst>
              <p:tags r:id="rId47"/>
            </p:custDataLst>
          </p:nvPr>
        </p:nvSpPr>
        <p:spPr>
          <a:xfrm>
            <a:off x="9453245" y="28263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48"/>
            </p:custDataLst>
          </p:nvPr>
        </p:nvSpPr>
        <p:spPr>
          <a:xfrm>
            <a:off x="9501263" y="2897981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 b="1">
                <a:solidFill>
                  <a:srgbClr val="0F3D28"/>
                </a:solidFill>
                <a:cs typeface="+mn-lt"/>
              </a:rPr>
              <a:t>3</a:t>
            </a:r>
            <a:endParaRPr sz="1200" b="1">
              <a:solidFill>
                <a:srgbClr val="0F3D28"/>
              </a:solidFill>
              <a:cs typeface="+mn-lt"/>
            </a:endParaRPr>
          </a:p>
        </p:txBody>
      </p:sp>
      <p:sp>
        <p:nvSpPr>
          <p:cNvPr id="51" name="文本框 50"/>
          <p:cNvSpPr txBox="1"/>
          <p:nvPr>
            <p:custDataLst>
              <p:tags r:id="rId49"/>
            </p:custDataLst>
          </p:nvPr>
        </p:nvSpPr>
        <p:spPr>
          <a:xfrm>
            <a:off x="9396337" y="3245644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4D6E60"/>
                </a:solidFill>
                <a:cs typeface="+mn-lt"/>
              </a:rPr>
              <a:t>审议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52" name="文本框 51"/>
          <p:cNvSpPr txBox="1"/>
          <p:nvPr>
            <p:custDataLst>
              <p:tags r:id="rId50"/>
            </p:custDataLst>
          </p:nvPr>
        </p:nvSpPr>
        <p:spPr>
          <a:xfrm>
            <a:off x="9148763" y="3521869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1E4033"/>
                </a:solidFill>
                <a:cs typeface="+mn-lt"/>
              </a:rPr>
              <a:t>党员大会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pic>
        <p:nvPicPr>
          <p:cNvPr id="53" name="图片 52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191750" y="2902585"/>
            <a:ext cx="190500" cy="190500"/>
          </a:xfrm>
          <a:prstGeom prst="rect">
            <a:avLst/>
          </a:prstGeom>
          <a:noFill/>
        </p:spPr>
      </p:pic>
      <p:sp>
        <p:nvSpPr>
          <p:cNvPr id="55" name="任意多边形 54"/>
          <p:cNvSpPr/>
          <p:nvPr>
            <p:custDataLst>
              <p:tags r:id="rId52"/>
            </p:custDataLst>
          </p:nvPr>
        </p:nvSpPr>
        <p:spPr>
          <a:xfrm>
            <a:off x="10777220" y="28263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53"/>
            </p:custDataLst>
          </p:nvPr>
        </p:nvSpPr>
        <p:spPr>
          <a:xfrm>
            <a:off x="10825238" y="2897981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200" b="1">
                <a:solidFill>
                  <a:srgbClr val="0F3D28"/>
                </a:solidFill>
                <a:cs typeface="+mn-lt"/>
              </a:rPr>
              <a:t>4</a:t>
            </a:r>
            <a:endParaRPr sz="1200" b="1">
              <a:solidFill>
                <a:srgbClr val="0F3D28"/>
              </a:solidFill>
              <a:cs typeface="+mn-lt"/>
            </a:endParaRPr>
          </a:p>
        </p:txBody>
      </p:sp>
      <p:sp>
        <p:nvSpPr>
          <p:cNvPr id="57" name="文本框 56"/>
          <p:cNvSpPr txBox="1"/>
          <p:nvPr>
            <p:custDataLst>
              <p:tags r:id="rId54"/>
            </p:custDataLst>
          </p:nvPr>
        </p:nvSpPr>
        <p:spPr>
          <a:xfrm>
            <a:off x="10720312" y="3245644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4D6E60"/>
                </a:solidFill>
                <a:cs typeface="+mn-lt"/>
              </a:rPr>
              <a:t>决议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58" name="文本框 57"/>
          <p:cNvSpPr txBox="1"/>
          <p:nvPr>
            <p:custDataLst>
              <p:tags r:id="rId55"/>
            </p:custDataLst>
          </p:nvPr>
        </p:nvSpPr>
        <p:spPr>
          <a:xfrm>
            <a:off x="10282238" y="3521869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1E4033"/>
                </a:solidFill>
                <a:cs typeface="+mn-lt"/>
              </a:rPr>
              <a:t>村民代表会议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59" name="任意多边形 58"/>
          <p:cNvSpPr/>
          <p:nvPr>
            <p:custDataLst>
              <p:tags r:id="rId56"/>
            </p:custDataLst>
          </p:nvPr>
        </p:nvSpPr>
        <p:spPr>
          <a:xfrm>
            <a:off x="6429375" y="4476750"/>
            <a:ext cx="5067300" cy="581025"/>
          </a:xfrm>
          <a:custGeom>
            <a:avLst/>
            <a:gdLst>
              <a:gd name="sw" fmla="*/ 1 w 7980"/>
              <a:gd name="sh" fmla="*/ 1 h 915"/>
              <a:gd name="mins" fmla="min sw sh"/>
              <a:gd name="dsw" fmla="+- 0 sw mins"/>
              <a:gd name="dsh" fmla="+- 0 sh mins"/>
              <a:gd name="p0x0" fmla="*/ 210 w 7980"/>
              <a:gd name="p0y0" fmla="*/ 0 h 915"/>
              <a:gd name="p0x1" fmla="*/ 7770 w 7980"/>
              <a:gd name="p0y1" fmla="*/ 0 h 915"/>
              <a:gd name="p0x2" fmla="*/ 7885 w 7980"/>
              <a:gd name="p0y2" fmla="*/ 0 h 915"/>
              <a:gd name="p0x3" fmla="*/ 7980 w 7980"/>
              <a:gd name="p0y3" fmla="*/ 94 h 915"/>
              <a:gd name="p0x4" fmla="*/ 7980 w 7980"/>
              <a:gd name="p0y4" fmla="*/ 210 h 915"/>
              <a:gd name="p0x5" fmla="*/ 7980 w 7980"/>
              <a:gd name="p0y5" fmla="*/ 705 h 915"/>
              <a:gd name="p0x6" fmla="*/ 7980 w 7980"/>
              <a:gd name="p0y6" fmla="*/ 820 h 915"/>
              <a:gd name="p0x7" fmla="*/ 7885 w 7980"/>
              <a:gd name="p0y7" fmla="*/ 915 h 915"/>
              <a:gd name="p0x8" fmla="*/ 7770 w 7980"/>
              <a:gd name="p0y8" fmla="*/ 915 h 915"/>
              <a:gd name="p0x9" fmla="*/ 210 w 7980"/>
              <a:gd name="p0y9" fmla="*/ 915 h 915"/>
              <a:gd name="p0x10" fmla="*/ 94 w 7980"/>
              <a:gd name="p0y10" fmla="*/ 915 h 915"/>
              <a:gd name="p0x11" fmla="*/ 0 w 7980"/>
              <a:gd name="p0y11" fmla="*/ 820 h 915"/>
              <a:gd name="p0x12" fmla="*/ 0 w 7980"/>
              <a:gd name="p0y12" fmla="*/ 705 h 915"/>
              <a:gd name="p0x13" fmla="*/ 0 w 7980"/>
              <a:gd name="p0y13" fmla="*/ 210 h 915"/>
              <a:gd name="p0x14" fmla="*/ 0 w 7980"/>
              <a:gd name="p0y14" fmla="*/ 94 h 915"/>
              <a:gd name="p0x15" fmla="*/ 94 w 7980"/>
              <a:gd name="p0y15" fmla="*/ 0 h 915"/>
              <a:gd name="p0x16" fmla="*/ 210 w 7980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24781"/>
              <a:lumOff val="7521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>
            <p:custDataLst>
              <p:tags r:id="rId57"/>
            </p:custDataLst>
          </p:nvPr>
        </p:nvSpPr>
        <p:spPr>
          <a:xfrm>
            <a:off x="6581775" y="4591050"/>
            <a:ext cx="69986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2100" b="1">
                <a:solidFill>
                  <a:srgbClr val="F5A623"/>
                </a:solidFill>
                <a:cs typeface="+mn-lt"/>
              </a:rPr>
              <a:t>7</a:t>
            </a:r>
            <a:r>
              <a:rPr lang="zh-CN" sz="2100" b="1">
                <a:solidFill>
                  <a:srgbClr val="F5A623"/>
                </a:solidFill>
                <a:cs typeface="+mn-lt"/>
              </a:rPr>
              <a:t>天</a:t>
            </a:r>
            <a:endParaRPr lang="zh-CN" sz="2100" b="1">
              <a:solidFill>
                <a:srgbClr val="F5A623"/>
              </a:solidFill>
              <a:cs typeface="+mn-lt"/>
            </a:endParaRPr>
          </a:p>
        </p:txBody>
      </p:sp>
      <p:sp>
        <p:nvSpPr>
          <p:cNvPr id="61" name="文本框 60"/>
          <p:cNvSpPr txBox="1"/>
          <p:nvPr>
            <p:custDataLst>
              <p:tags r:id="rId58"/>
            </p:custDataLst>
          </p:nvPr>
        </p:nvSpPr>
        <p:spPr>
          <a:xfrm>
            <a:off x="7129243" y="4600575"/>
            <a:ext cx="424323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5C3D00"/>
                </a:solidFill>
                <a:cs typeface="+mn-lt"/>
              </a:rPr>
              <a:t>决议结果与实施结果公开，公示期不少于</a:t>
            </a:r>
            <a:r>
              <a:rPr lang="en-US" altLang="zh-CN" sz="1500">
                <a:solidFill>
                  <a:srgbClr val="5C3D00"/>
                </a:solidFill>
                <a:cs typeface="+mn-lt"/>
              </a:rPr>
              <a:t> 7 </a:t>
            </a:r>
            <a:r>
              <a:rPr lang="zh-CN" altLang="en-US" sz="1500">
                <a:solidFill>
                  <a:srgbClr val="5C3D00"/>
                </a:solidFill>
                <a:cs typeface="+mn-lt"/>
              </a:rPr>
              <a:t>天</a:t>
            </a:r>
            <a:endParaRPr lang="zh-CN" altLang="en-US" sz="1500">
              <a:solidFill>
                <a:srgbClr val="5C3D00"/>
              </a:solidFill>
              <a:cs typeface="+mn-lt"/>
            </a:endParaRPr>
          </a:p>
        </p:txBody>
      </p:sp>
      <p:sp>
        <p:nvSpPr>
          <p:cNvPr id="62" name="任意多边形 61"/>
          <p:cNvSpPr/>
          <p:nvPr>
            <p:custDataLst>
              <p:tags r:id="rId59"/>
            </p:custDataLst>
          </p:nvPr>
        </p:nvSpPr>
        <p:spPr>
          <a:xfrm>
            <a:off x="457200" y="5486400"/>
            <a:ext cx="11277600" cy="914400"/>
          </a:xfrm>
          <a:custGeom>
            <a:avLst/>
            <a:gdLst>
              <a:gd name="sw" fmla="*/ 1 w 17760"/>
              <a:gd name="sh" fmla="*/ 1 h 1440"/>
              <a:gd name="mins" fmla="min sw sh"/>
              <a:gd name="dsw" fmla="+- 0 sw mins"/>
              <a:gd name="dsh" fmla="+- 0 sh mins"/>
              <a:gd name="p0x0" fmla="*/ 330 w 17760"/>
              <a:gd name="p0y0" fmla="*/ 0 h 1440"/>
              <a:gd name="p0x1" fmla="*/ 17430 w 17760"/>
              <a:gd name="p0y1" fmla="*/ 0 h 1440"/>
              <a:gd name="p0x2" fmla="*/ 17612 w 17760"/>
              <a:gd name="p0y2" fmla="*/ 0 h 1440"/>
              <a:gd name="p0x3" fmla="*/ 17760 w 17760"/>
              <a:gd name="p0y3" fmla="*/ 147 h 1440"/>
              <a:gd name="p0x4" fmla="*/ 17760 w 17760"/>
              <a:gd name="p0y4" fmla="*/ 330 h 1440"/>
              <a:gd name="p0x5" fmla="*/ 17760 w 17760"/>
              <a:gd name="p0y5" fmla="*/ 1110 h 1440"/>
              <a:gd name="p0x6" fmla="*/ 17760 w 17760"/>
              <a:gd name="p0y6" fmla="*/ 1292 h 1440"/>
              <a:gd name="p0x7" fmla="*/ 17612 w 17760"/>
              <a:gd name="p0y7" fmla="*/ 1440 h 1440"/>
              <a:gd name="p0x8" fmla="*/ 17430 w 17760"/>
              <a:gd name="p0y8" fmla="*/ 1440 h 1440"/>
              <a:gd name="p0x9" fmla="*/ 330 w 17760"/>
              <a:gd name="p0y9" fmla="*/ 1440 h 1440"/>
              <a:gd name="p0x10" fmla="*/ 147 w 17760"/>
              <a:gd name="p0y10" fmla="*/ 1440 h 1440"/>
              <a:gd name="p0x11" fmla="*/ 0 w 17760"/>
              <a:gd name="p0y11" fmla="*/ 1292 h 1440"/>
              <a:gd name="p0x12" fmla="*/ 0 w 17760"/>
              <a:gd name="p0y12" fmla="*/ 1110 h 1440"/>
              <a:gd name="p0x13" fmla="*/ 0 w 17760"/>
              <a:gd name="p0y13" fmla="*/ 330 h 1440"/>
              <a:gd name="p0x14" fmla="*/ 0 w 17760"/>
              <a:gd name="p0y14" fmla="*/ 147 h 1440"/>
              <a:gd name="p0x15" fmla="*/ 147 w 17760"/>
              <a:gd name="p0y15" fmla="*/ 0 h 1440"/>
              <a:gd name="p0x16" fmla="*/ 330 w 17760"/>
              <a:gd name="p0y16" fmla="*/ 0 h 14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60"/>
            </p:custDataLst>
          </p:nvPr>
        </p:nvSpPr>
        <p:spPr>
          <a:xfrm>
            <a:off x="685800" y="57340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846"/>
              <a:lumOff val="8215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4" name="图片 63" descr="b8a29a23-a760-11f1-a095-56ac9c064e63"/>
          <p:cNvPicPr/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>
            <a:fillRect/>
          </a:stretch>
        </p:blipFill>
        <p:spPr>
          <a:xfrm>
            <a:off x="771525" y="5819775"/>
            <a:ext cx="247650" cy="247650"/>
          </a:xfrm>
          <a:prstGeom prst="rect">
            <a:avLst/>
          </a:prstGeom>
        </p:spPr>
      </p:pic>
      <p:sp>
        <p:nvSpPr>
          <p:cNvPr id="66" name="文本框 65"/>
          <p:cNvSpPr txBox="1"/>
          <p:nvPr>
            <p:custDataLst>
              <p:tags r:id="rId64"/>
            </p:custDataLst>
          </p:nvPr>
        </p:nvSpPr>
        <p:spPr>
          <a:xfrm>
            <a:off x="1257300" y="5624513"/>
            <a:ext cx="102489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cs typeface="+mn-lt"/>
              </a:rPr>
              <a:t>集体资产发包、项目投资、大额资金使用等均须履行民主议事与集体决策程序，从源头防止资产处置随意化，为后续清查核实提供组织与制度保障。</a:t>
            </a:r>
            <a:endParaRPr sz="1500">
              <a:solidFill>
                <a:srgbClr val="FFFFFF"/>
              </a:solidFill>
              <a:cs typeface="+mn-lt"/>
            </a:endParaRPr>
          </a:p>
        </p:txBody>
      </p:sp>
      <p:sp>
        <p:nvSpPr>
          <p:cNvPr id="3" name="任意多边形 2"/>
          <p:cNvSpPr/>
          <p:nvPr>
            <p:custDataLst>
              <p:tags r:id="rId65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66"/>
            </p:custDataLst>
          </p:nvPr>
        </p:nvSpPr>
        <p:spPr>
          <a:xfrm>
            <a:off x="609600" y="433388"/>
            <a:ext cx="4191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4033"/>
                </a:solidFill>
                <a:cs typeface="+mn-lt"/>
              </a:rPr>
              <a:t>四级联动压实整治责任</a:t>
            </a:r>
            <a:endParaRPr sz="3000" b="1">
              <a:solidFill>
                <a:srgbClr val="1E4033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1b47fb2e-a761-11f1-8955-166c0110440b"/>
          <p:cNvPicPr/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726406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66750" y="3356134"/>
            <a:ext cx="4341914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 spc="84">
                <a:solidFill>
                  <a:srgbClr val="1E4033"/>
                </a:solidFill>
                <a:latin typeface="+mj-lt"/>
                <a:ea typeface="+mj-ea"/>
                <a:cs typeface="+mj-lt"/>
              </a:rPr>
              <a:t>盘活增值见成效</a:t>
            </a:r>
            <a:endParaRPr sz="4200" b="1" spc="84">
              <a:solidFill>
                <a:srgbClr val="1E4033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66750" y="4436110"/>
            <a:ext cx="5705475" cy="9525"/>
          </a:xfrm>
          <a:prstGeom prst="rect">
            <a:avLst/>
          </a:prstGeom>
          <a:solidFill>
            <a:srgbClr val="B8D4C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66750" y="4812506"/>
            <a:ext cx="193930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D6E60"/>
                </a:solidFill>
                <a:cs typeface="+mn-lt"/>
              </a:rPr>
              <a:t>沉睡资产，焕发活力</a:t>
            </a:r>
            <a:endParaRPr sz="1500" spc="30">
              <a:solidFill>
                <a:srgbClr val="4D6E60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 rot="2700000">
            <a:off x="666115" y="1790700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819910" y="1809750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666750" y="2159794"/>
            <a:ext cx="1713014" cy="1042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6000" b="1">
                <a:solidFill>
                  <a:srgbClr val="2E8B57">
                    <a:alpha val="15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05</a:t>
            </a:r>
            <a:endParaRPr sz="6000" b="1">
              <a:solidFill>
                <a:srgbClr val="2E8B57">
                  <a:alpha val="15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任意多边形 10"/>
          <p:cNvSpPr/>
          <p:nvPr>
            <p:custDataLst>
              <p:tags r:id="rId2"/>
            </p:custDataLst>
          </p:nvPr>
        </p:nvSpPr>
        <p:spPr>
          <a:xfrm>
            <a:off x="461645" y="5195570"/>
            <a:ext cx="5900420" cy="1200150"/>
          </a:xfrm>
          <a:custGeom>
            <a:avLst/>
            <a:gdLst>
              <a:gd name="sw" fmla="*/ 1 w 9292"/>
              <a:gd name="sh" fmla="*/ 1 h 1890"/>
              <a:gd name="mins" fmla="min sw sh"/>
              <a:gd name="dsw" fmla="+- 0 sw mins"/>
              <a:gd name="dsh" fmla="+- 0 sh mins"/>
              <a:gd name="p0x0" fmla="*/ 270 w 9292"/>
              <a:gd name="p0y0" fmla="*/ 0 h 1890"/>
              <a:gd name="p0x1" fmla="*/ 9022 w 9292"/>
              <a:gd name="p0y1" fmla="*/ 0 h 1890"/>
              <a:gd name="p0x2" fmla="*/ 9171 w 9292"/>
              <a:gd name="p0y2" fmla="*/ 0 h 1890"/>
              <a:gd name="p0x3" fmla="*/ 9292 w 9292"/>
              <a:gd name="p0y3" fmla="*/ 120 h 1890"/>
              <a:gd name="p0x4" fmla="*/ 9292 w 9292"/>
              <a:gd name="p0y4" fmla="*/ 270 h 1890"/>
              <a:gd name="p0x5" fmla="*/ 9292 w 9292"/>
              <a:gd name="p0y5" fmla="*/ 1620 h 1890"/>
              <a:gd name="p0x6" fmla="*/ 9292 w 9292"/>
              <a:gd name="p0y6" fmla="*/ 1769 h 1890"/>
              <a:gd name="p0x7" fmla="*/ 9171 w 9292"/>
              <a:gd name="p0y7" fmla="*/ 1890 h 1890"/>
              <a:gd name="p0x8" fmla="*/ 9022 w 9292"/>
              <a:gd name="p0y8" fmla="*/ 1890 h 1890"/>
              <a:gd name="p0x9" fmla="*/ 270 w 9292"/>
              <a:gd name="p0y9" fmla="*/ 1890 h 1890"/>
              <a:gd name="p0x10" fmla="*/ 120 w 9292"/>
              <a:gd name="p0y10" fmla="*/ 1890 h 1890"/>
              <a:gd name="p0x11" fmla="*/ 0 w 9292"/>
              <a:gd name="p0y11" fmla="*/ 1769 h 1890"/>
              <a:gd name="p0x12" fmla="*/ 0 w 9292"/>
              <a:gd name="p0y12" fmla="*/ 1620 h 1890"/>
              <a:gd name="p0x13" fmla="*/ 0 w 9292"/>
              <a:gd name="p0y13" fmla="*/ 270 h 1890"/>
              <a:gd name="p0x14" fmla="*/ 0 w 9292"/>
              <a:gd name="p0y14" fmla="*/ 120 h 1890"/>
              <a:gd name="p0x15" fmla="*/ 120 w 9292"/>
              <a:gd name="p0y15" fmla="*/ 0 h 1890"/>
              <a:gd name="p0x16" fmla="*/ 270 w 9292"/>
              <a:gd name="p0y16" fmla="*/ 0 h 18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716537" y="5330190"/>
            <a:ext cx="1308792" cy="46958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700" b="1">
                <a:solidFill>
                  <a:srgbClr val="2E8B57"/>
                </a:solidFill>
                <a:cs typeface="+mn-lt"/>
              </a:rPr>
              <a:t>172</a:t>
            </a:r>
            <a:r>
              <a:rPr sz="150"/>
              <a:t> </a:t>
            </a:r>
            <a:r>
              <a:rPr sz="1200">
                <a:solidFill>
                  <a:srgbClr val="4D6E60"/>
                </a:solidFill>
                <a:cs typeface="+mn-lt"/>
              </a:rPr>
              <a:t>亿元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736549" y="5849303"/>
            <a:ext cx="1268759" cy="3981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1200">
                <a:solidFill>
                  <a:srgbClr val="4D6E60"/>
                </a:solidFill>
                <a:cs typeface="+mn-lt"/>
              </a:rPr>
              <a:t>累计产权交易额</a:t>
            </a:r>
            <a:r>
              <a:rPr lang="en-US" altLang="zh-CN" sz="1200">
                <a:solidFill>
                  <a:srgbClr val="4D6E60"/>
                </a:solidFill>
                <a:cs typeface="+mn-lt"/>
              </a:rPr>
              <a:t> · </a:t>
            </a:r>
            <a:r>
              <a:rPr lang="zh-CN" altLang="en-US" sz="1200">
                <a:solidFill>
                  <a:srgbClr val="4D6E60"/>
                </a:solidFill>
                <a:cs typeface="+mn-lt"/>
              </a:rPr>
              <a:t>全省首位</a:t>
            </a:r>
            <a:endParaRPr lang="zh-CN" altLang="en-US"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2046605" y="5547995"/>
            <a:ext cx="9525" cy="495300"/>
          </a:xfrm>
          <a:prstGeom prst="rect">
            <a:avLst/>
          </a:prstGeom>
          <a:solidFill>
            <a:schemeClr val="accent4">
              <a:lumMod val="30400"/>
              <a:lumOff val="696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032473" y="5425440"/>
            <a:ext cx="1398613" cy="46958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700" b="1">
                <a:solidFill>
                  <a:srgbClr val="2E8B57"/>
                </a:solidFill>
                <a:cs typeface="+mn-lt"/>
              </a:rPr>
              <a:t>38.4</a:t>
            </a:r>
            <a:r>
              <a:rPr sz="150"/>
              <a:t> </a:t>
            </a:r>
            <a:r>
              <a:rPr sz="1200">
                <a:solidFill>
                  <a:srgbClr val="4D6E60"/>
                </a:solidFill>
                <a:cs typeface="+mn-lt"/>
              </a:rPr>
              <a:t>亿元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2008137" y="5944553"/>
            <a:ext cx="1447209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1200">
                <a:solidFill>
                  <a:srgbClr val="4D6E60"/>
                </a:solidFill>
                <a:cs typeface="+mn-lt"/>
              </a:rPr>
              <a:t>2025</a:t>
            </a:r>
            <a:r>
              <a:rPr lang="zh-CN" sz="1200">
                <a:solidFill>
                  <a:srgbClr val="4D6E60"/>
                </a:solidFill>
                <a:cs typeface="+mn-lt"/>
              </a:rPr>
              <a:t>年线上交易额</a:t>
            </a:r>
            <a:endParaRPr lang="zh-CN"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3407410" y="5547995"/>
            <a:ext cx="9525" cy="495300"/>
          </a:xfrm>
          <a:prstGeom prst="rect">
            <a:avLst/>
          </a:prstGeom>
          <a:solidFill>
            <a:schemeClr val="accent4">
              <a:lumMod val="30400"/>
              <a:lumOff val="696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3471186" y="5330190"/>
            <a:ext cx="1242717" cy="46958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700" b="1">
                <a:solidFill>
                  <a:srgbClr val="2E8B57"/>
                </a:solidFill>
                <a:cs typeface="+mn-lt"/>
              </a:rPr>
              <a:t>近</a:t>
            </a:r>
            <a:r>
              <a:rPr lang="en-US" altLang="zh-CN" sz="2700" b="1">
                <a:solidFill>
                  <a:srgbClr val="2E8B57"/>
                </a:solidFill>
                <a:cs typeface="+mn-lt"/>
              </a:rPr>
              <a:t>4</a:t>
            </a:r>
            <a:r>
              <a:rPr lang="zh-CN" altLang="en-US" sz="2700" b="1">
                <a:solidFill>
                  <a:srgbClr val="2E8B57"/>
                </a:solidFill>
                <a:cs typeface="+mn-lt"/>
              </a:rPr>
              <a:t>倍</a:t>
            </a:r>
            <a:endParaRPr lang="zh-CN" altLang="en-US" sz="2700" b="1">
              <a:solidFill>
                <a:srgbClr val="2E8B57"/>
              </a:solidFill>
              <a:cs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3482949" y="5849303"/>
            <a:ext cx="1219276" cy="3981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4D6E60"/>
                </a:solidFill>
                <a:cs typeface="+mn-lt"/>
              </a:rPr>
              <a:t>为上年交易额的倍数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20" name="矩形 19"/>
          <p:cNvSpPr/>
          <p:nvPr>
            <p:custDataLst>
              <p:tags r:id="rId11"/>
            </p:custDataLst>
          </p:nvPr>
        </p:nvSpPr>
        <p:spPr>
          <a:xfrm>
            <a:off x="4768215" y="5547995"/>
            <a:ext cx="9525" cy="495300"/>
          </a:xfrm>
          <a:prstGeom prst="rect">
            <a:avLst/>
          </a:prstGeom>
          <a:solidFill>
            <a:schemeClr val="accent4">
              <a:lumMod val="30400"/>
              <a:lumOff val="696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4754099" y="5425440"/>
            <a:ext cx="1398613" cy="46958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700" b="1">
                <a:solidFill>
                  <a:srgbClr val="2E8B57"/>
                </a:solidFill>
                <a:cs typeface="+mn-lt"/>
              </a:rPr>
              <a:t>1.26</a:t>
            </a:r>
            <a:r>
              <a:rPr sz="150"/>
              <a:t> </a:t>
            </a:r>
            <a:r>
              <a:rPr sz="1200">
                <a:solidFill>
                  <a:srgbClr val="4D6E60"/>
                </a:solidFill>
                <a:cs typeface="+mn-lt"/>
              </a:rPr>
              <a:t>亿元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22" name="文本框 21"/>
          <p:cNvSpPr txBox="1"/>
          <p:nvPr>
            <p:custDataLst>
              <p:tags r:id="rId13"/>
            </p:custDataLst>
          </p:nvPr>
        </p:nvSpPr>
        <p:spPr>
          <a:xfrm>
            <a:off x="4767567" y="5944553"/>
            <a:ext cx="13716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4D6E60"/>
                </a:solidFill>
                <a:cs typeface="+mn-lt"/>
              </a:rPr>
              <a:t>为村集体增收节支</a:t>
            </a:r>
            <a:endParaRPr sz="1200">
              <a:solidFill>
                <a:srgbClr val="4D6E60"/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14"/>
            </p:custDataLst>
          </p:nvPr>
        </p:nvSpPr>
        <p:spPr>
          <a:xfrm>
            <a:off x="461645" y="1547495"/>
            <a:ext cx="5900420" cy="3486150"/>
          </a:xfrm>
          <a:custGeom>
            <a:avLst/>
            <a:gdLst>
              <a:gd name="sw" fmla="*/ 1 w 9292"/>
              <a:gd name="sh" fmla="*/ 1 h 5490"/>
              <a:gd name="mins" fmla="min sw sh"/>
              <a:gd name="dsw" fmla="+- 0 sw mins"/>
              <a:gd name="dsh" fmla="+- 0 sh mins"/>
              <a:gd name="p0x0" fmla="*/ 270 w 9292"/>
              <a:gd name="p0y0" fmla="*/ 0 h 5490"/>
              <a:gd name="p0x1" fmla="*/ 9022 w 9292"/>
              <a:gd name="p0y1" fmla="*/ 0 h 5490"/>
              <a:gd name="p0x2" fmla="*/ 9171 w 9292"/>
              <a:gd name="p0y2" fmla="*/ 0 h 5490"/>
              <a:gd name="p0x3" fmla="*/ 9292 w 9292"/>
              <a:gd name="p0y3" fmla="*/ 120 h 5490"/>
              <a:gd name="p0x4" fmla="*/ 9292 w 9292"/>
              <a:gd name="p0y4" fmla="*/ 270 h 5490"/>
              <a:gd name="p0x5" fmla="*/ 9292 w 9292"/>
              <a:gd name="p0y5" fmla="*/ 5220 h 5490"/>
              <a:gd name="p0x6" fmla="*/ 9292 w 9292"/>
              <a:gd name="p0y6" fmla="*/ 5369 h 5490"/>
              <a:gd name="p0x7" fmla="*/ 9171 w 9292"/>
              <a:gd name="p0y7" fmla="*/ 5490 h 5490"/>
              <a:gd name="p0x8" fmla="*/ 9022 w 9292"/>
              <a:gd name="p0y8" fmla="*/ 5490 h 5490"/>
              <a:gd name="p0x9" fmla="*/ 270 w 9292"/>
              <a:gd name="p0y9" fmla="*/ 5490 h 5490"/>
              <a:gd name="p0x10" fmla="*/ 120 w 9292"/>
              <a:gd name="p0y10" fmla="*/ 5490 h 5490"/>
              <a:gd name="p0x11" fmla="*/ 0 w 9292"/>
              <a:gd name="p0y11" fmla="*/ 5369 h 5490"/>
              <a:gd name="p0x12" fmla="*/ 0 w 9292"/>
              <a:gd name="p0y12" fmla="*/ 5220 h 5490"/>
              <a:gd name="p0x13" fmla="*/ 0 w 9292"/>
              <a:gd name="p0y13" fmla="*/ 270 h 5490"/>
              <a:gd name="p0x14" fmla="*/ 0 w 9292"/>
              <a:gd name="p0y14" fmla="*/ 120 h 5490"/>
              <a:gd name="p0x15" fmla="*/ 120 w 9292"/>
              <a:gd name="p0y15" fmla="*/ 0 h 5490"/>
              <a:gd name="p0x16" fmla="*/ 270 w 9292"/>
              <a:gd name="p0y16" fmla="*/ 0 h 54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200025" dist="28575" dir="5399999" algn="ctr" rotWithShape="0">
              <a:srgbClr val="2E6248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5"/>
            </p:custDataLst>
          </p:nvPr>
        </p:nvSpPr>
        <p:spPr>
          <a:xfrm>
            <a:off x="695325" y="1781175"/>
            <a:ext cx="5433717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100" b="1">
                <a:solidFill>
                  <a:srgbClr val="1E4033"/>
                </a:solidFill>
                <a:cs typeface="+mn-lt"/>
              </a:rPr>
              <a:t>产权交易关键数据</a:t>
            </a:r>
            <a:endParaRPr sz="21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8" name="文本框 7"/>
          <p:cNvSpPr txBox="1"/>
          <p:nvPr>
            <p:custDataLst>
              <p:tags r:id="rId16"/>
            </p:custDataLst>
          </p:nvPr>
        </p:nvSpPr>
        <p:spPr>
          <a:xfrm>
            <a:off x="695325" y="2209800"/>
            <a:ext cx="5433717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63">
                <a:solidFill>
                  <a:srgbClr val="6B8779"/>
                </a:solidFill>
                <a:cs typeface="+mn-lt"/>
              </a:rPr>
              <a:t>单位：亿元</a:t>
            </a:r>
            <a:endParaRPr sz="1050" spc="63">
              <a:solidFill>
                <a:srgbClr val="6B8779"/>
              </a:solidFill>
              <a:cs typeface="+mn-lt"/>
            </a:endParaRPr>
          </a:p>
        </p:txBody>
      </p:sp>
      <p:graphicFrame>
        <p:nvGraphicFramePr>
          <p:cNvPr id="9" name="图表 8"/>
          <p:cNvGraphicFramePr/>
          <p:nvPr/>
        </p:nvGraphicFramePr>
        <p:xfrm>
          <a:off x="695325" y="2461895"/>
          <a:ext cx="5429250" cy="2343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" name="任意多边形 22"/>
          <p:cNvSpPr/>
          <p:nvPr>
            <p:custDataLst>
              <p:tags r:id="rId17"/>
            </p:custDataLst>
          </p:nvPr>
        </p:nvSpPr>
        <p:spPr>
          <a:xfrm>
            <a:off x="6600190" y="1547495"/>
            <a:ext cx="5129530" cy="4848225"/>
          </a:xfrm>
          <a:custGeom>
            <a:avLst/>
            <a:gdLst>
              <a:gd name="sw" fmla="*/ 1 w 8077"/>
              <a:gd name="sh" fmla="*/ 1 h 7635"/>
              <a:gd name="mins" fmla="min sw sh"/>
              <a:gd name="dsw" fmla="+- 0 sw mins"/>
              <a:gd name="dsh" fmla="+- 0 sh mins"/>
              <a:gd name="p0x0" fmla="*/ 270 w 8077"/>
              <a:gd name="p0y0" fmla="*/ 0 h 7635"/>
              <a:gd name="p0x1" fmla="*/ 7807 w 8077"/>
              <a:gd name="p0y1" fmla="*/ 0 h 7635"/>
              <a:gd name="p0x2" fmla="*/ 7957 w 8077"/>
              <a:gd name="p0y2" fmla="*/ 0 h 7635"/>
              <a:gd name="p0x3" fmla="*/ 8077 w 8077"/>
              <a:gd name="p0y3" fmla="*/ 120 h 7635"/>
              <a:gd name="p0x4" fmla="*/ 8077 w 8077"/>
              <a:gd name="p0y4" fmla="*/ 270 h 7635"/>
              <a:gd name="p0x5" fmla="*/ 8077 w 8077"/>
              <a:gd name="p0y5" fmla="*/ 7365 h 7635"/>
              <a:gd name="p0x6" fmla="*/ 8077 w 8077"/>
              <a:gd name="p0y6" fmla="*/ 7514 h 7635"/>
              <a:gd name="p0x7" fmla="*/ 7957 w 8077"/>
              <a:gd name="p0y7" fmla="*/ 7635 h 7635"/>
              <a:gd name="p0x8" fmla="*/ 7807 w 8077"/>
              <a:gd name="p0y8" fmla="*/ 7635 h 7635"/>
              <a:gd name="p0x9" fmla="*/ 270 w 8077"/>
              <a:gd name="p0y9" fmla="*/ 7635 h 7635"/>
              <a:gd name="p0x10" fmla="*/ 120 w 8077"/>
              <a:gd name="p0y10" fmla="*/ 7635 h 7635"/>
              <a:gd name="p0x11" fmla="*/ 0 w 8077"/>
              <a:gd name="p0y11" fmla="*/ 7514 h 7635"/>
              <a:gd name="p0x12" fmla="*/ 0 w 8077"/>
              <a:gd name="p0y12" fmla="*/ 7365 h 7635"/>
              <a:gd name="p0x13" fmla="*/ 0 w 8077"/>
              <a:gd name="p0y13" fmla="*/ 270 h 7635"/>
              <a:gd name="p0x14" fmla="*/ 0 w 8077"/>
              <a:gd name="p0y14" fmla="*/ 120 h 7635"/>
              <a:gd name="p0x15" fmla="*/ 120 w 8077"/>
              <a:gd name="p0y15" fmla="*/ 0 h 7635"/>
              <a:gd name="p0x16" fmla="*/ 270 w 8077"/>
              <a:gd name="p0y16" fmla="*/ 0 h 76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200025" dist="28575" dir="5399999" algn="ctr" rotWithShape="0">
              <a:srgbClr val="2E6248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18"/>
            </p:custDataLst>
          </p:nvPr>
        </p:nvSpPr>
        <p:spPr>
          <a:xfrm>
            <a:off x="6833892" y="1781175"/>
            <a:ext cx="4662783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100" b="1">
                <a:solidFill>
                  <a:srgbClr val="1E4033"/>
                </a:solidFill>
                <a:cs typeface="+mn-lt"/>
              </a:rPr>
              <a:t>核心进展</a:t>
            </a:r>
            <a:endParaRPr sz="2100" b="1">
              <a:solidFill>
                <a:srgbClr val="1E4033"/>
              </a:solidFill>
              <a:cs typeface="+mn-lt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6833870" y="2209800"/>
            <a:ext cx="4662170" cy="542290"/>
            <a:chOff x="10762" y="3480"/>
            <a:chExt cx="7342" cy="854"/>
          </a:xfrm>
        </p:grpSpPr>
        <p:sp>
          <p:nvSpPr>
            <p:cNvPr id="25" name="任意多边形 24"/>
            <p:cNvSpPr/>
            <p:nvPr>
              <p:custDataLst>
                <p:tags r:id="rId19"/>
              </p:custDataLst>
            </p:nvPr>
          </p:nvSpPr>
          <p:spPr>
            <a:xfrm>
              <a:off x="10762" y="3480"/>
              <a:ext cx="7343" cy="855"/>
            </a:xfrm>
            <a:custGeom>
              <a:avLst/>
              <a:gdLst>
                <a:gd name="sw" fmla="*/ 1 w 7342"/>
                <a:gd name="sh" fmla="*/ 1 h 855"/>
                <a:gd name="mins" fmla="min sw sh"/>
                <a:gd name="dsw" fmla="+- 0 sw mins"/>
                <a:gd name="dsh" fmla="+- 0 sh mins"/>
                <a:gd name="p0x0" fmla="*/ 0 w 7342"/>
                <a:gd name="p0y0" fmla="*/ 0 h 855"/>
                <a:gd name="p0x1" fmla="*/ 7342 w 7342"/>
                <a:gd name="p0y1" fmla="*/ 0 h 855"/>
                <a:gd name="p0x2" fmla="*/ 7342 w 7342"/>
                <a:gd name="p0y2" fmla="*/ 855 h 855"/>
                <a:gd name="p0x3" fmla="*/ 0 w 7342"/>
                <a:gd name="p0y3" fmla="*/ 855 h 855"/>
                <a:gd name="p0x4" fmla="*/ 0 w 7342"/>
                <a:gd name="p0y4" fmla="*/ 0 h 85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0"/>
              </p:custDataLst>
            </p:nvPr>
          </p:nvSpPr>
          <p:spPr>
            <a:xfrm>
              <a:off x="10762" y="4320"/>
              <a:ext cx="7343" cy="15"/>
            </a:xfrm>
            <a:custGeom>
              <a:avLst/>
              <a:gdLst>
                <a:gd name="sw" fmla="*/ 1 w 7342"/>
                <a:gd name="sh" fmla="*/ 1 h 15"/>
                <a:gd name="mins" fmla="min sw sh"/>
                <a:gd name="dsw" fmla="+- 0 sw mins"/>
                <a:gd name="dsh" fmla="+- 0 sh mins"/>
                <a:gd name="p0x0" fmla="*/ 7342 w 7342"/>
                <a:gd name="p0y0" fmla="*/ 15 h 15"/>
                <a:gd name="p0x1" fmla="*/ 0 w 7342"/>
                <a:gd name="p0y1" fmla="*/ 15 h 15"/>
                <a:gd name="p0x2" fmla="*/ 0 w 7342"/>
                <a:gd name="p0y2" fmla="*/ 0 h 15"/>
                <a:gd name="p0x3" fmla="*/ 7342 w 7342"/>
                <a:gd name="p0y3" fmla="*/ 0 h 15"/>
                <a:gd name="p0x4" fmla="*/ 7342 w 7342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30400"/>
                <a:lumOff val="696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8" name="任意多边形 27"/>
          <p:cNvSpPr/>
          <p:nvPr>
            <p:custDataLst>
              <p:tags r:id="rId21"/>
            </p:custDataLst>
          </p:nvPr>
        </p:nvSpPr>
        <p:spPr>
          <a:xfrm>
            <a:off x="6833870" y="240982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2"/>
            </p:custDataLst>
          </p:nvPr>
        </p:nvSpPr>
        <p:spPr>
          <a:xfrm>
            <a:off x="7043442" y="2309813"/>
            <a:ext cx="480007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1E4033"/>
                </a:solidFill>
                <a:cs typeface="+mn-lt"/>
              </a:rPr>
              <a:t>青岛市累计实现产权交易额</a:t>
            </a:r>
            <a:r>
              <a:rPr lang="en-US" altLang="zh-CN" sz="1500">
                <a:solidFill>
                  <a:srgbClr val="1E4033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2E8B57"/>
                </a:solidFill>
                <a:cs typeface="+mn-lt"/>
              </a:rPr>
              <a:t>172</a:t>
            </a:r>
            <a:r>
              <a:rPr lang="zh-CN" altLang="en-US" sz="1500" b="1">
                <a:solidFill>
                  <a:srgbClr val="2E8B57"/>
                </a:solidFill>
                <a:cs typeface="+mn-lt"/>
              </a:rPr>
              <a:t>亿元</a:t>
            </a:r>
            <a:r>
              <a:rPr sz="1500">
                <a:solidFill>
                  <a:srgbClr val="1E4033"/>
                </a:solidFill>
                <a:cs typeface="+mn-lt"/>
              </a:rPr>
              <a:t>，居山东省首位</a:t>
            </a:r>
            <a:endParaRPr sz="1500">
              <a:solidFill>
                <a:srgbClr val="1E4033"/>
              </a:solidFill>
              <a:cs typeface="+mn-lt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6833870" y="2752725"/>
            <a:ext cx="4662170" cy="847090"/>
            <a:chOff x="10762" y="4335"/>
            <a:chExt cx="7342" cy="1334"/>
          </a:xfrm>
        </p:grpSpPr>
        <p:sp>
          <p:nvSpPr>
            <p:cNvPr id="30" name="任意多边形 29"/>
            <p:cNvSpPr/>
            <p:nvPr>
              <p:custDataLst>
                <p:tags r:id="rId23"/>
              </p:custDataLst>
            </p:nvPr>
          </p:nvSpPr>
          <p:spPr>
            <a:xfrm>
              <a:off x="10762" y="4335"/>
              <a:ext cx="7343" cy="1335"/>
            </a:xfrm>
            <a:custGeom>
              <a:avLst/>
              <a:gdLst>
                <a:gd name="sw" fmla="*/ 1 w 7342"/>
                <a:gd name="sh" fmla="*/ 1 h 1335"/>
                <a:gd name="mins" fmla="min sw sh"/>
                <a:gd name="dsw" fmla="+- 0 sw mins"/>
                <a:gd name="dsh" fmla="+- 0 sh mins"/>
                <a:gd name="p0x0" fmla="*/ 0 w 7342"/>
                <a:gd name="p0y0" fmla="*/ 0 h 1335"/>
                <a:gd name="p0x1" fmla="*/ 7342 w 7342"/>
                <a:gd name="p0y1" fmla="*/ 0 h 1335"/>
                <a:gd name="p0x2" fmla="*/ 7342 w 7342"/>
                <a:gd name="p0y2" fmla="*/ 1335 h 1335"/>
                <a:gd name="p0x3" fmla="*/ 0 w 7342"/>
                <a:gd name="p0y3" fmla="*/ 1335 h 1335"/>
                <a:gd name="p0x4" fmla="*/ 0 w 7342"/>
                <a:gd name="p0y4" fmla="*/ 0 h 13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>
              <p:custDataLst>
                <p:tags r:id="rId24"/>
              </p:custDataLst>
            </p:nvPr>
          </p:nvSpPr>
          <p:spPr>
            <a:xfrm>
              <a:off x="10762" y="5655"/>
              <a:ext cx="7343" cy="15"/>
            </a:xfrm>
            <a:custGeom>
              <a:avLst/>
              <a:gdLst>
                <a:gd name="sw" fmla="*/ 1 w 7342"/>
                <a:gd name="sh" fmla="*/ 1 h 15"/>
                <a:gd name="mins" fmla="min sw sh"/>
                <a:gd name="dsw" fmla="+- 0 sw mins"/>
                <a:gd name="dsh" fmla="+- 0 sh mins"/>
                <a:gd name="p0x0" fmla="*/ 7342 w 7342"/>
                <a:gd name="p0y0" fmla="*/ 15 h 15"/>
                <a:gd name="p0x1" fmla="*/ 0 w 7342"/>
                <a:gd name="p0y1" fmla="*/ 15 h 15"/>
                <a:gd name="p0x2" fmla="*/ 0 w 7342"/>
                <a:gd name="p0y2" fmla="*/ 0 h 15"/>
                <a:gd name="p0x3" fmla="*/ 7342 w 7342"/>
                <a:gd name="p0y3" fmla="*/ 0 h 15"/>
                <a:gd name="p0x4" fmla="*/ 7342 w 7342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4">
                <a:lumMod val="30400"/>
                <a:lumOff val="696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3" name="任意多边形 32"/>
          <p:cNvSpPr/>
          <p:nvPr>
            <p:custDataLst>
              <p:tags r:id="rId25"/>
            </p:custDataLst>
          </p:nvPr>
        </p:nvSpPr>
        <p:spPr>
          <a:xfrm>
            <a:off x="6833870" y="295275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26"/>
            </p:custDataLst>
          </p:nvPr>
        </p:nvSpPr>
        <p:spPr>
          <a:xfrm>
            <a:off x="7043442" y="2852738"/>
            <a:ext cx="445323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1E4033"/>
                </a:solidFill>
                <a:cs typeface="+mn-lt"/>
              </a:rPr>
              <a:t>2025</a:t>
            </a:r>
            <a:r>
              <a:rPr lang="zh-CN" altLang="en-US" sz="1500">
                <a:solidFill>
                  <a:srgbClr val="1E4033"/>
                </a:solidFill>
                <a:cs typeface="+mn-lt"/>
              </a:rPr>
              <a:t>年新增农村产权交易额</a:t>
            </a:r>
            <a:r>
              <a:rPr lang="en-US" altLang="zh-CN" sz="1500">
                <a:solidFill>
                  <a:srgbClr val="1E4033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2E8B57"/>
                </a:solidFill>
                <a:cs typeface="+mn-lt"/>
              </a:rPr>
              <a:t>43.4</a:t>
            </a:r>
            <a:r>
              <a:rPr lang="zh-CN" altLang="en-US" sz="1500" b="1">
                <a:solidFill>
                  <a:srgbClr val="2E8B57"/>
                </a:solidFill>
                <a:cs typeface="+mn-lt"/>
              </a:rPr>
              <a:t>亿元</a:t>
            </a:r>
            <a:r>
              <a:rPr lang="zh-CN" altLang="en-US" sz="1500">
                <a:solidFill>
                  <a:srgbClr val="1E4033"/>
                </a:solidFill>
                <a:cs typeface="+mn-lt"/>
              </a:rPr>
              <a:t>，其中线上交易额达</a:t>
            </a:r>
            <a:r>
              <a:rPr lang="en-US" altLang="zh-CN" sz="1500">
                <a:solidFill>
                  <a:srgbClr val="1E4033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2E8B57"/>
                </a:solidFill>
                <a:cs typeface="+mn-lt"/>
              </a:rPr>
              <a:t>38.4</a:t>
            </a:r>
            <a:r>
              <a:rPr lang="zh-CN" altLang="en-US" sz="1500" b="1">
                <a:solidFill>
                  <a:srgbClr val="2E8B57"/>
                </a:solidFill>
                <a:cs typeface="+mn-lt"/>
              </a:rPr>
              <a:t>亿元</a:t>
            </a:r>
            <a:r>
              <a:rPr lang="zh-CN" altLang="en-US" sz="1500">
                <a:solidFill>
                  <a:srgbClr val="1E4033"/>
                </a:solidFill>
                <a:cs typeface="+mn-lt"/>
              </a:rPr>
              <a:t>，为上年交易额的近</a:t>
            </a:r>
            <a:r>
              <a:rPr lang="en-US" altLang="zh-CN" sz="1500">
                <a:solidFill>
                  <a:srgbClr val="1E4033"/>
                </a:solidFill>
                <a:cs typeface="+mn-lt"/>
              </a:rPr>
              <a:t>4</a:t>
            </a:r>
            <a:r>
              <a:rPr lang="zh-CN" altLang="en-US" sz="1500">
                <a:solidFill>
                  <a:srgbClr val="1E4033"/>
                </a:solidFill>
                <a:cs typeface="+mn-lt"/>
              </a:rPr>
              <a:t>倍</a:t>
            </a:r>
            <a:endParaRPr lang="zh-CN" altLang="en-US" sz="1500">
              <a:solidFill>
                <a:srgbClr val="1E4033"/>
              </a:solidFill>
              <a:cs typeface="+mn-lt"/>
            </a:endParaRPr>
          </a:p>
        </p:txBody>
      </p:sp>
      <p:sp>
        <p:nvSpPr>
          <p:cNvPr id="35" name="任意多边形 34"/>
          <p:cNvSpPr/>
          <p:nvPr>
            <p:custDataLst>
              <p:tags r:id="rId27"/>
            </p:custDataLst>
          </p:nvPr>
        </p:nvSpPr>
        <p:spPr>
          <a:xfrm>
            <a:off x="6833870" y="380047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28"/>
            </p:custDataLst>
          </p:nvPr>
        </p:nvSpPr>
        <p:spPr>
          <a:xfrm>
            <a:off x="7043442" y="3700463"/>
            <a:ext cx="256401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1E4033"/>
                </a:solidFill>
                <a:cs typeface="+mn-lt"/>
              </a:rPr>
              <a:t>为村集体增收节支</a:t>
            </a:r>
            <a:r>
              <a:rPr lang="en-US" altLang="zh-CN" sz="1500">
                <a:solidFill>
                  <a:srgbClr val="1E4033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2E8B57"/>
                </a:solidFill>
                <a:cs typeface="+mn-lt"/>
              </a:rPr>
              <a:t>1.26</a:t>
            </a:r>
            <a:r>
              <a:rPr lang="zh-CN" altLang="en-US" sz="1500" b="1">
                <a:solidFill>
                  <a:srgbClr val="2E8B57"/>
                </a:solidFill>
                <a:cs typeface="+mn-lt"/>
              </a:rPr>
              <a:t>亿元</a:t>
            </a:r>
            <a:endParaRPr lang="zh-CN" altLang="en-US" sz="1500" b="1">
              <a:solidFill>
                <a:srgbClr val="2E8B57"/>
              </a:solidFill>
              <a:cs typeface="+mn-lt"/>
            </a:endParaRPr>
          </a:p>
        </p:txBody>
      </p:sp>
      <p:sp>
        <p:nvSpPr>
          <p:cNvPr id="37" name="任意多边形 36"/>
          <p:cNvSpPr/>
          <p:nvPr>
            <p:custDataLst>
              <p:tags r:id="rId29"/>
            </p:custDataLst>
          </p:nvPr>
        </p:nvSpPr>
        <p:spPr>
          <a:xfrm>
            <a:off x="6838315" y="4290695"/>
            <a:ext cx="4653280" cy="1866900"/>
          </a:xfrm>
          <a:custGeom>
            <a:avLst/>
            <a:gdLst>
              <a:gd name="sw" fmla="*/ 1 w 7327"/>
              <a:gd name="sh" fmla="*/ 1 h 2940"/>
              <a:gd name="mins" fmla="min sw sh"/>
              <a:gd name="dsw" fmla="+- 0 sw mins"/>
              <a:gd name="dsh" fmla="+- 0 sh mins"/>
              <a:gd name="p0x0" fmla="*/ 210 w 7327"/>
              <a:gd name="p0y0" fmla="*/ 0 h 2940"/>
              <a:gd name="p0x1" fmla="*/ 7117 w 7327"/>
              <a:gd name="p0y1" fmla="*/ 0 h 2940"/>
              <a:gd name="p0x2" fmla="*/ 7233 w 7327"/>
              <a:gd name="p0y2" fmla="*/ 0 h 2940"/>
              <a:gd name="p0x3" fmla="*/ 7327 w 7327"/>
              <a:gd name="p0y3" fmla="*/ 94 h 2940"/>
              <a:gd name="p0x4" fmla="*/ 7327 w 7327"/>
              <a:gd name="p0y4" fmla="*/ 210 h 2940"/>
              <a:gd name="p0x5" fmla="*/ 7327 w 7327"/>
              <a:gd name="p0y5" fmla="*/ 2730 h 2940"/>
              <a:gd name="p0x6" fmla="*/ 7327 w 7327"/>
              <a:gd name="p0y6" fmla="*/ 2845 h 2940"/>
              <a:gd name="p0x7" fmla="*/ 7233 w 7327"/>
              <a:gd name="p0y7" fmla="*/ 2940 h 2940"/>
              <a:gd name="p0x8" fmla="*/ 7117 w 7327"/>
              <a:gd name="p0y8" fmla="*/ 2940 h 2940"/>
              <a:gd name="p0x9" fmla="*/ 210 w 7327"/>
              <a:gd name="p0y9" fmla="*/ 2940 h 2940"/>
              <a:gd name="p0x10" fmla="*/ 94 w 7327"/>
              <a:gd name="p0y10" fmla="*/ 2940 h 2940"/>
              <a:gd name="p0x11" fmla="*/ 0 w 7327"/>
              <a:gd name="p0y11" fmla="*/ 2845 h 2940"/>
              <a:gd name="p0x12" fmla="*/ 0 w 7327"/>
              <a:gd name="p0y12" fmla="*/ 2730 h 2940"/>
              <a:gd name="p0x13" fmla="*/ 0 w 7327"/>
              <a:gd name="p0y13" fmla="*/ 210 h 2940"/>
              <a:gd name="p0x14" fmla="*/ 0 w 7327"/>
              <a:gd name="p0y14" fmla="*/ 94 h 2940"/>
              <a:gd name="p0x15" fmla="*/ 94 w 7327"/>
              <a:gd name="p0y15" fmla="*/ 0 h 2940"/>
              <a:gd name="p0x16" fmla="*/ 210 w 7327"/>
              <a:gd name="p0y16" fmla="*/ 0 h 29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846"/>
              <a:lumOff val="82154"/>
            </a:schemeClr>
          </a:solidFill>
          <a:ln w="9525" cmpd="sng">
            <a:solidFill>
              <a:srgbClr val="B8D4C4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0"/>
            </p:custDataLst>
          </p:nvPr>
        </p:nvSpPr>
        <p:spPr>
          <a:xfrm>
            <a:off x="6995817" y="4448175"/>
            <a:ext cx="4338933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2100" b="1">
                <a:solidFill>
                  <a:srgbClr val="0F3D28"/>
                </a:solidFill>
                <a:cs typeface="+mn-lt"/>
              </a:rPr>
              <a:t>集市用地出租项目</a:t>
            </a:r>
            <a:r>
              <a:rPr lang="en-US" altLang="zh-CN" sz="2100" b="1">
                <a:solidFill>
                  <a:srgbClr val="0F3D28"/>
                </a:solidFill>
                <a:cs typeface="+mn-lt"/>
              </a:rPr>
              <a:t> · </a:t>
            </a:r>
            <a:r>
              <a:rPr lang="zh-CN" altLang="en-US" sz="2100" b="1">
                <a:solidFill>
                  <a:srgbClr val="0F3D28"/>
                </a:solidFill>
                <a:cs typeface="+mn-lt"/>
              </a:rPr>
              <a:t>公开竞价</a:t>
            </a:r>
            <a:endParaRPr lang="zh-CN" altLang="en-US" sz="2100" b="1">
              <a:solidFill>
                <a:srgbClr val="0F3D28"/>
              </a:solidFill>
              <a:cs typeface="+mn-lt"/>
            </a:endParaRPr>
          </a:p>
        </p:txBody>
      </p:sp>
      <p:sp>
        <p:nvSpPr>
          <p:cNvPr id="39" name="文本框 38"/>
          <p:cNvSpPr txBox="1"/>
          <p:nvPr>
            <p:custDataLst>
              <p:tags r:id="rId31"/>
            </p:custDataLst>
          </p:nvPr>
        </p:nvSpPr>
        <p:spPr>
          <a:xfrm>
            <a:off x="6995817" y="4862513"/>
            <a:ext cx="433893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0F3D28"/>
                </a:solidFill>
                <a:cs typeface="+mn-lt"/>
              </a:rPr>
              <a:t>一处集市用地出租项目底价仅</a:t>
            </a:r>
            <a:r>
              <a:rPr lang="en-US" altLang="zh-CN" sz="1500">
                <a:solidFill>
                  <a:srgbClr val="0F3D28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1F6B4A"/>
                </a:solidFill>
                <a:cs typeface="+mn-lt"/>
              </a:rPr>
              <a:t>5.6</a:t>
            </a:r>
            <a:r>
              <a:rPr lang="zh-CN" altLang="en-US" sz="1500" b="1">
                <a:solidFill>
                  <a:srgbClr val="1F6B4A"/>
                </a:solidFill>
                <a:cs typeface="+mn-lt"/>
              </a:rPr>
              <a:t>万元</a:t>
            </a:r>
            <a:r>
              <a:rPr lang="en-US" altLang="zh-CN" sz="1500" b="1">
                <a:solidFill>
                  <a:srgbClr val="1F6B4A"/>
                </a:solidFill>
                <a:cs typeface="+mn-lt"/>
              </a:rPr>
              <a:t>/</a:t>
            </a:r>
            <a:r>
              <a:rPr lang="zh-CN" altLang="en-US" sz="1500" b="1">
                <a:solidFill>
                  <a:srgbClr val="1F6B4A"/>
                </a:solidFill>
                <a:cs typeface="+mn-lt"/>
              </a:rPr>
              <a:t>年</a:t>
            </a:r>
            <a:r>
              <a:rPr lang="zh-CN" altLang="en-US" sz="1500">
                <a:solidFill>
                  <a:srgbClr val="0F3D28"/>
                </a:solidFill>
                <a:cs typeface="+mn-lt"/>
              </a:rPr>
              <a:t>，历经</a:t>
            </a:r>
            <a:r>
              <a:rPr lang="en-US" altLang="zh-CN" sz="1500">
                <a:solidFill>
                  <a:srgbClr val="0F3D28"/>
                </a:solidFill>
                <a:cs typeface="+mn-lt"/>
              </a:rPr>
              <a:t> </a:t>
            </a:r>
            <a:endParaRPr lang="en-US" altLang="zh-CN" sz="1500">
              <a:solidFill>
                <a:srgbClr val="0F3D28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lang="en-US" altLang="zh-CN" sz="1500" b="1">
                <a:solidFill>
                  <a:srgbClr val="1F6B4A"/>
                </a:solidFill>
                <a:cs typeface="+mn-lt"/>
              </a:rPr>
              <a:t>99</a:t>
            </a:r>
            <a:r>
              <a:rPr lang="zh-CN" altLang="en-US" sz="1500" b="1">
                <a:solidFill>
                  <a:srgbClr val="1F6B4A"/>
                </a:solidFill>
                <a:cs typeface="+mn-lt"/>
              </a:rPr>
              <a:t>轮</a:t>
            </a:r>
            <a:r>
              <a:rPr sz="1500">
                <a:solidFill>
                  <a:srgbClr val="0F3D28"/>
                </a:solidFill>
                <a:cs typeface="+mn-lt"/>
              </a:rPr>
              <a:t>竞价成交。</a:t>
            </a:r>
            <a:endParaRPr sz="1500">
              <a:solidFill>
                <a:srgbClr val="0F3D28"/>
              </a:solidFill>
              <a:cs typeface="+mn-lt"/>
            </a:endParaRPr>
          </a:p>
        </p:txBody>
      </p:sp>
      <p:sp>
        <p:nvSpPr>
          <p:cNvPr id="40" name="任意多边形 39"/>
          <p:cNvSpPr/>
          <p:nvPr>
            <p:custDataLst>
              <p:tags r:id="rId32"/>
            </p:custDataLst>
          </p:nvPr>
        </p:nvSpPr>
        <p:spPr>
          <a:xfrm>
            <a:off x="6988810" y="4979035"/>
            <a:ext cx="1114425" cy="1014095"/>
          </a:xfrm>
          <a:custGeom>
            <a:avLst/>
            <a:gdLst>
              <a:gd name="sw" fmla="*/ 1 w 1755"/>
              <a:gd name="sh" fmla="*/ 1 h 1597"/>
              <a:gd name="mins" fmla="min sw sh"/>
              <a:gd name="dsw" fmla="+- 0 sw mins"/>
              <a:gd name="dsh" fmla="+- 0 sh mins"/>
              <a:gd name="p0x0" fmla="*/ 120 w 1755"/>
              <a:gd name="p0y0" fmla="*/ 0 h 1597"/>
              <a:gd name="p0x1" fmla="*/ 1635 w 1755"/>
              <a:gd name="p0y1" fmla="*/ 0 h 1597"/>
              <a:gd name="p0x2" fmla="*/ 1701 w 1755"/>
              <a:gd name="p0y2" fmla="*/ 0 h 1597"/>
              <a:gd name="p0x3" fmla="*/ 1755 w 1755"/>
              <a:gd name="p0y3" fmla="*/ 53 h 1597"/>
              <a:gd name="p0x4" fmla="*/ 1755 w 1755"/>
              <a:gd name="p0y4" fmla="*/ 120 h 1597"/>
              <a:gd name="p0x5" fmla="*/ 1755 w 1755"/>
              <a:gd name="p0y5" fmla="*/ 1477 h 1597"/>
              <a:gd name="p0x6" fmla="*/ 1755 w 1755"/>
              <a:gd name="p0y6" fmla="*/ 1543 h 1597"/>
              <a:gd name="p0x7" fmla="*/ 1701 w 1755"/>
              <a:gd name="p0y7" fmla="*/ 1597 h 1597"/>
              <a:gd name="p0x8" fmla="*/ 1635 w 1755"/>
              <a:gd name="p0y8" fmla="*/ 1597 h 1597"/>
              <a:gd name="p0x9" fmla="*/ 120 w 1755"/>
              <a:gd name="p0y9" fmla="*/ 1597 h 1597"/>
              <a:gd name="p0x10" fmla="*/ 53 w 1755"/>
              <a:gd name="p0y10" fmla="*/ 1597 h 1597"/>
              <a:gd name="p0x11" fmla="*/ 0 w 1755"/>
              <a:gd name="p0y11" fmla="*/ 1543 h 1597"/>
              <a:gd name="p0x12" fmla="*/ 0 w 1755"/>
              <a:gd name="p0y12" fmla="*/ 1477 h 1597"/>
              <a:gd name="p0x13" fmla="*/ 0 w 1755"/>
              <a:gd name="p0y13" fmla="*/ 120 h 1597"/>
              <a:gd name="p0x14" fmla="*/ 0 w 1755"/>
              <a:gd name="p0y14" fmla="*/ 53 h 1597"/>
              <a:gd name="p0x15" fmla="*/ 53 w 1755"/>
              <a:gd name="p0y15" fmla="*/ 0 h 1597"/>
              <a:gd name="p0x16" fmla="*/ 120 w 1755"/>
              <a:gd name="p0y16" fmla="*/ 0 h 15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C4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3"/>
            </p:custDataLst>
          </p:nvPr>
        </p:nvSpPr>
        <p:spPr>
          <a:xfrm>
            <a:off x="7337975" y="5098256"/>
            <a:ext cx="41612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 spc="63">
                <a:solidFill>
                  <a:srgbClr val="6B8779"/>
                </a:solidFill>
                <a:cs typeface="+mn-lt"/>
              </a:rPr>
              <a:t>底价</a:t>
            </a:r>
            <a:endParaRPr sz="1050" spc="63">
              <a:solidFill>
                <a:srgbClr val="6B8779"/>
              </a:solidFill>
              <a:cs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34"/>
            </p:custDataLst>
          </p:nvPr>
        </p:nvSpPr>
        <p:spPr>
          <a:xfrm>
            <a:off x="7237038" y="5312569"/>
            <a:ext cx="617934" cy="561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650" b="1">
                <a:solidFill>
                  <a:srgbClr val="1E4033"/>
                </a:solidFill>
                <a:cs typeface="+mn-lt"/>
              </a:rPr>
              <a:t>5.6</a:t>
            </a:r>
            <a:r>
              <a:rPr lang="zh-CN" altLang="en-US" sz="1650" b="1">
                <a:solidFill>
                  <a:srgbClr val="1E4033"/>
                </a:solidFill>
                <a:cs typeface="+mn-lt"/>
              </a:rPr>
              <a:t>万元</a:t>
            </a:r>
            <a:r>
              <a:rPr lang="en-US" altLang="zh-CN" sz="1650" b="1">
                <a:solidFill>
                  <a:srgbClr val="1E4033"/>
                </a:solidFill>
                <a:cs typeface="+mn-lt"/>
              </a:rPr>
              <a:t>/</a:t>
            </a:r>
            <a:r>
              <a:rPr lang="zh-CN" altLang="en-US" sz="1650" b="1">
                <a:solidFill>
                  <a:srgbClr val="1E4033"/>
                </a:solidFill>
                <a:cs typeface="+mn-lt"/>
              </a:rPr>
              <a:t>年</a:t>
            </a:r>
            <a:endParaRPr lang="zh-CN" altLang="en-US" sz="165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43" name="文本框 42"/>
          <p:cNvSpPr txBox="1"/>
          <p:nvPr>
            <p:custDataLst>
              <p:tags r:id="rId35"/>
            </p:custDataLst>
          </p:nvPr>
        </p:nvSpPr>
        <p:spPr>
          <a:xfrm>
            <a:off x="8222314" y="5310188"/>
            <a:ext cx="5334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F6B4A"/>
                </a:solidFill>
                <a:cs typeface="+mn-lt"/>
              </a:rPr>
              <a:t>→</a:t>
            </a:r>
            <a:endParaRPr sz="2100" b="1">
              <a:solidFill>
                <a:srgbClr val="1F6B4A"/>
              </a:solidFill>
              <a:cs typeface="+mn-lt"/>
            </a:endParaRPr>
          </a:p>
        </p:txBody>
      </p:sp>
      <p:sp>
        <p:nvSpPr>
          <p:cNvPr id="44" name="任意多边形 43"/>
          <p:cNvSpPr/>
          <p:nvPr>
            <p:custDataLst>
              <p:tags r:id="rId36"/>
            </p:custDataLst>
          </p:nvPr>
        </p:nvSpPr>
        <p:spPr>
          <a:xfrm>
            <a:off x="8608060" y="4890770"/>
            <a:ext cx="1114425" cy="1190625"/>
          </a:xfrm>
          <a:custGeom>
            <a:avLst/>
            <a:gdLst>
              <a:gd name="sw" fmla="*/ 1 w 1755"/>
              <a:gd name="sh" fmla="*/ 1 h 1875"/>
              <a:gd name="mins" fmla="min sw sh"/>
              <a:gd name="dsw" fmla="+- 0 sw mins"/>
              <a:gd name="dsh" fmla="+- 0 sh mins"/>
              <a:gd name="p0x0" fmla="*/ 120 w 1755"/>
              <a:gd name="p0y0" fmla="*/ 0 h 1875"/>
              <a:gd name="p0x1" fmla="*/ 1635 w 1755"/>
              <a:gd name="p0y1" fmla="*/ 0 h 1875"/>
              <a:gd name="p0x2" fmla="*/ 1701 w 1755"/>
              <a:gd name="p0y2" fmla="*/ 0 h 1875"/>
              <a:gd name="p0x3" fmla="*/ 1755 w 1755"/>
              <a:gd name="p0y3" fmla="*/ 53 h 1875"/>
              <a:gd name="p0x4" fmla="*/ 1755 w 1755"/>
              <a:gd name="p0y4" fmla="*/ 120 h 1875"/>
              <a:gd name="p0x5" fmla="*/ 1755 w 1755"/>
              <a:gd name="p0y5" fmla="*/ 1755 h 1875"/>
              <a:gd name="p0x6" fmla="*/ 1755 w 1755"/>
              <a:gd name="p0y6" fmla="*/ 1821 h 1875"/>
              <a:gd name="p0x7" fmla="*/ 1701 w 1755"/>
              <a:gd name="p0y7" fmla="*/ 1875 h 1875"/>
              <a:gd name="p0x8" fmla="*/ 1635 w 1755"/>
              <a:gd name="p0y8" fmla="*/ 1875 h 1875"/>
              <a:gd name="p0x9" fmla="*/ 120 w 1755"/>
              <a:gd name="p0y9" fmla="*/ 1875 h 1875"/>
              <a:gd name="p0x10" fmla="*/ 53 w 1755"/>
              <a:gd name="p0y10" fmla="*/ 1875 h 1875"/>
              <a:gd name="p0x11" fmla="*/ 0 w 1755"/>
              <a:gd name="p0y11" fmla="*/ 1821 h 1875"/>
              <a:gd name="p0x12" fmla="*/ 0 w 1755"/>
              <a:gd name="p0y12" fmla="*/ 1755 h 1875"/>
              <a:gd name="p0x13" fmla="*/ 0 w 1755"/>
              <a:gd name="p0y13" fmla="*/ 120 h 1875"/>
              <a:gd name="p0x14" fmla="*/ 0 w 1755"/>
              <a:gd name="p0y14" fmla="*/ 53 h 1875"/>
              <a:gd name="p0x15" fmla="*/ 53 w 1755"/>
              <a:gd name="p0y15" fmla="*/ 0 h 1875"/>
              <a:gd name="p0x16" fmla="*/ 120 w 175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C4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37"/>
            </p:custDataLst>
          </p:nvPr>
        </p:nvSpPr>
        <p:spPr>
          <a:xfrm>
            <a:off x="8791356" y="5010150"/>
            <a:ext cx="74786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050" spc="63">
                <a:solidFill>
                  <a:srgbClr val="6B8779"/>
                </a:solidFill>
                <a:cs typeface="+mn-lt"/>
              </a:rPr>
              <a:t>99</a:t>
            </a:r>
            <a:r>
              <a:rPr lang="zh-CN" sz="1050" spc="63">
                <a:solidFill>
                  <a:srgbClr val="6B8779"/>
                </a:solidFill>
                <a:cs typeface="+mn-lt"/>
              </a:rPr>
              <a:t>轮竞价后成交</a:t>
            </a:r>
            <a:endParaRPr lang="zh-CN" sz="1050" spc="63">
              <a:solidFill>
                <a:srgbClr val="6B8779"/>
              </a:solidFill>
              <a:cs typeface="+mn-lt"/>
            </a:endParaRPr>
          </a:p>
        </p:txBody>
      </p:sp>
      <p:sp>
        <p:nvSpPr>
          <p:cNvPr id="46" name="文本框 45"/>
          <p:cNvSpPr txBox="1"/>
          <p:nvPr>
            <p:custDataLst>
              <p:tags r:id="rId38"/>
            </p:custDataLst>
          </p:nvPr>
        </p:nvSpPr>
        <p:spPr>
          <a:xfrm>
            <a:off x="8823645" y="5400675"/>
            <a:ext cx="683276" cy="5619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650" b="1">
                <a:solidFill>
                  <a:srgbClr val="1E4033"/>
                </a:solidFill>
                <a:cs typeface="+mn-lt"/>
              </a:rPr>
              <a:t>35.9</a:t>
            </a:r>
            <a:r>
              <a:rPr lang="zh-CN" altLang="en-US" sz="1650" b="1">
                <a:solidFill>
                  <a:srgbClr val="1E4033"/>
                </a:solidFill>
                <a:cs typeface="+mn-lt"/>
              </a:rPr>
              <a:t>万元</a:t>
            </a:r>
            <a:r>
              <a:rPr lang="en-US" altLang="zh-CN" sz="1650" b="1">
                <a:solidFill>
                  <a:srgbClr val="1E4033"/>
                </a:solidFill>
                <a:cs typeface="+mn-lt"/>
              </a:rPr>
              <a:t>/</a:t>
            </a:r>
            <a:r>
              <a:rPr lang="zh-CN" altLang="en-US" sz="1650" b="1">
                <a:solidFill>
                  <a:srgbClr val="1E4033"/>
                </a:solidFill>
                <a:cs typeface="+mn-lt"/>
              </a:rPr>
              <a:t>年</a:t>
            </a:r>
            <a:endParaRPr lang="zh-CN" altLang="en-US" sz="165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47" name="文本框 46"/>
          <p:cNvSpPr txBox="1"/>
          <p:nvPr>
            <p:custDataLst>
              <p:tags r:id="rId39"/>
            </p:custDataLst>
          </p:nvPr>
        </p:nvSpPr>
        <p:spPr>
          <a:xfrm>
            <a:off x="9841564" y="5310188"/>
            <a:ext cx="5334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F6B4A"/>
                </a:solidFill>
                <a:cs typeface="+mn-lt"/>
              </a:rPr>
              <a:t>→</a:t>
            </a:r>
            <a:endParaRPr sz="2100" b="1">
              <a:solidFill>
                <a:srgbClr val="1F6B4A"/>
              </a:solidFill>
              <a:cs typeface="+mn-lt"/>
            </a:endParaRPr>
          </a:p>
        </p:txBody>
      </p:sp>
      <p:sp>
        <p:nvSpPr>
          <p:cNvPr id="48" name="任意多边形 47"/>
          <p:cNvSpPr/>
          <p:nvPr>
            <p:custDataLst>
              <p:tags r:id="rId40"/>
            </p:custDataLst>
          </p:nvPr>
        </p:nvSpPr>
        <p:spPr>
          <a:xfrm>
            <a:off x="10222230" y="5074285"/>
            <a:ext cx="1123950" cy="823595"/>
          </a:xfrm>
          <a:custGeom>
            <a:avLst/>
            <a:gdLst>
              <a:gd name="sw" fmla="*/ 1 w 1770"/>
              <a:gd name="sh" fmla="*/ 1 h 1297"/>
              <a:gd name="mins" fmla="min sw sh"/>
              <a:gd name="dsw" fmla="+- 0 sw mins"/>
              <a:gd name="dsh" fmla="+- 0 sh mins"/>
              <a:gd name="p0x0" fmla="*/ 120 w 1770"/>
              <a:gd name="p0y0" fmla="*/ 0 h 1297"/>
              <a:gd name="p0x1" fmla="*/ 1650 w 1770"/>
              <a:gd name="p0y1" fmla="*/ 0 h 1297"/>
              <a:gd name="p0x2" fmla="*/ 1716 w 1770"/>
              <a:gd name="p0y2" fmla="*/ 0 h 1297"/>
              <a:gd name="p0x3" fmla="*/ 1770 w 1770"/>
              <a:gd name="p0y3" fmla="*/ 53 h 1297"/>
              <a:gd name="p0x4" fmla="*/ 1770 w 1770"/>
              <a:gd name="p0y4" fmla="*/ 120 h 1297"/>
              <a:gd name="p0x5" fmla="*/ 1770 w 1770"/>
              <a:gd name="p0y5" fmla="*/ 1177 h 1297"/>
              <a:gd name="p0x6" fmla="*/ 1770 w 1770"/>
              <a:gd name="p0y6" fmla="*/ 1243 h 1297"/>
              <a:gd name="p0x7" fmla="*/ 1716 w 1770"/>
              <a:gd name="p0y7" fmla="*/ 1297 h 1297"/>
              <a:gd name="p0x8" fmla="*/ 1650 w 1770"/>
              <a:gd name="p0y8" fmla="*/ 1297 h 1297"/>
              <a:gd name="p0x9" fmla="*/ 120 w 1770"/>
              <a:gd name="p0y9" fmla="*/ 1297 h 1297"/>
              <a:gd name="p0x10" fmla="*/ 53 w 1770"/>
              <a:gd name="p0y10" fmla="*/ 1297 h 1297"/>
              <a:gd name="p0x11" fmla="*/ 0 w 1770"/>
              <a:gd name="p0y11" fmla="*/ 1243 h 1297"/>
              <a:gd name="p0x12" fmla="*/ 0 w 1770"/>
              <a:gd name="p0y12" fmla="*/ 1177 h 1297"/>
              <a:gd name="p0x13" fmla="*/ 0 w 1770"/>
              <a:gd name="p0y13" fmla="*/ 120 h 1297"/>
              <a:gd name="p0x14" fmla="*/ 0 w 1770"/>
              <a:gd name="p0y14" fmla="*/ 53 h 1297"/>
              <a:gd name="p0x15" fmla="*/ 53 w 1770"/>
              <a:gd name="p0y15" fmla="*/ 0 h 1297"/>
              <a:gd name="p0x16" fmla="*/ 120 w 1770"/>
              <a:gd name="p0y16" fmla="*/ 0 h 12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4">
              <a:lumMod val="64615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41"/>
            </p:custDataLst>
          </p:nvPr>
        </p:nvSpPr>
        <p:spPr>
          <a:xfrm>
            <a:off x="10222564" y="5381149"/>
            <a:ext cx="1155878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400" b="1">
                <a:solidFill>
                  <a:srgbClr val="F5A623"/>
                </a:solidFill>
                <a:cs typeface="+mn-lt"/>
              </a:rPr>
              <a:t>541%</a:t>
            </a:r>
            <a:endParaRPr sz="2400" b="1">
              <a:solidFill>
                <a:srgbClr val="F5A623"/>
              </a:solidFill>
              <a:cs typeface="+mn-lt"/>
            </a:endParaRPr>
          </a:p>
        </p:txBody>
      </p:sp>
      <p:sp>
        <p:nvSpPr>
          <p:cNvPr id="51" name="文本框 50"/>
          <p:cNvSpPr txBox="1"/>
          <p:nvPr>
            <p:custDataLst>
              <p:tags r:id="rId42"/>
            </p:custDataLst>
          </p:nvPr>
        </p:nvSpPr>
        <p:spPr>
          <a:xfrm>
            <a:off x="7069789" y="5472113"/>
            <a:ext cx="4191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0F3D28"/>
                </a:solidFill>
                <a:cs typeface="+mn-lt"/>
              </a:rPr>
              <a:t>公开竞价让资产价值充分显化，推动集体收益由隐性流失转向显性增长。</a:t>
            </a:r>
            <a:endParaRPr sz="1500">
              <a:solidFill>
                <a:srgbClr val="0F3D28"/>
              </a:solidFill>
              <a:cs typeface="+mn-lt"/>
            </a:endParaRPr>
          </a:p>
        </p:txBody>
      </p:sp>
      <p:sp>
        <p:nvSpPr>
          <p:cNvPr id="49" name="文本框 48"/>
          <p:cNvSpPr txBox="1"/>
          <p:nvPr>
            <p:custDataLst>
              <p:tags r:id="rId43"/>
            </p:custDataLst>
          </p:nvPr>
        </p:nvSpPr>
        <p:spPr>
          <a:xfrm>
            <a:off x="10505780" y="5188744"/>
            <a:ext cx="55743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 spc="63">
                <a:solidFill>
                  <a:srgbClr val="F0F7F3">
                    <a:alpha val="85000"/>
                  </a:srgbClr>
                </a:solidFill>
                <a:cs typeface="+mn-lt"/>
              </a:rPr>
              <a:t>溢价率</a:t>
            </a:r>
            <a:endParaRPr sz="1050" spc="63">
              <a:solidFill>
                <a:srgbClr val="F0F7F3">
                  <a:alpha val="85000"/>
                </a:srgbClr>
              </a:solidFill>
              <a:cs typeface="+mn-lt"/>
            </a:endParaRPr>
          </a:p>
        </p:txBody>
      </p:sp>
      <p:sp>
        <p:nvSpPr>
          <p:cNvPr id="3" name="任意多边形 2"/>
          <p:cNvSpPr/>
          <p:nvPr>
            <p:custDataLst>
              <p:tags r:id="rId44"/>
            </p:custDataLst>
          </p:nvPr>
        </p:nvSpPr>
        <p:spPr>
          <a:xfrm>
            <a:off x="457200" y="552450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5"/>
            </p:custDataLst>
          </p:nvPr>
        </p:nvSpPr>
        <p:spPr>
          <a:xfrm>
            <a:off x="609600" y="433388"/>
            <a:ext cx="7189518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4033"/>
                </a:solidFill>
                <a:cs typeface="+mn-lt"/>
              </a:rPr>
              <a:t>产权交易应进必进</a:t>
            </a:r>
            <a:endParaRPr sz="30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46"/>
            </p:custDataLst>
          </p:nvPr>
        </p:nvSpPr>
        <p:spPr>
          <a:xfrm>
            <a:off x="609600" y="995363"/>
            <a:ext cx="757051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D6E60"/>
                </a:solidFill>
                <a:cs typeface="+mn-lt"/>
              </a:rPr>
              <a:t>平台化交易打破地域限制与熟人圈垄断，让沉睡资产在更大范围内实现价值最大化。</a:t>
            </a:r>
            <a:endParaRPr sz="1500" spc="30">
              <a:solidFill>
                <a:srgbClr val="4D6E60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57200" y="1071563"/>
            <a:ext cx="112776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D6E60"/>
                </a:solidFill>
                <a:cs typeface="+mn-lt"/>
              </a:rPr>
              <a:t>盘活增值并非个别现象，而是可复制推广的普遍经验。三地案例共同印证：</a:t>
            </a:r>
            <a:r>
              <a:rPr sz="1500" b="1">
                <a:solidFill>
                  <a:srgbClr val="2E8B57"/>
                </a:solidFill>
                <a:cs typeface="+mn-lt"/>
              </a:rPr>
              <a:t>底数摸清、交易进平台</a:t>
            </a:r>
            <a:r>
              <a:rPr sz="1500">
                <a:solidFill>
                  <a:srgbClr val="4D6E60"/>
                </a:solidFill>
                <a:cs typeface="+mn-lt"/>
              </a:rPr>
              <a:t>，集体资产就能转化为实打实的村集体收入。</a:t>
            </a:r>
            <a:endParaRPr sz="1500">
              <a:solidFill>
                <a:srgbClr val="4D6E60"/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2"/>
            </p:custDataLst>
          </p:nvPr>
        </p:nvSpPr>
        <p:spPr>
          <a:xfrm>
            <a:off x="461645" y="1890395"/>
            <a:ext cx="3622675" cy="4505325"/>
          </a:xfrm>
          <a:custGeom>
            <a:avLst/>
            <a:gdLst>
              <a:gd name="sw" fmla="*/ 1 w 5705"/>
              <a:gd name="sh" fmla="*/ 1 h 7095"/>
              <a:gd name="mins" fmla="min sw sh"/>
              <a:gd name="dsw" fmla="+- 0 sw mins"/>
              <a:gd name="dsh" fmla="+- 0 sh mins"/>
              <a:gd name="p0x0" fmla="*/ 270 w 5705"/>
              <a:gd name="p0y0" fmla="*/ 0 h 7095"/>
              <a:gd name="p0x1" fmla="*/ 5435 w 5705"/>
              <a:gd name="p0y1" fmla="*/ 0 h 7095"/>
              <a:gd name="p0x2" fmla="*/ 5584 w 5705"/>
              <a:gd name="p0y2" fmla="*/ 0 h 7095"/>
              <a:gd name="p0x3" fmla="*/ 5705 w 5705"/>
              <a:gd name="p0y3" fmla="*/ 120 h 7095"/>
              <a:gd name="p0x4" fmla="*/ 5705 w 5705"/>
              <a:gd name="p0y4" fmla="*/ 270 h 7095"/>
              <a:gd name="p0x5" fmla="*/ 5705 w 5705"/>
              <a:gd name="p0y5" fmla="*/ 6825 h 7095"/>
              <a:gd name="p0x6" fmla="*/ 5705 w 5705"/>
              <a:gd name="p0y6" fmla="*/ 6974 h 7095"/>
              <a:gd name="p0x7" fmla="*/ 5584 w 5705"/>
              <a:gd name="p0y7" fmla="*/ 7095 h 7095"/>
              <a:gd name="p0x8" fmla="*/ 5435 w 5705"/>
              <a:gd name="p0y8" fmla="*/ 7095 h 7095"/>
              <a:gd name="p0x9" fmla="*/ 270 w 5705"/>
              <a:gd name="p0y9" fmla="*/ 7095 h 7095"/>
              <a:gd name="p0x10" fmla="*/ 120 w 5705"/>
              <a:gd name="p0y10" fmla="*/ 7095 h 7095"/>
              <a:gd name="p0x11" fmla="*/ 0 w 5705"/>
              <a:gd name="p0y11" fmla="*/ 6974 h 7095"/>
              <a:gd name="p0x12" fmla="*/ 0 w 5705"/>
              <a:gd name="p0y12" fmla="*/ 6825 h 7095"/>
              <a:gd name="p0x13" fmla="*/ 0 w 5705"/>
              <a:gd name="p0y13" fmla="*/ 270 h 7095"/>
              <a:gd name="p0x14" fmla="*/ 0 w 5705"/>
              <a:gd name="p0y14" fmla="*/ 120 h 7095"/>
              <a:gd name="p0x15" fmla="*/ 120 w 5705"/>
              <a:gd name="p0y15" fmla="*/ 0 h 7095"/>
              <a:gd name="p0x16" fmla="*/ 270 w 5705"/>
              <a:gd name="p0y16" fmla="*/ 0 h 7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695325" y="22288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b4e3e51b-a760-11f1-8955-166c0110440b"/>
          <p:cNvPicPr/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762000" y="2295525"/>
            <a:ext cx="209550" cy="20955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1152525" y="2107883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E4033"/>
                </a:solidFill>
                <a:cs typeface="+mn-lt"/>
              </a:rPr>
              <a:t>青岛城阳区</a:t>
            </a:r>
            <a:endParaRPr sz="21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1152525" y="2476500"/>
            <a:ext cx="1371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8779"/>
                </a:solidFill>
                <a:cs typeface="+mn-lt"/>
              </a:rPr>
              <a:t>上马大集出租项目</a:t>
            </a:r>
            <a:endParaRPr sz="1200">
              <a:solidFill>
                <a:srgbClr val="6B8779"/>
              </a:solidFill>
              <a:cs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695325" y="2814638"/>
            <a:ext cx="308981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D6E60"/>
                </a:solidFill>
                <a:cs typeface="+mn-lt"/>
              </a:rPr>
              <a:t>经</a:t>
            </a:r>
            <a:r>
              <a:rPr lang="en-US" altLang="zh-CN" sz="1500">
                <a:solidFill>
                  <a:srgbClr val="4D6E60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4D6E60"/>
                </a:solidFill>
                <a:cs typeface="+mn-lt"/>
              </a:rPr>
              <a:t>475</a:t>
            </a:r>
            <a:r>
              <a:rPr lang="zh-CN" altLang="en-US" sz="1500" b="1">
                <a:solidFill>
                  <a:srgbClr val="4D6E60"/>
                </a:solidFill>
                <a:cs typeface="+mn-lt"/>
              </a:rPr>
              <a:t>轮</a:t>
            </a:r>
            <a:r>
              <a:rPr lang="en-US" altLang="en-US" sz="1500">
                <a:solidFill>
                  <a:srgbClr val="4D6E60"/>
                </a:solidFill>
                <a:cs typeface="+mn-lt"/>
              </a:rPr>
              <a:t> </a:t>
            </a:r>
            <a:r>
              <a:rPr lang="zh-CN" altLang="en-US" sz="1500">
                <a:solidFill>
                  <a:srgbClr val="4D6E60"/>
                </a:solidFill>
                <a:cs typeface="+mn-lt"/>
              </a:rPr>
              <a:t>竞价，年租金从</a:t>
            </a:r>
            <a:r>
              <a:rPr lang="en-US" altLang="zh-CN" sz="1500">
                <a:solidFill>
                  <a:srgbClr val="4D6E60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4D6E60"/>
                </a:solidFill>
                <a:cs typeface="+mn-lt"/>
              </a:rPr>
              <a:t>220</a:t>
            </a:r>
            <a:r>
              <a:rPr lang="zh-CN" altLang="en-US" sz="1500" b="1">
                <a:solidFill>
                  <a:srgbClr val="4D6E60"/>
                </a:solidFill>
                <a:cs typeface="+mn-lt"/>
              </a:rPr>
              <a:t>万元</a:t>
            </a:r>
            <a:endParaRPr lang="zh-CN" altLang="en-US" sz="1500" b="1">
              <a:solidFill>
                <a:srgbClr val="4D6E60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4D6E60"/>
                </a:solidFill>
                <a:cs typeface="+mn-lt"/>
              </a:rPr>
              <a:t> </a:t>
            </a:r>
            <a:r>
              <a:rPr lang="zh-CN" altLang="en-US" sz="1500">
                <a:solidFill>
                  <a:srgbClr val="4D6E60"/>
                </a:solidFill>
                <a:cs typeface="+mn-lt"/>
              </a:rPr>
              <a:t>涨至</a:t>
            </a:r>
            <a:r>
              <a:rPr lang="en-US" altLang="zh-CN" sz="1500">
                <a:solidFill>
                  <a:srgbClr val="4D6E60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4D6E60"/>
                </a:solidFill>
                <a:cs typeface="+mn-lt"/>
              </a:rPr>
              <a:t>390</a:t>
            </a:r>
            <a:r>
              <a:rPr lang="zh-CN" altLang="en-US" sz="1500" b="1">
                <a:solidFill>
                  <a:srgbClr val="4D6E60"/>
                </a:solidFill>
                <a:cs typeface="+mn-lt"/>
              </a:rPr>
              <a:t>万元</a:t>
            </a:r>
            <a:endParaRPr lang="zh-CN" altLang="en-US" sz="1500" b="1">
              <a:solidFill>
                <a:srgbClr val="4D6E60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695325" y="4343400"/>
            <a:ext cx="3155950" cy="716280"/>
          </a:xfrm>
          <a:custGeom>
            <a:avLst/>
            <a:gdLst>
              <a:gd name="sw" fmla="*/ 1 w 4970"/>
              <a:gd name="sh" fmla="*/ 1 h 1127"/>
              <a:gd name="mins" fmla="min sw sh"/>
              <a:gd name="dsw" fmla="+- 0 sw mins"/>
              <a:gd name="dsh" fmla="+- 0 sh mins"/>
              <a:gd name="p0x0" fmla="*/ 210 w 4970"/>
              <a:gd name="p0y0" fmla="*/ 0 h 1127"/>
              <a:gd name="p0x1" fmla="*/ 4760 w 4970"/>
              <a:gd name="p0y1" fmla="*/ 0 h 1127"/>
              <a:gd name="p0x2" fmla="*/ 4876 w 4970"/>
              <a:gd name="p0y2" fmla="*/ 0 h 1127"/>
              <a:gd name="p0x3" fmla="*/ 4970 w 4970"/>
              <a:gd name="p0y3" fmla="*/ 94 h 1127"/>
              <a:gd name="p0x4" fmla="*/ 4970 w 4970"/>
              <a:gd name="p0y4" fmla="*/ 210 h 1127"/>
              <a:gd name="p0x5" fmla="*/ 4970 w 4970"/>
              <a:gd name="p0y5" fmla="*/ 917 h 1127"/>
              <a:gd name="p0x6" fmla="*/ 4970 w 4970"/>
              <a:gd name="p0y6" fmla="*/ 1033 h 1127"/>
              <a:gd name="p0x7" fmla="*/ 4876 w 4970"/>
              <a:gd name="p0y7" fmla="*/ 1127 h 1127"/>
              <a:gd name="p0x8" fmla="*/ 4760 w 4970"/>
              <a:gd name="p0y8" fmla="*/ 1127 h 1127"/>
              <a:gd name="p0x9" fmla="*/ 210 w 4970"/>
              <a:gd name="p0y9" fmla="*/ 1127 h 1127"/>
              <a:gd name="p0x10" fmla="*/ 94 w 4970"/>
              <a:gd name="p0y10" fmla="*/ 1127 h 1127"/>
              <a:gd name="p0x11" fmla="*/ 0 w 4970"/>
              <a:gd name="p0y11" fmla="*/ 1033 h 1127"/>
              <a:gd name="p0x12" fmla="*/ 0 w 4970"/>
              <a:gd name="p0y12" fmla="*/ 917 h 1127"/>
              <a:gd name="p0x13" fmla="*/ 0 w 4970"/>
              <a:gd name="p0y13" fmla="*/ 210 h 1127"/>
              <a:gd name="p0x14" fmla="*/ 0 w 4970"/>
              <a:gd name="p0y14" fmla="*/ 94 h 1127"/>
              <a:gd name="p0x15" fmla="*/ 94 w 4970"/>
              <a:gd name="p0y15" fmla="*/ 0 h 1127"/>
              <a:gd name="p0x16" fmla="*/ 210 w 4970"/>
              <a:gd name="p0y16" fmla="*/ 0 h 112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885825" y="4492114"/>
            <a:ext cx="1670666" cy="4181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en-US" sz="2700" b="1">
                <a:solidFill>
                  <a:srgbClr val="2E8B57"/>
                </a:solidFill>
                <a:cs typeface="+mn-lt"/>
              </a:rPr>
              <a:t>880</a:t>
            </a:r>
            <a:r>
              <a:rPr lang="zh-CN" sz="2700" b="1">
                <a:solidFill>
                  <a:srgbClr val="2E8B57"/>
                </a:solidFill>
                <a:cs typeface="+mn-lt"/>
              </a:rPr>
              <a:t>万元</a:t>
            </a:r>
            <a:endParaRPr lang="zh-CN" sz="2700" b="1">
              <a:solidFill>
                <a:srgbClr val="2E8B57"/>
              </a:solidFill>
              <a:cs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2365991" y="4484522"/>
            <a:ext cx="685876" cy="4285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3000"/>
              </a:lnSpc>
            </a:pPr>
            <a:r>
              <a:rPr sz="1200">
                <a:solidFill>
                  <a:srgbClr val="0F3D28"/>
                </a:solidFill>
                <a:cs typeface="+mn-lt"/>
              </a:rPr>
              <a:t>合同期内</a:t>
            </a:r>
            <a:endParaRPr sz="1200">
              <a:solidFill>
                <a:srgbClr val="0F3D28"/>
              </a:solidFill>
              <a:cs typeface="+mn-lt"/>
            </a:endParaRPr>
          </a:p>
          <a:p>
            <a:pPr algn="l">
              <a:lnSpc>
                <a:spcPct val="113000"/>
              </a:lnSpc>
            </a:pPr>
            <a:r>
              <a:rPr sz="1200">
                <a:solidFill>
                  <a:srgbClr val="0F3D28"/>
                </a:solidFill>
                <a:cs typeface="+mn-lt"/>
              </a:rPr>
              <a:t>累计增收</a:t>
            </a:r>
            <a:endParaRPr sz="1200">
              <a:solidFill>
                <a:srgbClr val="0F3D28"/>
              </a:solidFill>
              <a:cs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13"/>
            </p:custDataLst>
          </p:nvPr>
        </p:nvSpPr>
        <p:spPr>
          <a:xfrm>
            <a:off x="699770" y="5178425"/>
            <a:ext cx="1511300" cy="979170"/>
          </a:xfrm>
          <a:custGeom>
            <a:avLst/>
            <a:gdLst>
              <a:gd name="sw" fmla="*/ 1 w 2380"/>
              <a:gd name="sh" fmla="*/ 1 h 1541"/>
              <a:gd name="mins" fmla="min sw sh"/>
              <a:gd name="dsw" fmla="+- 0 sw mins"/>
              <a:gd name="dsh" fmla="+- 0 sh mins"/>
              <a:gd name="p0x0" fmla="*/ 210 w 2380"/>
              <a:gd name="p0y0" fmla="*/ 0 h 1541"/>
              <a:gd name="p0x1" fmla="*/ 2170 w 2380"/>
              <a:gd name="p0y1" fmla="*/ 0 h 1541"/>
              <a:gd name="p0x2" fmla="*/ 2286 w 2380"/>
              <a:gd name="p0y2" fmla="*/ 0 h 1541"/>
              <a:gd name="p0x3" fmla="*/ 2380 w 2380"/>
              <a:gd name="p0y3" fmla="*/ 94 h 1541"/>
              <a:gd name="p0x4" fmla="*/ 2380 w 2380"/>
              <a:gd name="p0y4" fmla="*/ 210 h 1541"/>
              <a:gd name="p0x5" fmla="*/ 2380 w 2380"/>
              <a:gd name="p0y5" fmla="*/ 1331 h 1541"/>
              <a:gd name="p0x6" fmla="*/ 2380 w 2380"/>
              <a:gd name="p0y6" fmla="*/ 1447 h 1541"/>
              <a:gd name="p0x7" fmla="*/ 2286 w 2380"/>
              <a:gd name="p0y7" fmla="*/ 1541 h 1541"/>
              <a:gd name="p0x8" fmla="*/ 2170 w 2380"/>
              <a:gd name="p0y8" fmla="*/ 1541 h 1541"/>
              <a:gd name="p0x9" fmla="*/ 210 w 2380"/>
              <a:gd name="p0y9" fmla="*/ 1541 h 1541"/>
              <a:gd name="p0x10" fmla="*/ 94 w 2380"/>
              <a:gd name="p0y10" fmla="*/ 1541 h 1541"/>
              <a:gd name="p0x11" fmla="*/ 0 w 2380"/>
              <a:gd name="p0y11" fmla="*/ 1447 h 1541"/>
              <a:gd name="p0x12" fmla="*/ 0 w 2380"/>
              <a:gd name="p0y12" fmla="*/ 1331 h 1541"/>
              <a:gd name="p0x13" fmla="*/ 0 w 2380"/>
              <a:gd name="p0y13" fmla="*/ 210 h 1541"/>
              <a:gd name="p0x14" fmla="*/ 0 w 2380"/>
              <a:gd name="p0y14" fmla="*/ 94 h 1541"/>
              <a:gd name="p0x15" fmla="*/ 94 w 2380"/>
              <a:gd name="p0y15" fmla="*/ 0 h 1541"/>
              <a:gd name="p0x16" fmla="*/ 210 w 2380"/>
              <a:gd name="p0y16" fmla="*/ 0 h 15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857250" y="5278784"/>
            <a:ext cx="984275" cy="5324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650" b="1">
                <a:solidFill>
                  <a:srgbClr val="1E4033"/>
                </a:solidFill>
                <a:cs typeface="+mn-lt"/>
              </a:rPr>
              <a:t>220</a:t>
            </a:r>
            <a:r>
              <a:rPr lang="zh-CN" altLang="en-US" sz="1650" b="1">
                <a:solidFill>
                  <a:srgbClr val="1E4033"/>
                </a:solidFill>
                <a:cs typeface="+mn-lt"/>
              </a:rPr>
              <a:t>万</a:t>
            </a:r>
            <a:r>
              <a:rPr lang="en-US" altLang="zh-CN" sz="1650" b="1">
                <a:solidFill>
                  <a:srgbClr val="1E4033"/>
                </a:solidFill>
                <a:cs typeface="+mn-lt"/>
              </a:rPr>
              <a:t> → </a:t>
            </a:r>
            <a:endParaRPr lang="en-US" altLang="zh-CN" sz="1650" b="1">
              <a:solidFill>
                <a:srgbClr val="1E4033"/>
              </a:solidFill>
              <a:cs typeface="+mn-lt"/>
            </a:endParaRPr>
          </a:p>
          <a:p>
            <a:pPr algn="l">
              <a:lnSpc>
                <a:spcPct val="100000"/>
              </a:lnSpc>
            </a:pPr>
            <a:r>
              <a:rPr lang="en-US" altLang="zh-CN" sz="1650" b="1">
                <a:solidFill>
                  <a:srgbClr val="2E8B57"/>
                </a:solidFill>
                <a:cs typeface="+mn-lt"/>
              </a:rPr>
              <a:t>390</a:t>
            </a:r>
            <a:r>
              <a:rPr lang="zh-CN" altLang="en-US" sz="1650" b="1">
                <a:solidFill>
                  <a:srgbClr val="2E8B57"/>
                </a:solidFill>
                <a:cs typeface="+mn-lt"/>
              </a:rPr>
              <a:t>万</a:t>
            </a:r>
            <a:endParaRPr lang="zh-CN" altLang="en-US" sz="1650" b="1">
              <a:solidFill>
                <a:srgbClr val="2E8B57"/>
              </a:solidFill>
              <a:cs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857250" y="5838825"/>
            <a:ext cx="12782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6B8779"/>
                </a:solidFill>
                <a:cs typeface="+mn-lt"/>
              </a:rPr>
              <a:t>年租金（元</a:t>
            </a:r>
            <a:r>
              <a:rPr lang="en-US" altLang="zh-CN" sz="1200">
                <a:solidFill>
                  <a:srgbClr val="6B8779"/>
                </a:solidFill>
                <a:cs typeface="+mn-lt"/>
              </a:rPr>
              <a:t>/</a:t>
            </a:r>
            <a:r>
              <a:rPr lang="zh-CN" altLang="en-US" sz="1200">
                <a:solidFill>
                  <a:srgbClr val="6B8779"/>
                </a:solidFill>
                <a:cs typeface="+mn-lt"/>
              </a:rPr>
              <a:t>年）</a:t>
            </a:r>
            <a:endParaRPr lang="zh-CN" altLang="en-US" sz="1200">
              <a:solidFill>
                <a:srgbClr val="6B8779"/>
              </a:solidFill>
              <a:cs typeface="+mn-lt"/>
            </a:endParaRPr>
          </a:p>
        </p:txBody>
      </p:sp>
      <p:sp>
        <p:nvSpPr>
          <p:cNvPr id="21" name="任意多边形 20"/>
          <p:cNvSpPr/>
          <p:nvPr>
            <p:custDataLst>
              <p:tags r:id="rId16"/>
            </p:custDataLst>
          </p:nvPr>
        </p:nvSpPr>
        <p:spPr>
          <a:xfrm>
            <a:off x="2334895" y="5178425"/>
            <a:ext cx="1511300" cy="979170"/>
          </a:xfrm>
          <a:custGeom>
            <a:avLst/>
            <a:gdLst>
              <a:gd name="sw" fmla="*/ 1 w 2380"/>
              <a:gd name="sh" fmla="*/ 1 h 1541"/>
              <a:gd name="mins" fmla="min sw sh"/>
              <a:gd name="dsw" fmla="+- 0 sw mins"/>
              <a:gd name="dsh" fmla="+- 0 sh mins"/>
              <a:gd name="p0x0" fmla="*/ 210 w 2380"/>
              <a:gd name="p0y0" fmla="*/ 0 h 1541"/>
              <a:gd name="p0x1" fmla="*/ 2170 w 2380"/>
              <a:gd name="p0y1" fmla="*/ 0 h 1541"/>
              <a:gd name="p0x2" fmla="*/ 2286 w 2380"/>
              <a:gd name="p0y2" fmla="*/ 0 h 1541"/>
              <a:gd name="p0x3" fmla="*/ 2380 w 2380"/>
              <a:gd name="p0y3" fmla="*/ 94 h 1541"/>
              <a:gd name="p0x4" fmla="*/ 2380 w 2380"/>
              <a:gd name="p0y4" fmla="*/ 210 h 1541"/>
              <a:gd name="p0x5" fmla="*/ 2380 w 2380"/>
              <a:gd name="p0y5" fmla="*/ 1331 h 1541"/>
              <a:gd name="p0x6" fmla="*/ 2380 w 2380"/>
              <a:gd name="p0y6" fmla="*/ 1447 h 1541"/>
              <a:gd name="p0x7" fmla="*/ 2286 w 2380"/>
              <a:gd name="p0y7" fmla="*/ 1541 h 1541"/>
              <a:gd name="p0x8" fmla="*/ 2170 w 2380"/>
              <a:gd name="p0y8" fmla="*/ 1541 h 1541"/>
              <a:gd name="p0x9" fmla="*/ 210 w 2380"/>
              <a:gd name="p0y9" fmla="*/ 1541 h 1541"/>
              <a:gd name="p0x10" fmla="*/ 94 w 2380"/>
              <a:gd name="p0y10" fmla="*/ 1541 h 1541"/>
              <a:gd name="p0x11" fmla="*/ 0 w 2380"/>
              <a:gd name="p0y11" fmla="*/ 1447 h 1541"/>
              <a:gd name="p0x12" fmla="*/ 0 w 2380"/>
              <a:gd name="p0y12" fmla="*/ 1331 h 1541"/>
              <a:gd name="p0x13" fmla="*/ 0 w 2380"/>
              <a:gd name="p0y13" fmla="*/ 210 h 1541"/>
              <a:gd name="p0x14" fmla="*/ 0 w 2380"/>
              <a:gd name="p0y14" fmla="*/ 94 h 1541"/>
              <a:gd name="p0x15" fmla="*/ 94 w 2380"/>
              <a:gd name="p0y15" fmla="*/ 0 h 1541"/>
              <a:gd name="p0x16" fmla="*/ 210 w 2380"/>
              <a:gd name="p0y16" fmla="*/ 0 h 15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7"/>
            </p:custDataLst>
          </p:nvPr>
        </p:nvSpPr>
        <p:spPr>
          <a:xfrm>
            <a:off x="2492426" y="5278784"/>
            <a:ext cx="1197026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1650" b="1">
                <a:solidFill>
                  <a:srgbClr val="2E8B57"/>
                </a:solidFill>
                <a:cs typeface="+mn-lt"/>
              </a:rPr>
              <a:t>475</a:t>
            </a:r>
            <a:r>
              <a:rPr lang="en-US" sz="1650" b="1">
                <a:solidFill>
                  <a:srgbClr val="1E4033"/>
                </a:solidFill>
                <a:cs typeface="+mn-lt"/>
              </a:rPr>
              <a:t> </a:t>
            </a:r>
            <a:r>
              <a:rPr lang="zh-CN" altLang="en-US" sz="1650" b="1">
                <a:solidFill>
                  <a:srgbClr val="1E4033"/>
                </a:solidFill>
                <a:cs typeface="+mn-lt"/>
              </a:rPr>
              <a:t>轮</a:t>
            </a:r>
            <a:endParaRPr lang="zh-CN" altLang="en-US" sz="165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8"/>
            </p:custDataLst>
          </p:nvPr>
        </p:nvSpPr>
        <p:spPr>
          <a:xfrm>
            <a:off x="2492426" y="5587374"/>
            <a:ext cx="119702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8779"/>
                </a:solidFill>
                <a:cs typeface="+mn-lt"/>
              </a:rPr>
              <a:t>竞价轮次</a:t>
            </a:r>
            <a:endParaRPr sz="1200">
              <a:solidFill>
                <a:srgbClr val="6B8779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19"/>
            </p:custDataLst>
          </p:nvPr>
        </p:nvSpPr>
        <p:spPr>
          <a:xfrm>
            <a:off x="530404" y="1895476"/>
            <a:ext cx="3485793" cy="3809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489" h="60">
                <a:moveTo>
                  <a:pt x="170" y="0"/>
                </a:moveTo>
                <a:lnTo>
                  <a:pt x="5320" y="0"/>
                </a:lnTo>
                <a:cubicBezTo>
                  <a:pt x="5384" y="0"/>
                  <a:pt x="5443" y="22"/>
                  <a:pt x="5489" y="60"/>
                </a:cubicBezTo>
                <a:lnTo>
                  <a:pt x="0" y="60"/>
                </a:lnTo>
                <a:cubicBezTo>
                  <a:pt x="46" y="22"/>
                  <a:pt x="105" y="0"/>
                  <a:pt x="17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98D8C8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0"/>
            </p:custDataLst>
          </p:nvPr>
        </p:nvSpPr>
        <p:spPr>
          <a:xfrm>
            <a:off x="4284345" y="1890395"/>
            <a:ext cx="3622675" cy="4505325"/>
          </a:xfrm>
          <a:custGeom>
            <a:avLst/>
            <a:gdLst>
              <a:gd name="sw" fmla="*/ 1 w 5705"/>
              <a:gd name="sh" fmla="*/ 1 h 7095"/>
              <a:gd name="mins" fmla="min sw sh"/>
              <a:gd name="dsw" fmla="+- 0 sw mins"/>
              <a:gd name="dsh" fmla="+- 0 sh mins"/>
              <a:gd name="p0x0" fmla="*/ 270 w 5705"/>
              <a:gd name="p0y0" fmla="*/ 0 h 7095"/>
              <a:gd name="p0x1" fmla="*/ 5435 w 5705"/>
              <a:gd name="p0y1" fmla="*/ 0 h 7095"/>
              <a:gd name="p0x2" fmla="*/ 5584 w 5705"/>
              <a:gd name="p0y2" fmla="*/ 0 h 7095"/>
              <a:gd name="p0x3" fmla="*/ 5705 w 5705"/>
              <a:gd name="p0y3" fmla="*/ 120 h 7095"/>
              <a:gd name="p0x4" fmla="*/ 5705 w 5705"/>
              <a:gd name="p0y4" fmla="*/ 270 h 7095"/>
              <a:gd name="p0x5" fmla="*/ 5705 w 5705"/>
              <a:gd name="p0y5" fmla="*/ 6825 h 7095"/>
              <a:gd name="p0x6" fmla="*/ 5705 w 5705"/>
              <a:gd name="p0y6" fmla="*/ 6974 h 7095"/>
              <a:gd name="p0x7" fmla="*/ 5584 w 5705"/>
              <a:gd name="p0y7" fmla="*/ 7095 h 7095"/>
              <a:gd name="p0x8" fmla="*/ 5435 w 5705"/>
              <a:gd name="p0y8" fmla="*/ 7095 h 7095"/>
              <a:gd name="p0x9" fmla="*/ 270 w 5705"/>
              <a:gd name="p0y9" fmla="*/ 7095 h 7095"/>
              <a:gd name="p0x10" fmla="*/ 120 w 5705"/>
              <a:gd name="p0y10" fmla="*/ 7095 h 7095"/>
              <a:gd name="p0x11" fmla="*/ 0 w 5705"/>
              <a:gd name="p0y11" fmla="*/ 6974 h 7095"/>
              <a:gd name="p0x12" fmla="*/ 0 w 5705"/>
              <a:gd name="p0y12" fmla="*/ 6825 h 7095"/>
              <a:gd name="p0x13" fmla="*/ 0 w 5705"/>
              <a:gd name="p0y13" fmla="*/ 270 h 7095"/>
              <a:gd name="p0x14" fmla="*/ 0 w 5705"/>
              <a:gd name="p0y14" fmla="*/ 120 h 7095"/>
              <a:gd name="p0x15" fmla="*/ 120 w 5705"/>
              <a:gd name="p0y15" fmla="*/ 0 h 7095"/>
              <a:gd name="p0x16" fmla="*/ 270 w 5705"/>
              <a:gd name="p0y16" fmla="*/ 0 h 7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1"/>
            </p:custDataLst>
          </p:nvPr>
        </p:nvSpPr>
        <p:spPr>
          <a:xfrm>
            <a:off x="4518025" y="22288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 descr="b4e3e68d-a760-11f1-8955-166c0110440b"/>
          <p:cNvPicPr/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-12" r="12"/>
          <a:stretch>
            <a:fillRect/>
          </a:stretch>
        </p:blipFill>
        <p:spPr>
          <a:xfrm>
            <a:off x="4584700" y="2295525"/>
            <a:ext cx="209550" cy="20955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25"/>
            </p:custDataLst>
          </p:nvPr>
        </p:nvSpPr>
        <p:spPr>
          <a:xfrm>
            <a:off x="4975251" y="2107883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E4033"/>
                </a:solidFill>
                <a:cs typeface="+mn-lt"/>
              </a:rPr>
              <a:t>崇左市扶绥县</a:t>
            </a:r>
            <a:endParaRPr sz="21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26"/>
            </p:custDataLst>
          </p:nvPr>
        </p:nvSpPr>
        <p:spPr>
          <a:xfrm>
            <a:off x="4975251" y="2476500"/>
            <a:ext cx="16002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8779"/>
                </a:solidFill>
                <a:cs typeface="+mn-lt"/>
              </a:rPr>
              <a:t>岜盆村集体土地盘活</a:t>
            </a:r>
            <a:endParaRPr sz="1200">
              <a:solidFill>
                <a:srgbClr val="6B8779"/>
              </a:solidFill>
              <a:cs typeface="+mn-lt"/>
            </a:endParaRPr>
          </a:p>
        </p:txBody>
      </p:sp>
      <p:sp>
        <p:nvSpPr>
          <p:cNvPr id="33" name="文本框 32"/>
          <p:cNvSpPr txBox="1"/>
          <p:nvPr>
            <p:custDataLst>
              <p:tags r:id="rId27"/>
            </p:custDataLst>
          </p:nvPr>
        </p:nvSpPr>
        <p:spPr>
          <a:xfrm>
            <a:off x="4518051" y="2814638"/>
            <a:ext cx="3155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D6E60"/>
                </a:solidFill>
                <a:cs typeface="+mn-lt"/>
              </a:rPr>
              <a:t>清理收回、整合集体土地</a:t>
            </a:r>
            <a:r>
              <a:rPr lang="en-US" altLang="zh-CN" sz="1500">
                <a:solidFill>
                  <a:srgbClr val="4D6E60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4D6E60"/>
                </a:solidFill>
                <a:cs typeface="+mn-lt"/>
              </a:rPr>
              <a:t>1000</a:t>
            </a:r>
            <a:r>
              <a:rPr lang="zh-CN" altLang="en-US" sz="1500" b="1">
                <a:solidFill>
                  <a:srgbClr val="4D6E60"/>
                </a:solidFill>
                <a:cs typeface="+mn-lt"/>
              </a:rPr>
              <a:t>多亩</a:t>
            </a:r>
            <a:endParaRPr lang="zh-CN" altLang="en-US" sz="1500" b="1">
              <a:solidFill>
                <a:srgbClr val="4D6E60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4D6E60"/>
                </a:solidFill>
                <a:cs typeface="+mn-lt"/>
              </a:rPr>
              <a:t> </a:t>
            </a:r>
            <a:r>
              <a:rPr lang="zh-CN" sz="1500">
                <a:solidFill>
                  <a:srgbClr val="4D6E60"/>
                </a:solidFill>
                <a:cs typeface="+mn-lt"/>
              </a:rPr>
              <a:t>发包出租</a:t>
            </a:r>
            <a:endParaRPr lang="zh-CN" sz="1500">
              <a:solidFill>
                <a:srgbClr val="4D6E60"/>
              </a:solidFill>
              <a:cs typeface="+mn-lt"/>
            </a:endParaRPr>
          </a:p>
        </p:txBody>
      </p:sp>
      <p:sp>
        <p:nvSpPr>
          <p:cNvPr id="34" name="任意多边形 33"/>
          <p:cNvSpPr/>
          <p:nvPr>
            <p:custDataLst>
              <p:tags r:id="rId28"/>
            </p:custDataLst>
          </p:nvPr>
        </p:nvSpPr>
        <p:spPr>
          <a:xfrm>
            <a:off x="4518025" y="4629150"/>
            <a:ext cx="3155950" cy="681990"/>
          </a:xfrm>
          <a:custGeom>
            <a:avLst/>
            <a:gdLst>
              <a:gd name="sw" fmla="*/ 1 w 4970"/>
              <a:gd name="sh" fmla="*/ 1 h 1073"/>
              <a:gd name="mins" fmla="min sw sh"/>
              <a:gd name="dsw" fmla="+- 0 sw mins"/>
              <a:gd name="dsh" fmla="+- 0 sh mins"/>
              <a:gd name="p0x0" fmla="*/ 210 w 4970"/>
              <a:gd name="p0y0" fmla="*/ 0 h 1073"/>
              <a:gd name="p0x1" fmla="*/ 4760 w 4970"/>
              <a:gd name="p0y1" fmla="*/ 0 h 1073"/>
              <a:gd name="p0x2" fmla="*/ 4876 w 4970"/>
              <a:gd name="p0y2" fmla="*/ 0 h 1073"/>
              <a:gd name="p0x3" fmla="*/ 4970 w 4970"/>
              <a:gd name="p0y3" fmla="*/ 94 h 1073"/>
              <a:gd name="p0x4" fmla="*/ 4970 w 4970"/>
              <a:gd name="p0y4" fmla="*/ 210 h 1073"/>
              <a:gd name="p0x5" fmla="*/ 4970 w 4970"/>
              <a:gd name="p0y5" fmla="*/ 863 h 1073"/>
              <a:gd name="p0x6" fmla="*/ 4970 w 4970"/>
              <a:gd name="p0y6" fmla="*/ 979 h 1073"/>
              <a:gd name="p0x7" fmla="*/ 4876 w 4970"/>
              <a:gd name="p0y7" fmla="*/ 1073 h 1073"/>
              <a:gd name="p0x8" fmla="*/ 4760 w 4970"/>
              <a:gd name="p0y8" fmla="*/ 1073 h 1073"/>
              <a:gd name="p0x9" fmla="*/ 210 w 4970"/>
              <a:gd name="p0y9" fmla="*/ 1073 h 1073"/>
              <a:gd name="p0x10" fmla="*/ 94 w 4970"/>
              <a:gd name="p0y10" fmla="*/ 1073 h 1073"/>
              <a:gd name="p0x11" fmla="*/ 0 w 4970"/>
              <a:gd name="p0y11" fmla="*/ 979 h 1073"/>
              <a:gd name="p0x12" fmla="*/ 0 w 4970"/>
              <a:gd name="p0y12" fmla="*/ 863 h 1073"/>
              <a:gd name="p0x13" fmla="*/ 0 w 4970"/>
              <a:gd name="p0y13" fmla="*/ 210 h 1073"/>
              <a:gd name="p0x14" fmla="*/ 0 w 4970"/>
              <a:gd name="p0y14" fmla="*/ 94 h 1073"/>
              <a:gd name="p0x15" fmla="*/ 94 w 4970"/>
              <a:gd name="p0y15" fmla="*/ 0 h 1073"/>
              <a:gd name="p0x16" fmla="*/ 210 w 4970"/>
              <a:gd name="p0y16" fmla="*/ 0 h 107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29"/>
            </p:custDataLst>
          </p:nvPr>
        </p:nvSpPr>
        <p:spPr>
          <a:xfrm>
            <a:off x="4708551" y="4760671"/>
            <a:ext cx="1799558" cy="4181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en-US" sz="2700" b="1">
                <a:solidFill>
                  <a:srgbClr val="2E8B57"/>
                </a:solidFill>
                <a:cs typeface="+mn-lt"/>
              </a:rPr>
              <a:t>90</a:t>
            </a:r>
            <a:r>
              <a:rPr lang="zh-CN" sz="2700" b="1">
                <a:solidFill>
                  <a:srgbClr val="2E8B57"/>
                </a:solidFill>
                <a:cs typeface="+mn-lt"/>
              </a:rPr>
              <a:t>多万元</a:t>
            </a:r>
            <a:endParaRPr lang="zh-CN" sz="2700" b="1">
              <a:solidFill>
                <a:srgbClr val="2E8B57"/>
              </a:solidFill>
              <a:cs typeface="+mn-lt"/>
            </a:endParaRPr>
          </a:p>
        </p:txBody>
      </p:sp>
      <p:sp>
        <p:nvSpPr>
          <p:cNvPr id="36" name="文本框 35"/>
          <p:cNvSpPr txBox="1"/>
          <p:nvPr>
            <p:custDataLst>
              <p:tags r:id="rId30"/>
            </p:custDataLst>
          </p:nvPr>
        </p:nvSpPr>
        <p:spPr>
          <a:xfrm>
            <a:off x="6317609" y="4855921"/>
            <a:ext cx="914476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3000"/>
              </a:lnSpc>
            </a:pPr>
            <a:r>
              <a:rPr sz="1200">
                <a:solidFill>
                  <a:srgbClr val="0F3D28"/>
                </a:solidFill>
                <a:cs typeface="+mn-lt"/>
              </a:rPr>
              <a:t>年租金收入</a:t>
            </a:r>
            <a:endParaRPr sz="1200">
              <a:solidFill>
                <a:srgbClr val="0F3D28"/>
              </a:solidFill>
              <a:cs typeface="+mn-lt"/>
            </a:endParaRPr>
          </a:p>
        </p:txBody>
      </p:sp>
      <p:sp>
        <p:nvSpPr>
          <p:cNvPr id="37" name="任意多边形 36"/>
          <p:cNvSpPr/>
          <p:nvPr>
            <p:custDataLst>
              <p:tags r:id="rId31"/>
            </p:custDataLst>
          </p:nvPr>
        </p:nvSpPr>
        <p:spPr>
          <a:xfrm>
            <a:off x="4522470" y="5429885"/>
            <a:ext cx="1511300" cy="727710"/>
          </a:xfrm>
          <a:custGeom>
            <a:avLst/>
            <a:gdLst>
              <a:gd name="sw" fmla="*/ 1 w 2380"/>
              <a:gd name="sh" fmla="*/ 1 h 1145"/>
              <a:gd name="mins" fmla="min sw sh"/>
              <a:gd name="dsw" fmla="+- 0 sw mins"/>
              <a:gd name="dsh" fmla="+- 0 sh mins"/>
              <a:gd name="p0x0" fmla="*/ 210 w 2380"/>
              <a:gd name="p0y0" fmla="*/ 0 h 1145"/>
              <a:gd name="p0x1" fmla="*/ 2170 w 2380"/>
              <a:gd name="p0y1" fmla="*/ 0 h 1145"/>
              <a:gd name="p0x2" fmla="*/ 2286 w 2380"/>
              <a:gd name="p0y2" fmla="*/ 0 h 1145"/>
              <a:gd name="p0x3" fmla="*/ 2380 w 2380"/>
              <a:gd name="p0y3" fmla="*/ 94 h 1145"/>
              <a:gd name="p0x4" fmla="*/ 2380 w 2380"/>
              <a:gd name="p0y4" fmla="*/ 210 h 1145"/>
              <a:gd name="p0x5" fmla="*/ 2380 w 2380"/>
              <a:gd name="p0y5" fmla="*/ 935 h 1145"/>
              <a:gd name="p0x6" fmla="*/ 2380 w 2380"/>
              <a:gd name="p0y6" fmla="*/ 1051 h 1145"/>
              <a:gd name="p0x7" fmla="*/ 2286 w 2380"/>
              <a:gd name="p0y7" fmla="*/ 1145 h 1145"/>
              <a:gd name="p0x8" fmla="*/ 2170 w 2380"/>
              <a:gd name="p0y8" fmla="*/ 1145 h 1145"/>
              <a:gd name="p0x9" fmla="*/ 210 w 2380"/>
              <a:gd name="p0y9" fmla="*/ 1145 h 1145"/>
              <a:gd name="p0x10" fmla="*/ 94 w 2380"/>
              <a:gd name="p0y10" fmla="*/ 1145 h 1145"/>
              <a:gd name="p0x11" fmla="*/ 0 w 2380"/>
              <a:gd name="p0y11" fmla="*/ 1051 h 1145"/>
              <a:gd name="p0x12" fmla="*/ 0 w 2380"/>
              <a:gd name="p0y12" fmla="*/ 935 h 1145"/>
              <a:gd name="p0x13" fmla="*/ 0 w 2380"/>
              <a:gd name="p0y13" fmla="*/ 210 h 1145"/>
              <a:gd name="p0x14" fmla="*/ 0 w 2380"/>
              <a:gd name="p0y14" fmla="*/ 94 h 1145"/>
              <a:gd name="p0x15" fmla="*/ 94 w 2380"/>
              <a:gd name="p0y15" fmla="*/ 0 h 1145"/>
              <a:gd name="p0x16" fmla="*/ 210 w 2380"/>
              <a:gd name="p0y16" fmla="*/ 0 h 1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2"/>
            </p:custDataLst>
          </p:nvPr>
        </p:nvSpPr>
        <p:spPr>
          <a:xfrm>
            <a:off x="4679976" y="5530234"/>
            <a:ext cx="1197026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1650" b="1">
                <a:solidFill>
                  <a:srgbClr val="2E8B57"/>
                </a:solidFill>
                <a:cs typeface="+mn-lt"/>
              </a:rPr>
              <a:t>1000</a:t>
            </a:r>
            <a:r>
              <a:rPr sz="1650" b="1">
                <a:solidFill>
                  <a:srgbClr val="1E4033"/>
                </a:solidFill>
                <a:cs typeface="+mn-lt"/>
              </a:rPr>
              <a:t>多亩</a:t>
            </a:r>
            <a:endParaRPr sz="165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39" name="文本框 38"/>
          <p:cNvSpPr txBox="1"/>
          <p:nvPr>
            <p:custDataLst>
              <p:tags r:id="rId33"/>
            </p:custDataLst>
          </p:nvPr>
        </p:nvSpPr>
        <p:spPr>
          <a:xfrm>
            <a:off x="4679976" y="5838825"/>
            <a:ext cx="119702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8779"/>
                </a:solidFill>
                <a:cs typeface="+mn-lt"/>
              </a:rPr>
              <a:t>整合发包土地</a:t>
            </a:r>
            <a:endParaRPr sz="1200">
              <a:solidFill>
                <a:srgbClr val="6B8779"/>
              </a:solidFill>
              <a:cs typeface="+mn-lt"/>
            </a:endParaRPr>
          </a:p>
        </p:txBody>
      </p:sp>
      <p:sp>
        <p:nvSpPr>
          <p:cNvPr id="40" name="任意多边形 39"/>
          <p:cNvSpPr/>
          <p:nvPr>
            <p:custDataLst>
              <p:tags r:id="rId34"/>
            </p:custDataLst>
          </p:nvPr>
        </p:nvSpPr>
        <p:spPr>
          <a:xfrm>
            <a:off x="6157595" y="5429885"/>
            <a:ext cx="1511300" cy="727710"/>
          </a:xfrm>
          <a:custGeom>
            <a:avLst/>
            <a:gdLst>
              <a:gd name="sw" fmla="*/ 1 w 2380"/>
              <a:gd name="sh" fmla="*/ 1 h 1145"/>
              <a:gd name="mins" fmla="min sw sh"/>
              <a:gd name="dsw" fmla="+- 0 sw mins"/>
              <a:gd name="dsh" fmla="+- 0 sh mins"/>
              <a:gd name="p0x0" fmla="*/ 210 w 2380"/>
              <a:gd name="p0y0" fmla="*/ 0 h 1145"/>
              <a:gd name="p0x1" fmla="*/ 2170 w 2380"/>
              <a:gd name="p0y1" fmla="*/ 0 h 1145"/>
              <a:gd name="p0x2" fmla="*/ 2286 w 2380"/>
              <a:gd name="p0y2" fmla="*/ 0 h 1145"/>
              <a:gd name="p0x3" fmla="*/ 2380 w 2380"/>
              <a:gd name="p0y3" fmla="*/ 94 h 1145"/>
              <a:gd name="p0x4" fmla="*/ 2380 w 2380"/>
              <a:gd name="p0y4" fmla="*/ 210 h 1145"/>
              <a:gd name="p0x5" fmla="*/ 2380 w 2380"/>
              <a:gd name="p0y5" fmla="*/ 935 h 1145"/>
              <a:gd name="p0x6" fmla="*/ 2380 w 2380"/>
              <a:gd name="p0y6" fmla="*/ 1051 h 1145"/>
              <a:gd name="p0x7" fmla="*/ 2286 w 2380"/>
              <a:gd name="p0y7" fmla="*/ 1145 h 1145"/>
              <a:gd name="p0x8" fmla="*/ 2170 w 2380"/>
              <a:gd name="p0y8" fmla="*/ 1145 h 1145"/>
              <a:gd name="p0x9" fmla="*/ 210 w 2380"/>
              <a:gd name="p0y9" fmla="*/ 1145 h 1145"/>
              <a:gd name="p0x10" fmla="*/ 94 w 2380"/>
              <a:gd name="p0y10" fmla="*/ 1145 h 1145"/>
              <a:gd name="p0x11" fmla="*/ 0 w 2380"/>
              <a:gd name="p0y11" fmla="*/ 1051 h 1145"/>
              <a:gd name="p0x12" fmla="*/ 0 w 2380"/>
              <a:gd name="p0y12" fmla="*/ 935 h 1145"/>
              <a:gd name="p0x13" fmla="*/ 0 w 2380"/>
              <a:gd name="p0y13" fmla="*/ 210 h 1145"/>
              <a:gd name="p0x14" fmla="*/ 0 w 2380"/>
              <a:gd name="p0y14" fmla="*/ 94 h 1145"/>
              <a:gd name="p0x15" fmla="*/ 94 w 2380"/>
              <a:gd name="p0y15" fmla="*/ 0 h 1145"/>
              <a:gd name="p0x16" fmla="*/ 210 w 2380"/>
              <a:gd name="p0y16" fmla="*/ 0 h 1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5"/>
            </p:custDataLst>
          </p:nvPr>
        </p:nvSpPr>
        <p:spPr>
          <a:xfrm>
            <a:off x="6315151" y="5530234"/>
            <a:ext cx="1197026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1650" b="1">
                <a:solidFill>
                  <a:srgbClr val="2E8B57"/>
                </a:solidFill>
                <a:cs typeface="+mn-lt"/>
              </a:rPr>
              <a:t>90</a:t>
            </a:r>
            <a:r>
              <a:rPr sz="1650" b="1">
                <a:solidFill>
                  <a:srgbClr val="1E4033"/>
                </a:solidFill>
                <a:cs typeface="+mn-lt"/>
              </a:rPr>
              <a:t>多万元</a:t>
            </a:r>
            <a:endParaRPr sz="165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36"/>
            </p:custDataLst>
          </p:nvPr>
        </p:nvSpPr>
        <p:spPr>
          <a:xfrm>
            <a:off x="6315151" y="5838825"/>
            <a:ext cx="119702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8779"/>
                </a:solidFill>
                <a:cs typeface="+mn-lt"/>
              </a:rPr>
              <a:t>年收入</a:t>
            </a:r>
            <a:endParaRPr sz="1200">
              <a:solidFill>
                <a:srgbClr val="6B8779"/>
              </a:solidFill>
              <a:cs typeface="+mn-lt"/>
            </a:endParaRPr>
          </a:p>
        </p:txBody>
      </p:sp>
      <p:sp>
        <p:nvSpPr>
          <p:cNvPr id="26" name="任意多边形 25"/>
          <p:cNvSpPr/>
          <p:nvPr>
            <p:custDataLst>
              <p:tags r:id="rId37"/>
            </p:custDataLst>
          </p:nvPr>
        </p:nvSpPr>
        <p:spPr>
          <a:xfrm>
            <a:off x="4353104" y="1895476"/>
            <a:ext cx="3485793" cy="3809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489" h="60">
                <a:moveTo>
                  <a:pt x="170" y="0"/>
                </a:moveTo>
                <a:lnTo>
                  <a:pt x="5320" y="0"/>
                </a:lnTo>
                <a:cubicBezTo>
                  <a:pt x="5384" y="0"/>
                  <a:pt x="5443" y="22"/>
                  <a:pt x="5489" y="60"/>
                </a:cubicBezTo>
                <a:lnTo>
                  <a:pt x="0" y="60"/>
                </a:lnTo>
                <a:cubicBezTo>
                  <a:pt x="46" y="22"/>
                  <a:pt x="105" y="0"/>
                  <a:pt x="17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98D8C8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38"/>
            </p:custDataLst>
          </p:nvPr>
        </p:nvSpPr>
        <p:spPr>
          <a:xfrm>
            <a:off x="8107045" y="1890395"/>
            <a:ext cx="3622675" cy="4505325"/>
          </a:xfrm>
          <a:custGeom>
            <a:avLst/>
            <a:gdLst>
              <a:gd name="sw" fmla="*/ 1 w 5705"/>
              <a:gd name="sh" fmla="*/ 1 h 7095"/>
              <a:gd name="mins" fmla="min sw sh"/>
              <a:gd name="dsw" fmla="+- 0 sw mins"/>
              <a:gd name="dsh" fmla="+- 0 sh mins"/>
              <a:gd name="p0x0" fmla="*/ 270 w 5705"/>
              <a:gd name="p0y0" fmla="*/ 0 h 7095"/>
              <a:gd name="p0x1" fmla="*/ 5435 w 5705"/>
              <a:gd name="p0y1" fmla="*/ 0 h 7095"/>
              <a:gd name="p0x2" fmla="*/ 5584 w 5705"/>
              <a:gd name="p0y2" fmla="*/ 0 h 7095"/>
              <a:gd name="p0x3" fmla="*/ 5705 w 5705"/>
              <a:gd name="p0y3" fmla="*/ 120 h 7095"/>
              <a:gd name="p0x4" fmla="*/ 5705 w 5705"/>
              <a:gd name="p0y4" fmla="*/ 270 h 7095"/>
              <a:gd name="p0x5" fmla="*/ 5705 w 5705"/>
              <a:gd name="p0y5" fmla="*/ 6825 h 7095"/>
              <a:gd name="p0x6" fmla="*/ 5705 w 5705"/>
              <a:gd name="p0y6" fmla="*/ 6974 h 7095"/>
              <a:gd name="p0x7" fmla="*/ 5584 w 5705"/>
              <a:gd name="p0y7" fmla="*/ 7095 h 7095"/>
              <a:gd name="p0x8" fmla="*/ 5435 w 5705"/>
              <a:gd name="p0y8" fmla="*/ 7095 h 7095"/>
              <a:gd name="p0x9" fmla="*/ 270 w 5705"/>
              <a:gd name="p0y9" fmla="*/ 7095 h 7095"/>
              <a:gd name="p0x10" fmla="*/ 120 w 5705"/>
              <a:gd name="p0y10" fmla="*/ 7095 h 7095"/>
              <a:gd name="p0x11" fmla="*/ 0 w 5705"/>
              <a:gd name="p0y11" fmla="*/ 6974 h 7095"/>
              <a:gd name="p0x12" fmla="*/ 0 w 5705"/>
              <a:gd name="p0y12" fmla="*/ 6825 h 7095"/>
              <a:gd name="p0x13" fmla="*/ 0 w 5705"/>
              <a:gd name="p0y13" fmla="*/ 270 h 7095"/>
              <a:gd name="p0x14" fmla="*/ 0 w 5705"/>
              <a:gd name="p0y14" fmla="*/ 120 h 7095"/>
              <a:gd name="p0x15" fmla="*/ 120 w 5705"/>
              <a:gd name="p0y15" fmla="*/ 0 h 7095"/>
              <a:gd name="p0x16" fmla="*/ 270 w 5705"/>
              <a:gd name="p0y16" fmla="*/ 0 h 7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>
            <p:custDataLst>
              <p:tags r:id="rId39"/>
            </p:custDataLst>
          </p:nvPr>
        </p:nvSpPr>
        <p:spPr>
          <a:xfrm>
            <a:off x="8340725" y="22288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7" name="图片 46" descr="b4e3e728-a760-11f1-8955-166c0110440b"/>
          <p:cNvPicPr/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24" r="24"/>
          <a:stretch>
            <a:fillRect/>
          </a:stretch>
        </p:blipFill>
        <p:spPr>
          <a:xfrm>
            <a:off x="8407400" y="2295525"/>
            <a:ext cx="209550" cy="209550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43"/>
            </p:custDataLst>
          </p:nvPr>
        </p:nvSpPr>
        <p:spPr>
          <a:xfrm>
            <a:off x="8797976" y="2107883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E4033"/>
                </a:solidFill>
                <a:cs typeface="+mn-lt"/>
              </a:rPr>
              <a:t>鄂州市华容区</a:t>
            </a:r>
            <a:endParaRPr sz="21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51" name="文本框 50"/>
          <p:cNvSpPr txBox="1"/>
          <p:nvPr>
            <p:custDataLst>
              <p:tags r:id="rId44"/>
            </p:custDataLst>
          </p:nvPr>
        </p:nvSpPr>
        <p:spPr>
          <a:xfrm>
            <a:off x="8797976" y="2476500"/>
            <a:ext cx="16002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8779"/>
                </a:solidFill>
                <a:cs typeface="+mn-lt"/>
              </a:rPr>
              <a:t>石竹村水面公开竞拍</a:t>
            </a:r>
            <a:endParaRPr sz="1200">
              <a:solidFill>
                <a:srgbClr val="6B8779"/>
              </a:solidFill>
              <a:cs typeface="+mn-lt"/>
            </a:endParaRPr>
          </a:p>
        </p:txBody>
      </p:sp>
      <p:sp>
        <p:nvSpPr>
          <p:cNvPr id="52" name="文本框 51"/>
          <p:cNvSpPr txBox="1"/>
          <p:nvPr>
            <p:custDataLst>
              <p:tags r:id="rId45"/>
            </p:custDataLst>
          </p:nvPr>
        </p:nvSpPr>
        <p:spPr>
          <a:xfrm>
            <a:off x="8340776" y="2814638"/>
            <a:ext cx="314748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lang="zh-CN" altLang="en-US" sz="1500">
                <a:solidFill>
                  <a:srgbClr val="4D6E60"/>
                </a:solidFill>
                <a:cs typeface="+mn-lt"/>
              </a:rPr>
              <a:t>到期闲置的</a:t>
            </a:r>
            <a:r>
              <a:rPr lang="en-US" altLang="zh-CN" sz="1500">
                <a:solidFill>
                  <a:srgbClr val="4D6E60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4D6E60"/>
                </a:solidFill>
                <a:cs typeface="+mn-lt"/>
              </a:rPr>
              <a:t>150</a:t>
            </a:r>
            <a:r>
              <a:rPr lang="zh-CN" altLang="en-US" sz="1500" b="1">
                <a:solidFill>
                  <a:srgbClr val="4D6E60"/>
                </a:solidFill>
                <a:cs typeface="+mn-lt"/>
              </a:rPr>
              <a:t>亩</a:t>
            </a:r>
            <a:r>
              <a:rPr lang="en-US" altLang="en-US" sz="1500">
                <a:solidFill>
                  <a:srgbClr val="4D6E60"/>
                </a:solidFill>
                <a:cs typeface="+mn-lt"/>
              </a:rPr>
              <a:t> </a:t>
            </a:r>
            <a:r>
              <a:rPr lang="zh-CN" altLang="en-US" sz="1500">
                <a:solidFill>
                  <a:srgbClr val="4D6E60"/>
                </a:solidFill>
                <a:cs typeface="+mn-lt"/>
              </a:rPr>
              <a:t>水面公开竞拍，承包价溢价超</a:t>
            </a:r>
            <a:r>
              <a:rPr lang="en-US" altLang="zh-CN" sz="1500">
                <a:solidFill>
                  <a:srgbClr val="4D6E60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4D6E60"/>
                </a:solidFill>
                <a:cs typeface="+mn-lt"/>
              </a:rPr>
              <a:t>4</a:t>
            </a:r>
            <a:r>
              <a:rPr lang="zh-CN" altLang="en-US" sz="1500" b="1">
                <a:solidFill>
                  <a:srgbClr val="4D6E60"/>
                </a:solidFill>
                <a:cs typeface="+mn-lt"/>
              </a:rPr>
              <a:t>倍</a:t>
            </a:r>
            <a:endParaRPr lang="zh-CN" altLang="en-US" sz="1500" b="1">
              <a:solidFill>
                <a:srgbClr val="4D6E60"/>
              </a:solidFill>
              <a:cs typeface="+mn-lt"/>
            </a:endParaRPr>
          </a:p>
        </p:txBody>
      </p:sp>
      <p:sp>
        <p:nvSpPr>
          <p:cNvPr id="53" name="任意多边形 52"/>
          <p:cNvSpPr/>
          <p:nvPr>
            <p:custDataLst>
              <p:tags r:id="rId46"/>
            </p:custDataLst>
          </p:nvPr>
        </p:nvSpPr>
        <p:spPr>
          <a:xfrm>
            <a:off x="8340725" y="4377690"/>
            <a:ext cx="3155950" cy="681990"/>
          </a:xfrm>
          <a:custGeom>
            <a:avLst/>
            <a:gdLst>
              <a:gd name="sw" fmla="*/ 1 w 4970"/>
              <a:gd name="sh" fmla="*/ 1 h 1073"/>
              <a:gd name="mins" fmla="min sw sh"/>
              <a:gd name="dsw" fmla="+- 0 sw mins"/>
              <a:gd name="dsh" fmla="+- 0 sh mins"/>
              <a:gd name="p0x0" fmla="*/ 210 w 4970"/>
              <a:gd name="p0y0" fmla="*/ 0 h 1073"/>
              <a:gd name="p0x1" fmla="*/ 4760 w 4970"/>
              <a:gd name="p0y1" fmla="*/ 0 h 1073"/>
              <a:gd name="p0x2" fmla="*/ 4876 w 4970"/>
              <a:gd name="p0y2" fmla="*/ 0 h 1073"/>
              <a:gd name="p0x3" fmla="*/ 4970 w 4970"/>
              <a:gd name="p0y3" fmla="*/ 94 h 1073"/>
              <a:gd name="p0x4" fmla="*/ 4970 w 4970"/>
              <a:gd name="p0y4" fmla="*/ 210 h 1073"/>
              <a:gd name="p0x5" fmla="*/ 4970 w 4970"/>
              <a:gd name="p0y5" fmla="*/ 863 h 1073"/>
              <a:gd name="p0x6" fmla="*/ 4970 w 4970"/>
              <a:gd name="p0y6" fmla="*/ 979 h 1073"/>
              <a:gd name="p0x7" fmla="*/ 4876 w 4970"/>
              <a:gd name="p0y7" fmla="*/ 1073 h 1073"/>
              <a:gd name="p0x8" fmla="*/ 4760 w 4970"/>
              <a:gd name="p0y8" fmla="*/ 1073 h 1073"/>
              <a:gd name="p0x9" fmla="*/ 210 w 4970"/>
              <a:gd name="p0y9" fmla="*/ 1073 h 1073"/>
              <a:gd name="p0x10" fmla="*/ 94 w 4970"/>
              <a:gd name="p0y10" fmla="*/ 1073 h 1073"/>
              <a:gd name="p0x11" fmla="*/ 0 w 4970"/>
              <a:gd name="p0y11" fmla="*/ 979 h 1073"/>
              <a:gd name="p0x12" fmla="*/ 0 w 4970"/>
              <a:gd name="p0y12" fmla="*/ 863 h 1073"/>
              <a:gd name="p0x13" fmla="*/ 0 w 4970"/>
              <a:gd name="p0y13" fmla="*/ 210 h 1073"/>
              <a:gd name="p0x14" fmla="*/ 0 w 4970"/>
              <a:gd name="p0y14" fmla="*/ 94 h 1073"/>
              <a:gd name="p0x15" fmla="*/ 94 w 4970"/>
              <a:gd name="p0y15" fmla="*/ 0 h 1073"/>
              <a:gd name="p0x16" fmla="*/ 210 w 4970"/>
              <a:gd name="p0y16" fmla="*/ 0 h 107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47"/>
            </p:custDataLst>
          </p:nvPr>
        </p:nvSpPr>
        <p:spPr>
          <a:xfrm>
            <a:off x="8531276" y="4509221"/>
            <a:ext cx="1242717" cy="4181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en-US" sz="2700" b="1">
                <a:solidFill>
                  <a:srgbClr val="2E8B57"/>
                </a:solidFill>
                <a:cs typeface="+mn-lt"/>
              </a:rPr>
              <a:t>6</a:t>
            </a:r>
            <a:r>
              <a:rPr lang="zh-CN" sz="2700" b="1">
                <a:solidFill>
                  <a:srgbClr val="2E8B57"/>
                </a:solidFill>
                <a:cs typeface="+mn-lt"/>
              </a:rPr>
              <a:t>万元</a:t>
            </a:r>
            <a:endParaRPr lang="zh-CN" sz="2700" b="1">
              <a:solidFill>
                <a:srgbClr val="2E8B57"/>
              </a:solidFill>
              <a:cs typeface="+mn-lt"/>
            </a:endParaRPr>
          </a:p>
        </p:txBody>
      </p:sp>
      <p:sp>
        <p:nvSpPr>
          <p:cNvPr id="55" name="文本框 54"/>
          <p:cNvSpPr txBox="1"/>
          <p:nvPr>
            <p:custDataLst>
              <p:tags r:id="rId48"/>
            </p:custDataLst>
          </p:nvPr>
        </p:nvSpPr>
        <p:spPr>
          <a:xfrm>
            <a:off x="9583493" y="4604471"/>
            <a:ext cx="762076" cy="222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3000"/>
              </a:lnSpc>
            </a:pPr>
            <a:r>
              <a:rPr sz="1200">
                <a:solidFill>
                  <a:srgbClr val="0F3D28"/>
                </a:solidFill>
                <a:cs typeface="+mn-lt"/>
              </a:rPr>
              <a:t>流转收益</a:t>
            </a:r>
            <a:endParaRPr sz="1200">
              <a:solidFill>
                <a:srgbClr val="0F3D28"/>
              </a:solidFill>
              <a:cs typeface="+mn-lt"/>
            </a:endParaRPr>
          </a:p>
        </p:txBody>
      </p:sp>
      <p:sp>
        <p:nvSpPr>
          <p:cNvPr id="56" name="任意多边形 55"/>
          <p:cNvSpPr/>
          <p:nvPr>
            <p:custDataLst>
              <p:tags r:id="rId49"/>
            </p:custDataLst>
          </p:nvPr>
        </p:nvSpPr>
        <p:spPr>
          <a:xfrm>
            <a:off x="8345170" y="5178425"/>
            <a:ext cx="1511300" cy="979170"/>
          </a:xfrm>
          <a:custGeom>
            <a:avLst/>
            <a:gdLst>
              <a:gd name="sw" fmla="*/ 1 w 2380"/>
              <a:gd name="sh" fmla="*/ 1 h 1541"/>
              <a:gd name="mins" fmla="min sw sh"/>
              <a:gd name="dsw" fmla="+- 0 sw mins"/>
              <a:gd name="dsh" fmla="+- 0 sh mins"/>
              <a:gd name="p0x0" fmla="*/ 210 w 2380"/>
              <a:gd name="p0y0" fmla="*/ 0 h 1541"/>
              <a:gd name="p0x1" fmla="*/ 2170 w 2380"/>
              <a:gd name="p0y1" fmla="*/ 0 h 1541"/>
              <a:gd name="p0x2" fmla="*/ 2286 w 2380"/>
              <a:gd name="p0y2" fmla="*/ 0 h 1541"/>
              <a:gd name="p0x3" fmla="*/ 2380 w 2380"/>
              <a:gd name="p0y3" fmla="*/ 94 h 1541"/>
              <a:gd name="p0x4" fmla="*/ 2380 w 2380"/>
              <a:gd name="p0y4" fmla="*/ 210 h 1541"/>
              <a:gd name="p0x5" fmla="*/ 2380 w 2380"/>
              <a:gd name="p0y5" fmla="*/ 1331 h 1541"/>
              <a:gd name="p0x6" fmla="*/ 2380 w 2380"/>
              <a:gd name="p0y6" fmla="*/ 1447 h 1541"/>
              <a:gd name="p0x7" fmla="*/ 2286 w 2380"/>
              <a:gd name="p0y7" fmla="*/ 1541 h 1541"/>
              <a:gd name="p0x8" fmla="*/ 2170 w 2380"/>
              <a:gd name="p0y8" fmla="*/ 1541 h 1541"/>
              <a:gd name="p0x9" fmla="*/ 210 w 2380"/>
              <a:gd name="p0y9" fmla="*/ 1541 h 1541"/>
              <a:gd name="p0x10" fmla="*/ 94 w 2380"/>
              <a:gd name="p0y10" fmla="*/ 1541 h 1541"/>
              <a:gd name="p0x11" fmla="*/ 0 w 2380"/>
              <a:gd name="p0y11" fmla="*/ 1447 h 1541"/>
              <a:gd name="p0x12" fmla="*/ 0 w 2380"/>
              <a:gd name="p0y12" fmla="*/ 1331 h 1541"/>
              <a:gd name="p0x13" fmla="*/ 0 w 2380"/>
              <a:gd name="p0y13" fmla="*/ 210 h 1541"/>
              <a:gd name="p0x14" fmla="*/ 0 w 2380"/>
              <a:gd name="p0y14" fmla="*/ 94 h 1541"/>
              <a:gd name="p0x15" fmla="*/ 94 w 2380"/>
              <a:gd name="p0y15" fmla="*/ 0 h 1541"/>
              <a:gd name="p0x16" fmla="*/ 210 w 2380"/>
              <a:gd name="p0y16" fmla="*/ 0 h 15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50"/>
            </p:custDataLst>
          </p:nvPr>
        </p:nvSpPr>
        <p:spPr>
          <a:xfrm>
            <a:off x="8502701" y="5278784"/>
            <a:ext cx="1002582" cy="5324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00000"/>
              </a:lnSpc>
            </a:pPr>
            <a:r>
              <a:rPr lang="en-US" altLang="en-US" sz="1650" b="1">
                <a:solidFill>
                  <a:srgbClr val="1E4033"/>
                </a:solidFill>
                <a:cs typeface="+mn-lt"/>
              </a:rPr>
              <a:t>1.5</a:t>
            </a:r>
            <a:r>
              <a:rPr lang="zh-CN" altLang="en-US" sz="1650" b="1">
                <a:solidFill>
                  <a:srgbClr val="1E4033"/>
                </a:solidFill>
                <a:cs typeface="+mn-lt"/>
              </a:rPr>
              <a:t>万</a:t>
            </a:r>
            <a:r>
              <a:rPr lang="en-US" altLang="zh-CN" sz="1650" b="1">
                <a:solidFill>
                  <a:srgbClr val="1E4033"/>
                </a:solidFill>
                <a:cs typeface="+mn-lt"/>
              </a:rPr>
              <a:t> → </a:t>
            </a:r>
            <a:r>
              <a:rPr lang="en-US" altLang="zh-CN" sz="1650" b="1">
                <a:solidFill>
                  <a:srgbClr val="2E8B57"/>
                </a:solidFill>
                <a:cs typeface="+mn-lt"/>
              </a:rPr>
              <a:t>6</a:t>
            </a:r>
            <a:r>
              <a:rPr lang="zh-CN" altLang="en-US" sz="1650" b="1">
                <a:solidFill>
                  <a:srgbClr val="2E8B57"/>
                </a:solidFill>
                <a:cs typeface="+mn-lt"/>
              </a:rPr>
              <a:t>万</a:t>
            </a:r>
            <a:endParaRPr lang="zh-CN" altLang="en-US" sz="1650" b="1">
              <a:solidFill>
                <a:srgbClr val="2E8B57"/>
              </a:solidFill>
              <a:cs typeface="+mn-lt"/>
            </a:endParaRPr>
          </a:p>
        </p:txBody>
      </p:sp>
      <p:sp>
        <p:nvSpPr>
          <p:cNvPr id="58" name="文本框 57"/>
          <p:cNvSpPr txBox="1"/>
          <p:nvPr>
            <p:custDataLst>
              <p:tags r:id="rId51"/>
            </p:custDataLst>
          </p:nvPr>
        </p:nvSpPr>
        <p:spPr>
          <a:xfrm>
            <a:off x="8502701" y="5838825"/>
            <a:ext cx="1219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8779"/>
                </a:solidFill>
                <a:cs typeface="+mn-lt"/>
              </a:rPr>
              <a:t>流转收益（元）</a:t>
            </a:r>
            <a:endParaRPr sz="1200">
              <a:solidFill>
                <a:srgbClr val="6B8779"/>
              </a:solidFill>
              <a:cs typeface="+mn-lt"/>
            </a:endParaRPr>
          </a:p>
        </p:txBody>
      </p:sp>
      <p:sp>
        <p:nvSpPr>
          <p:cNvPr id="59" name="任意多边形 58"/>
          <p:cNvSpPr/>
          <p:nvPr>
            <p:custDataLst>
              <p:tags r:id="rId52"/>
            </p:custDataLst>
          </p:nvPr>
        </p:nvSpPr>
        <p:spPr>
          <a:xfrm>
            <a:off x="9980295" y="5178425"/>
            <a:ext cx="1511300" cy="979170"/>
          </a:xfrm>
          <a:custGeom>
            <a:avLst/>
            <a:gdLst>
              <a:gd name="sw" fmla="*/ 1 w 2380"/>
              <a:gd name="sh" fmla="*/ 1 h 1541"/>
              <a:gd name="mins" fmla="min sw sh"/>
              <a:gd name="dsw" fmla="+- 0 sw mins"/>
              <a:gd name="dsh" fmla="+- 0 sh mins"/>
              <a:gd name="p0x0" fmla="*/ 210 w 2380"/>
              <a:gd name="p0y0" fmla="*/ 0 h 1541"/>
              <a:gd name="p0x1" fmla="*/ 2170 w 2380"/>
              <a:gd name="p0y1" fmla="*/ 0 h 1541"/>
              <a:gd name="p0x2" fmla="*/ 2286 w 2380"/>
              <a:gd name="p0y2" fmla="*/ 0 h 1541"/>
              <a:gd name="p0x3" fmla="*/ 2380 w 2380"/>
              <a:gd name="p0y3" fmla="*/ 94 h 1541"/>
              <a:gd name="p0x4" fmla="*/ 2380 w 2380"/>
              <a:gd name="p0y4" fmla="*/ 210 h 1541"/>
              <a:gd name="p0x5" fmla="*/ 2380 w 2380"/>
              <a:gd name="p0y5" fmla="*/ 1331 h 1541"/>
              <a:gd name="p0x6" fmla="*/ 2380 w 2380"/>
              <a:gd name="p0y6" fmla="*/ 1447 h 1541"/>
              <a:gd name="p0x7" fmla="*/ 2286 w 2380"/>
              <a:gd name="p0y7" fmla="*/ 1541 h 1541"/>
              <a:gd name="p0x8" fmla="*/ 2170 w 2380"/>
              <a:gd name="p0y8" fmla="*/ 1541 h 1541"/>
              <a:gd name="p0x9" fmla="*/ 210 w 2380"/>
              <a:gd name="p0y9" fmla="*/ 1541 h 1541"/>
              <a:gd name="p0x10" fmla="*/ 94 w 2380"/>
              <a:gd name="p0y10" fmla="*/ 1541 h 1541"/>
              <a:gd name="p0x11" fmla="*/ 0 w 2380"/>
              <a:gd name="p0y11" fmla="*/ 1447 h 1541"/>
              <a:gd name="p0x12" fmla="*/ 0 w 2380"/>
              <a:gd name="p0y12" fmla="*/ 1331 h 1541"/>
              <a:gd name="p0x13" fmla="*/ 0 w 2380"/>
              <a:gd name="p0y13" fmla="*/ 210 h 1541"/>
              <a:gd name="p0x14" fmla="*/ 0 w 2380"/>
              <a:gd name="p0y14" fmla="*/ 94 h 1541"/>
              <a:gd name="p0x15" fmla="*/ 94 w 2380"/>
              <a:gd name="p0y15" fmla="*/ 0 h 1541"/>
              <a:gd name="p0x16" fmla="*/ 210 w 2380"/>
              <a:gd name="p0y16" fmla="*/ 0 h 15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>
            <p:custDataLst>
              <p:tags r:id="rId53"/>
            </p:custDataLst>
          </p:nvPr>
        </p:nvSpPr>
        <p:spPr>
          <a:xfrm>
            <a:off x="10137877" y="5278784"/>
            <a:ext cx="1314898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650" b="1">
                <a:solidFill>
                  <a:srgbClr val="1E4033"/>
                </a:solidFill>
                <a:cs typeface="+mn-lt"/>
              </a:rPr>
              <a:t>溢价超</a:t>
            </a:r>
            <a:r>
              <a:rPr lang="en-US" altLang="zh-CN" sz="1650" b="1">
                <a:solidFill>
                  <a:srgbClr val="1E4033"/>
                </a:solidFill>
                <a:cs typeface="+mn-lt"/>
              </a:rPr>
              <a:t> </a:t>
            </a:r>
            <a:r>
              <a:rPr sz="1650" b="1">
                <a:solidFill>
                  <a:srgbClr val="2E8B57"/>
                </a:solidFill>
                <a:cs typeface="+mn-lt"/>
              </a:rPr>
              <a:t>4</a:t>
            </a:r>
            <a:r>
              <a:rPr lang="en-US" sz="1650" b="1">
                <a:solidFill>
                  <a:srgbClr val="1E4033"/>
                </a:solidFill>
                <a:cs typeface="+mn-lt"/>
              </a:rPr>
              <a:t> </a:t>
            </a:r>
            <a:r>
              <a:rPr lang="zh-CN" altLang="en-US" sz="1650" b="1">
                <a:solidFill>
                  <a:srgbClr val="1E4033"/>
                </a:solidFill>
                <a:cs typeface="+mn-lt"/>
              </a:rPr>
              <a:t>倍</a:t>
            </a:r>
            <a:endParaRPr lang="zh-CN" altLang="en-US" sz="165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61" name="文本框 60"/>
          <p:cNvSpPr txBox="1"/>
          <p:nvPr>
            <p:custDataLst>
              <p:tags r:id="rId54"/>
            </p:custDataLst>
          </p:nvPr>
        </p:nvSpPr>
        <p:spPr>
          <a:xfrm>
            <a:off x="10137877" y="5587374"/>
            <a:ext cx="119702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B8779"/>
                </a:solidFill>
                <a:cs typeface="+mn-lt"/>
              </a:rPr>
              <a:t>承包价溢价</a:t>
            </a:r>
            <a:endParaRPr sz="1200">
              <a:solidFill>
                <a:srgbClr val="6B8779"/>
              </a:solidFill>
              <a:cs typeface="+mn-lt"/>
            </a:endParaRPr>
          </a:p>
        </p:txBody>
      </p:sp>
      <p:sp>
        <p:nvSpPr>
          <p:cNvPr id="45" name="任意多边形 44"/>
          <p:cNvSpPr/>
          <p:nvPr>
            <p:custDataLst>
              <p:tags r:id="rId55"/>
            </p:custDataLst>
          </p:nvPr>
        </p:nvSpPr>
        <p:spPr>
          <a:xfrm>
            <a:off x="8175804" y="1895476"/>
            <a:ext cx="3485793" cy="3809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489" h="60">
                <a:moveTo>
                  <a:pt x="170" y="0"/>
                </a:moveTo>
                <a:lnTo>
                  <a:pt x="5320" y="0"/>
                </a:lnTo>
                <a:cubicBezTo>
                  <a:pt x="5384" y="0"/>
                  <a:pt x="5443" y="22"/>
                  <a:pt x="5489" y="60"/>
                </a:cubicBezTo>
                <a:lnTo>
                  <a:pt x="0" y="60"/>
                </a:lnTo>
                <a:cubicBezTo>
                  <a:pt x="46" y="22"/>
                  <a:pt x="105" y="0"/>
                  <a:pt x="17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98D8C8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>
            <p:custDataLst>
              <p:tags r:id="rId56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57"/>
            </p:custDataLst>
          </p:nvPr>
        </p:nvSpPr>
        <p:spPr>
          <a:xfrm>
            <a:off x="647700" y="433388"/>
            <a:ext cx="3429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4033"/>
                </a:solidFill>
                <a:cs typeface="+mn-lt"/>
              </a:rPr>
              <a:t>典型案例点亮全局</a:t>
            </a:r>
            <a:endParaRPr sz="3000" b="1">
              <a:solidFill>
                <a:srgbClr val="1E4033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916906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66750" y="3318034"/>
            <a:ext cx="4341914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 spc="84">
                <a:solidFill>
                  <a:srgbClr val="1E4033"/>
                </a:solidFill>
                <a:latin typeface="+mj-lt"/>
                <a:ea typeface="+mj-ea"/>
                <a:cs typeface="+mj-lt"/>
              </a:rPr>
              <a:t>长效治理与展望</a:t>
            </a:r>
            <a:endParaRPr sz="4200" b="1" spc="84">
              <a:solidFill>
                <a:srgbClr val="1E4033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66750" y="4321810"/>
            <a:ext cx="381000" cy="9525"/>
          </a:xfrm>
          <a:prstGeom prst="rect">
            <a:avLst/>
          </a:prstGeom>
          <a:solidFill>
            <a:srgbClr val="B8D4C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66750" y="4622006"/>
            <a:ext cx="193930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D6E60"/>
                </a:solidFill>
                <a:cs typeface="+mn-lt"/>
              </a:rPr>
              <a:t>常态监管，久久为功</a:t>
            </a:r>
            <a:endParaRPr sz="1500" spc="30">
              <a:solidFill>
                <a:srgbClr val="4D6E60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 rot="2700000">
            <a:off x="666115" y="1981200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819910" y="2000250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666750" y="2350294"/>
            <a:ext cx="3808514" cy="1042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6000" b="1">
                <a:solidFill>
                  <a:srgbClr val="2E8B57">
                    <a:alpha val="15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06</a:t>
            </a:r>
            <a:endParaRPr sz="6000" b="1">
              <a:solidFill>
                <a:srgbClr val="2E8B57">
                  <a:alpha val="15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任意多边形 8"/>
          <p:cNvSpPr/>
          <p:nvPr>
            <p:custDataLst>
              <p:tags r:id="rId1"/>
            </p:custDataLst>
          </p:nvPr>
        </p:nvSpPr>
        <p:spPr>
          <a:xfrm>
            <a:off x="461645" y="1547495"/>
            <a:ext cx="3597275" cy="4848225"/>
          </a:xfrm>
          <a:custGeom>
            <a:avLst/>
            <a:gdLst>
              <a:gd name="sw" fmla="*/ 1 w 5664"/>
              <a:gd name="sh" fmla="*/ 1 h 7635"/>
              <a:gd name="mins" fmla="min sw sh"/>
              <a:gd name="dsw" fmla="+- 0 sw mins"/>
              <a:gd name="dsh" fmla="+- 0 sh mins"/>
              <a:gd name="p0x0" fmla="*/ 270 w 5664"/>
              <a:gd name="p0y0" fmla="*/ 0 h 7635"/>
              <a:gd name="p0x1" fmla="*/ 5394 w 5664"/>
              <a:gd name="p0y1" fmla="*/ 0 h 7635"/>
              <a:gd name="p0x2" fmla="*/ 5544 w 5664"/>
              <a:gd name="p0y2" fmla="*/ 0 h 7635"/>
              <a:gd name="p0x3" fmla="*/ 5664 w 5664"/>
              <a:gd name="p0y3" fmla="*/ 120 h 7635"/>
              <a:gd name="p0x4" fmla="*/ 5664 w 5664"/>
              <a:gd name="p0y4" fmla="*/ 270 h 7635"/>
              <a:gd name="p0x5" fmla="*/ 5664 w 5664"/>
              <a:gd name="p0y5" fmla="*/ 7365 h 7635"/>
              <a:gd name="p0x6" fmla="*/ 5664 w 5664"/>
              <a:gd name="p0y6" fmla="*/ 7514 h 7635"/>
              <a:gd name="p0x7" fmla="*/ 5544 w 5664"/>
              <a:gd name="p0y7" fmla="*/ 7635 h 7635"/>
              <a:gd name="p0x8" fmla="*/ 5394 w 5664"/>
              <a:gd name="p0y8" fmla="*/ 7635 h 7635"/>
              <a:gd name="p0x9" fmla="*/ 270 w 5664"/>
              <a:gd name="p0y9" fmla="*/ 7635 h 7635"/>
              <a:gd name="p0x10" fmla="*/ 120 w 5664"/>
              <a:gd name="p0y10" fmla="*/ 7635 h 7635"/>
              <a:gd name="p0x11" fmla="*/ 0 w 5664"/>
              <a:gd name="p0y11" fmla="*/ 7514 h 7635"/>
              <a:gd name="p0x12" fmla="*/ 0 w 5664"/>
              <a:gd name="p0y12" fmla="*/ 7365 h 7635"/>
              <a:gd name="p0x13" fmla="*/ 0 w 5664"/>
              <a:gd name="p0y13" fmla="*/ 270 h 7635"/>
              <a:gd name="p0x14" fmla="*/ 0 w 5664"/>
              <a:gd name="p0y14" fmla="*/ 120 h 7635"/>
              <a:gd name="p0x15" fmla="*/ 120 w 5664"/>
              <a:gd name="p0y15" fmla="*/ 0 h 7635"/>
              <a:gd name="p0x16" fmla="*/ 270 w 5664"/>
              <a:gd name="p0y16" fmla="*/ 0 h 76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200025" dist="28575" dir="5399999" algn="ctr" rotWithShape="0">
              <a:srgbClr val="2E6248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2"/>
            </p:custDataLst>
          </p:nvPr>
        </p:nvSpPr>
        <p:spPr>
          <a:xfrm>
            <a:off x="657225" y="19431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bf3b07d6-a760-11f1-a095-56ac9c064e63"/>
          <p:cNvPicPr/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23900" y="2009775"/>
            <a:ext cx="209550" cy="20955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14425" y="1726883"/>
            <a:ext cx="1646339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E4033"/>
                </a:solidFill>
                <a:cs typeface="+mn-lt"/>
              </a:rPr>
              <a:t>「回头看」抽查比例</a:t>
            </a:r>
            <a:endParaRPr sz="2100" b="1" spc="42">
              <a:solidFill>
                <a:srgbClr val="1E4033"/>
              </a:solidFill>
              <a:cs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2875064" y="1914525"/>
            <a:ext cx="988886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6B8779"/>
                </a:solidFill>
                <a:cs typeface="+mn-lt"/>
              </a:rPr>
              <a:t>分级抽查</a:t>
            </a:r>
            <a:r>
              <a:rPr lang="en-US" altLang="zh-CN" sz="1200">
                <a:solidFill>
                  <a:srgbClr val="6B8779"/>
                </a:solidFill>
                <a:cs typeface="+mn-lt"/>
              </a:rPr>
              <a:t> · </a:t>
            </a:r>
            <a:r>
              <a:rPr lang="zh-CN" altLang="en-US" sz="1200">
                <a:solidFill>
                  <a:srgbClr val="6B8779"/>
                </a:solidFill>
                <a:cs typeface="+mn-lt"/>
              </a:rPr>
              <a:t>逐级加密</a:t>
            </a:r>
            <a:endParaRPr lang="zh-CN" altLang="en-US" sz="1200">
              <a:solidFill>
                <a:srgbClr val="6B8779"/>
              </a:solidFill>
              <a:cs typeface="+mn-lt"/>
            </a:endParaRPr>
          </a:p>
        </p:txBody>
      </p:sp>
      <p:sp>
        <p:nvSpPr>
          <p:cNvPr id="16" name="任意多边形 15"/>
          <p:cNvSpPr/>
          <p:nvPr>
            <p:custDataLst>
              <p:tags r:id="rId8"/>
            </p:custDataLst>
          </p:nvPr>
        </p:nvSpPr>
        <p:spPr>
          <a:xfrm>
            <a:off x="661670" y="2680970"/>
            <a:ext cx="3197225" cy="567055"/>
          </a:xfrm>
          <a:custGeom>
            <a:avLst/>
            <a:gdLst>
              <a:gd name="sw" fmla="*/ 1 w 5034"/>
              <a:gd name="sh" fmla="*/ 1 h 892"/>
              <a:gd name="mins" fmla="min sw sh"/>
              <a:gd name="dsw" fmla="+- 0 sw mins"/>
              <a:gd name="dsh" fmla="+- 0 sh mins"/>
              <a:gd name="p0x0" fmla="*/ 210 w 5034"/>
              <a:gd name="p0y0" fmla="*/ 0 h 892"/>
              <a:gd name="p0x1" fmla="*/ 4824 w 5034"/>
              <a:gd name="p0y1" fmla="*/ 0 h 892"/>
              <a:gd name="p0x2" fmla="*/ 4940 w 5034"/>
              <a:gd name="p0y2" fmla="*/ 0 h 892"/>
              <a:gd name="p0x3" fmla="*/ 5034 w 5034"/>
              <a:gd name="p0y3" fmla="*/ 94 h 892"/>
              <a:gd name="p0x4" fmla="*/ 5034 w 5034"/>
              <a:gd name="p0y4" fmla="*/ 210 h 892"/>
              <a:gd name="p0x5" fmla="*/ 5034 w 5034"/>
              <a:gd name="p0y5" fmla="*/ 682 h 892"/>
              <a:gd name="p0x6" fmla="*/ 5034 w 5034"/>
              <a:gd name="p0y6" fmla="*/ 798 h 892"/>
              <a:gd name="p0x7" fmla="*/ 4940 w 5034"/>
              <a:gd name="p0y7" fmla="*/ 892 h 892"/>
              <a:gd name="p0x8" fmla="*/ 4824 w 5034"/>
              <a:gd name="p0y8" fmla="*/ 892 h 892"/>
              <a:gd name="p0x9" fmla="*/ 210 w 5034"/>
              <a:gd name="p0y9" fmla="*/ 892 h 892"/>
              <a:gd name="p0x10" fmla="*/ 94 w 5034"/>
              <a:gd name="p0y10" fmla="*/ 892 h 892"/>
              <a:gd name="p0x11" fmla="*/ 0 w 5034"/>
              <a:gd name="p0y11" fmla="*/ 798 h 892"/>
              <a:gd name="p0x12" fmla="*/ 0 w 5034"/>
              <a:gd name="p0y12" fmla="*/ 682 h 892"/>
              <a:gd name="p0x13" fmla="*/ 0 w 5034"/>
              <a:gd name="p0y13" fmla="*/ 210 h 892"/>
              <a:gd name="p0x14" fmla="*/ 0 w 5034"/>
              <a:gd name="p0y14" fmla="*/ 94 h 892"/>
              <a:gd name="p0x15" fmla="*/ 94 w 5034"/>
              <a:gd name="p0y15" fmla="*/ 0 h 892"/>
              <a:gd name="p0x16" fmla="*/ 210 w 5034"/>
              <a:gd name="p0y16" fmla="*/ 0 h 8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9"/>
            </p:custDataLst>
          </p:nvPr>
        </p:nvSpPr>
        <p:spPr>
          <a:xfrm>
            <a:off x="857250" y="2838450"/>
            <a:ext cx="6858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E4033"/>
                </a:solidFill>
                <a:cs typeface="+mn-lt"/>
              </a:rPr>
              <a:t>市级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10"/>
            </p:custDataLst>
          </p:nvPr>
        </p:nvSpPr>
        <p:spPr>
          <a:xfrm>
            <a:off x="1695450" y="2887980"/>
            <a:ext cx="996315" cy="152400"/>
          </a:xfrm>
          <a:custGeom>
            <a:avLst/>
            <a:gdLst>
              <a:gd name="sw" fmla="*/ 1 w 1569"/>
              <a:gd name="sh" fmla="*/ 1 h 240"/>
              <a:gd name="mins" fmla="min sw sh"/>
              <a:gd name="dsw" fmla="+- 0 sw mins"/>
              <a:gd name="dsh" fmla="+- 0 sh mins"/>
              <a:gd name="p0x0" fmla="*/ 120 w 1569"/>
              <a:gd name="p0y0" fmla="*/ 0 h 240"/>
              <a:gd name="p0x1" fmla="*/ 1449 w 1569"/>
              <a:gd name="p0y1" fmla="*/ 0 h 240"/>
              <a:gd name="p0x2" fmla="*/ 1516 w 1569"/>
              <a:gd name="p0y2" fmla="*/ 0 h 240"/>
              <a:gd name="p0x3" fmla="*/ 1569 w 1569"/>
              <a:gd name="p0y3" fmla="*/ 53 h 240"/>
              <a:gd name="p0x4" fmla="*/ 1569 w 1569"/>
              <a:gd name="p0y4" fmla="*/ 120 h 240"/>
              <a:gd name="p0x5" fmla="*/ 1569 w 1569"/>
              <a:gd name="p0y5" fmla="*/ 186 h 240"/>
              <a:gd name="p0x6" fmla="*/ 1516 w 1569"/>
              <a:gd name="p0y6" fmla="*/ 240 h 240"/>
              <a:gd name="p0x7" fmla="*/ 1449 w 1569"/>
              <a:gd name="p0y7" fmla="*/ 240 h 240"/>
              <a:gd name="p0x8" fmla="*/ 120 w 1569"/>
              <a:gd name="p0y8" fmla="*/ 240 h 240"/>
              <a:gd name="p0x9" fmla="*/ 53 w 1569"/>
              <a:gd name="p0y9" fmla="*/ 240 h 240"/>
              <a:gd name="p0x10" fmla="*/ 0 w 1569"/>
              <a:gd name="p0y10" fmla="*/ 186 h 240"/>
              <a:gd name="p0x11" fmla="*/ 0 w 1569"/>
              <a:gd name="p0y11" fmla="*/ 120 h 240"/>
              <a:gd name="p0x12" fmla="*/ 0 w 1569"/>
              <a:gd name="p0y12" fmla="*/ 53 h 240"/>
              <a:gd name="p0x13" fmla="*/ 53 w 1569"/>
              <a:gd name="p0y13" fmla="*/ 0 h 240"/>
              <a:gd name="p0x14" fmla="*/ 120 w 1569"/>
              <a:gd name="p0y14" fmla="*/ 0 h 2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4">
              <a:lumMod val="30400"/>
              <a:lumOff val="696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1"/>
            </p:custDataLst>
          </p:nvPr>
        </p:nvSpPr>
        <p:spPr>
          <a:xfrm>
            <a:off x="1695450" y="2895738"/>
            <a:ext cx="49530" cy="136884"/>
          </a:xfrm>
          <a:custGeom>
            <a:avLst/>
            <a:gdLst>
              <a:gd name="sw" fmla="*/ 1 w 78"/>
              <a:gd name="sh" fmla="*/ 1 h 240"/>
              <a:gd name="mins" fmla="min sw sh"/>
              <a:gd name="dsw" fmla="+- 0 sw mins"/>
              <a:gd name="dsh" fmla="+- 0 sh mins"/>
              <a:gd name="p0x0" fmla="*/ 39 w 78"/>
              <a:gd name="p0y0" fmla="*/ 0 h 240"/>
              <a:gd name="p0x1" fmla="*/ 60 w 78"/>
              <a:gd name="p0y1" fmla="*/ 0 h 240"/>
              <a:gd name="p0x2" fmla="*/ 78 w 78"/>
              <a:gd name="p0y2" fmla="*/ 17 h 240"/>
              <a:gd name="p0x3" fmla="*/ 78 w 78"/>
              <a:gd name="p0y3" fmla="*/ 39 h 240"/>
              <a:gd name="p0x4" fmla="*/ 78 w 78"/>
              <a:gd name="p0y4" fmla="*/ 200 h 240"/>
              <a:gd name="p0x5" fmla="*/ 78 w 78"/>
              <a:gd name="p0y5" fmla="*/ 222 h 240"/>
              <a:gd name="p0x6" fmla="*/ 60 w 78"/>
              <a:gd name="p0y6" fmla="*/ 240 h 240"/>
              <a:gd name="p0x7" fmla="*/ 39 w 78"/>
              <a:gd name="p0y7" fmla="*/ 240 h 240"/>
              <a:gd name="p0x8" fmla="*/ 17 w 78"/>
              <a:gd name="p0y8" fmla="*/ 240 h 240"/>
              <a:gd name="p0x9" fmla="*/ 0 w 78"/>
              <a:gd name="p0y9" fmla="*/ 222 h 240"/>
              <a:gd name="p0x10" fmla="*/ 0 w 78"/>
              <a:gd name="p0y10" fmla="*/ 200 h 240"/>
              <a:gd name="p0x11" fmla="*/ 0 w 78"/>
              <a:gd name="p0y11" fmla="*/ 39 h 240"/>
              <a:gd name="p0x12" fmla="*/ 0 w 78"/>
              <a:gd name="p0y12" fmla="*/ 17 h 240"/>
              <a:gd name="p0x13" fmla="*/ 17 w 78"/>
              <a:gd name="p0y13" fmla="*/ 0 h 240"/>
              <a:gd name="p0x14" fmla="*/ 39 w 78"/>
              <a:gd name="p0y14" fmla="*/ 0 h 240"/>
            </a:gdLst>
            <a:ahLst/>
            <a:cxnLst/>
            <a:pathLst>
              <a:path w="78" h="216">
                <a:moveTo>
                  <a:pt x="67" y="0"/>
                </a:moveTo>
                <a:cubicBezTo>
                  <a:pt x="73" y="5"/>
                  <a:pt x="79" y="20"/>
                  <a:pt x="78" y="27"/>
                </a:cubicBezTo>
                <a:lnTo>
                  <a:pt x="78" y="189"/>
                </a:lnTo>
                <a:cubicBezTo>
                  <a:pt x="79" y="199"/>
                  <a:pt x="71" y="212"/>
                  <a:pt x="67" y="216"/>
                </a:cubicBezTo>
                <a:cubicBezTo>
                  <a:pt x="31" y="201"/>
                  <a:pt x="-3" y="149"/>
                  <a:pt x="0" y="108"/>
                </a:cubicBezTo>
                <a:cubicBezTo>
                  <a:pt x="-3" y="60"/>
                  <a:pt x="37" y="13"/>
                  <a:pt x="6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2844775" y="2842736"/>
            <a:ext cx="819150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83000"/>
              </a:lnSpc>
            </a:pPr>
            <a:r>
              <a:rPr sz="1650" b="1">
                <a:solidFill>
                  <a:srgbClr val="2E8B57"/>
                </a:solidFill>
                <a:cs typeface="+mn-lt"/>
              </a:rPr>
              <a:t>5%</a:t>
            </a:r>
            <a:endParaRPr sz="1650" b="1">
              <a:solidFill>
                <a:srgbClr val="2E8B57"/>
              </a:solidFill>
              <a:cs typeface="+mn-lt"/>
            </a:endParaRPr>
          </a:p>
        </p:txBody>
      </p:sp>
      <p:sp>
        <p:nvSpPr>
          <p:cNvPr id="22" name="任意多边形 21"/>
          <p:cNvSpPr/>
          <p:nvPr>
            <p:custDataLst>
              <p:tags r:id="rId13"/>
            </p:custDataLst>
          </p:nvPr>
        </p:nvSpPr>
        <p:spPr>
          <a:xfrm>
            <a:off x="661670" y="3681095"/>
            <a:ext cx="3197225" cy="567055"/>
          </a:xfrm>
          <a:custGeom>
            <a:avLst/>
            <a:gdLst>
              <a:gd name="sw" fmla="*/ 1 w 5034"/>
              <a:gd name="sh" fmla="*/ 1 h 892"/>
              <a:gd name="mins" fmla="min sw sh"/>
              <a:gd name="dsw" fmla="+- 0 sw mins"/>
              <a:gd name="dsh" fmla="+- 0 sh mins"/>
              <a:gd name="p0x0" fmla="*/ 210 w 5034"/>
              <a:gd name="p0y0" fmla="*/ 0 h 892"/>
              <a:gd name="p0x1" fmla="*/ 4824 w 5034"/>
              <a:gd name="p0y1" fmla="*/ 0 h 892"/>
              <a:gd name="p0x2" fmla="*/ 4940 w 5034"/>
              <a:gd name="p0y2" fmla="*/ 0 h 892"/>
              <a:gd name="p0x3" fmla="*/ 5034 w 5034"/>
              <a:gd name="p0y3" fmla="*/ 94 h 892"/>
              <a:gd name="p0x4" fmla="*/ 5034 w 5034"/>
              <a:gd name="p0y4" fmla="*/ 210 h 892"/>
              <a:gd name="p0x5" fmla="*/ 5034 w 5034"/>
              <a:gd name="p0y5" fmla="*/ 682 h 892"/>
              <a:gd name="p0x6" fmla="*/ 5034 w 5034"/>
              <a:gd name="p0y6" fmla="*/ 798 h 892"/>
              <a:gd name="p0x7" fmla="*/ 4940 w 5034"/>
              <a:gd name="p0y7" fmla="*/ 892 h 892"/>
              <a:gd name="p0x8" fmla="*/ 4824 w 5034"/>
              <a:gd name="p0y8" fmla="*/ 892 h 892"/>
              <a:gd name="p0x9" fmla="*/ 210 w 5034"/>
              <a:gd name="p0y9" fmla="*/ 892 h 892"/>
              <a:gd name="p0x10" fmla="*/ 94 w 5034"/>
              <a:gd name="p0y10" fmla="*/ 892 h 892"/>
              <a:gd name="p0x11" fmla="*/ 0 w 5034"/>
              <a:gd name="p0y11" fmla="*/ 798 h 892"/>
              <a:gd name="p0x12" fmla="*/ 0 w 5034"/>
              <a:gd name="p0y12" fmla="*/ 682 h 892"/>
              <a:gd name="p0x13" fmla="*/ 0 w 5034"/>
              <a:gd name="p0y13" fmla="*/ 210 h 892"/>
              <a:gd name="p0x14" fmla="*/ 0 w 5034"/>
              <a:gd name="p0y14" fmla="*/ 94 h 892"/>
              <a:gd name="p0x15" fmla="*/ 94 w 5034"/>
              <a:gd name="p0y15" fmla="*/ 0 h 892"/>
              <a:gd name="p0x16" fmla="*/ 210 w 5034"/>
              <a:gd name="p0y16" fmla="*/ 0 h 8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4"/>
            </p:custDataLst>
          </p:nvPr>
        </p:nvSpPr>
        <p:spPr>
          <a:xfrm>
            <a:off x="857250" y="3838575"/>
            <a:ext cx="6858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E4033"/>
                </a:solidFill>
                <a:cs typeface="+mn-lt"/>
              </a:rPr>
              <a:t>区级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24" name="任意多边形 23"/>
          <p:cNvSpPr/>
          <p:nvPr>
            <p:custDataLst>
              <p:tags r:id="rId15"/>
            </p:custDataLst>
          </p:nvPr>
        </p:nvSpPr>
        <p:spPr>
          <a:xfrm>
            <a:off x="1695450" y="3888105"/>
            <a:ext cx="996315" cy="152400"/>
          </a:xfrm>
          <a:custGeom>
            <a:avLst/>
            <a:gdLst>
              <a:gd name="sw" fmla="*/ 1 w 1569"/>
              <a:gd name="sh" fmla="*/ 1 h 240"/>
              <a:gd name="mins" fmla="min sw sh"/>
              <a:gd name="dsw" fmla="+- 0 sw mins"/>
              <a:gd name="dsh" fmla="+- 0 sh mins"/>
              <a:gd name="p0x0" fmla="*/ 120 w 1569"/>
              <a:gd name="p0y0" fmla="*/ 0 h 240"/>
              <a:gd name="p0x1" fmla="*/ 1449 w 1569"/>
              <a:gd name="p0y1" fmla="*/ 0 h 240"/>
              <a:gd name="p0x2" fmla="*/ 1516 w 1569"/>
              <a:gd name="p0y2" fmla="*/ 0 h 240"/>
              <a:gd name="p0x3" fmla="*/ 1569 w 1569"/>
              <a:gd name="p0y3" fmla="*/ 53 h 240"/>
              <a:gd name="p0x4" fmla="*/ 1569 w 1569"/>
              <a:gd name="p0y4" fmla="*/ 120 h 240"/>
              <a:gd name="p0x5" fmla="*/ 1569 w 1569"/>
              <a:gd name="p0y5" fmla="*/ 186 h 240"/>
              <a:gd name="p0x6" fmla="*/ 1516 w 1569"/>
              <a:gd name="p0y6" fmla="*/ 240 h 240"/>
              <a:gd name="p0x7" fmla="*/ 1449 w 1569"/>
              <a:gd name="p0y7" fmla="*/ 240 h 240"/>
              <a:gd name="p0x8" fmla="*/ 120 w 1569"/>
              <a:gd name="p0y8" fmla="*/ 240 h 240"/>
              <a:gd name="p0x9" fmla="*/ 53 w 1569"/>
              <a:gd name="p0y9" fmla="*/ 240 h 240"/>
              <a:gd name="p0x10" fmla="*/ 0 w 1569"/>
              <a:gd name="p0y10" fmla="*/ 186 h 240"/>
              <a:gd name="p0x11" fmla="*/ 0 w 1569"/>
              <a:gd name="p0y11" fmla="*/ 120 h 240"/>
              <a:gd name="p0x12" fmla="*/ 0 w 1569"/>
              <a:gd name="p0y12" fmla="*/ 53 h 240"/>
              <a:gd name="p0x13" fmla="*/ 53 w 1569"/>
              <a:gd name="p0y13" fmla="*/ 0 h 240"/>
              <a:gd name="p0x14" fmla="*/ 120 w 1569"/>
              <a:gd name="p0y14" fmla="*/ 0 h 2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4">
              <a:lumMod val="30400"/>
              <a:lumOff val="696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16"/>
            </p:custDataLst>
          </p:nvPr>
        </p:nvSpPr>
        <p:spPr>
          <a:xfrm>
            <a:off x="1695450" y="3888152"/>
            <a:ext cx="198755" cy="152307"/>
          </a:xfrm>
          <a:custGeom>
            <a:avLst/>
            <a:gdLst>
              <a:gd name="sw" fmla="*/ 1 w 313"/>
              <a:gd name="sh" fmla="*/ 1 h 240"/>
              <a:gd name="mins" fmla="min sw sh"/>
              <a:gd name="dsw" fmla="+- 0 sw mins"/>
              <a:gd name="dsh" fmla="+- 0 sh mins"/>
              <a:gd name="p0x0" fmla="*/ 120 w 313"/>
              <a:gd name="p0y0" fmla="*/ 0 h 240"/>
              <a:gd name="p0x1" fmla="*/ 193 w 313"/>
              <a:gd name="p0y1" fmla="*/ 0 h 240"/>
              <a:gd name="p0x2" fmla="*/ 260 w 313"/>
              <a:gd name="p0y2" fmla="*/ 0 h 240"/>
              <a:gd name="p0x3" fmla="*/ 313 w 313"/>
              <a:gd name="p0y3" fmla="*/ 53 h 240"/>
              <a:gd name="p0x4" fmla="*/ 313 w 313"/>
              <a:gd name="p0y4" fmla="*/ 120 h 240"/>
              <a:gd name="p0x5" fmla="*/ 313 w 313"/>
              <a:gd name="p0y5" fmla="*/ 186 h 240"/>
              <a:gd name="p0x6" fmla="*/ 260 w 313"/>
              <a:gd name="p0y6" fmla="*/ 240 h 240"/>
              <a:gd name="p0x7" fmla="*/ 193 w 313"/>
              <a:gd name="p0y7" fmla="*/ 240 h 240"/>
              <a:gd name="p0x8" fmla="*/ 120 w 313"/>
              <a:gd name="p0y8" fmla="*/ 240 h 240"/>
              <a:gd name="p0x9" fmla="*/ 53 w 313"/>
              <a:gd name="p0y9" fmla="*/ 240 h 240"/>
              <a:gd name="p0x10" fmla="*/ 0 w 313"/>
              <a:gd name="p0y10" fmla="*/ 186 h 240"/>
              <a:gd name="p0x11" fmla="*/ 0 w 313"/>
              <a:gd name="p0y11" fmla="*/ 120 h 240"/>
              <a:gd name="p0x12" fmla="*/ 0 w 313"/>
              <a:gd name="p0y12" fmla="*/ 53 h 240"/>
              <a:gd name="p0x13" fmla="*/ 53 w 313"/>
              <a:gd name="p0y13" fmla="*/ 0 h 240"/>
              <a:gd name="p0x14" fmla="*/ 120 w 313"/>
              <a:gd name="p0y14" fmla="*/ 0 h 240"/>
            </a:gdLst>
            <a:ahLst/>
            <a:cxnLst/>
            <a:pathLst>
              <a:path w="313" h="240">
                <a:moveTo>
                  <a:pt x="197" y="0"/>
                </a:moveTo>
                <a:cubicBezTo>
                  <a:pt x="261" y="0"/>
                  <a:pt x="315" y="61"/>
                  <a:pt x="313" y="120"/>
                </a:cubicBezTo>
                <a:cubicBezTo>
                  <a:pt x="316" y="186"/>
                  <a:pt x="254" y="240"/>
                  <a:pt x="197" y="240"/>
                </a:cubicBezTo>
                <a:lnTo>
                  <a:pt x="120" y="240"/>
                </a:lnTo>
                <a:cubicBezTo>
                  <a:pt x="53" y="242"/>
                  <a:pt x="-2" y="180"/>
                  <a:pt x="0" y="120"/>
                </a:cubicBezTo>
                <a:cubicBezTo>
                  <a:pt x="-2" y="53"/>
                  <a:pt x="60" y="-2"/>
                  <a:pt x="120" y="0"/>
                </a:cubicBezTo>
                <a:lnTo>
                  <a:pt x="19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7"/>
            </p:custDataLst>
          </p:nvPr>
        </p:nvSpPr>
        <p:spPr>
          <a:xfrm>
            <a:off x="2844775" y="3842861"/>
            <a:ext cx="819150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83000"/>
              </a:lnSpc>
            </a:pPr>
            <a:r>
              <a:rPr sz="1650" b="1">
                <a:solidFill>
                  <a:srgbClr val="2E8B57"/>
                </a:solidFill>
                <a:cs typeface="+mn-lt"/>
              </a:rPr>
              <a:t>20%</a:t>
            </a:r>
            <a:endParaRPr sz="1650" b="1">
              <a:solidFill>
                <a:srgbClr val="2E8B57"/>
              </a:solidFill>
              <a:cs typeface="+mn-lt"/>
            </a:endParaRPr>
          </a:p>
        </p:txBody>
      </p:sp>
      <p:sp>
        <p:nvSpPr>
          <p:cNvPr id="28" name="任意多边形 27"/>
          <p:cNvSpPr/>
          <p:nvPr>
            <p:custDataLst>
              <p:tags r:id="rId18"/>
            </p:custDataLst>
          </p:nvPr>
        </p:nvSpPr>
        <p:spPr>
          <a:xfrm>
            <a:off x="661670" y="4681220"/>
            <a:ext cx="3197225" cy="567055"/>
          </a:xfrm>
          <a:custGeom>
            <a:avLst/>
            <a:gdLst>
              <a:gd name="sw" fmla="*/ 1 w 5034"/>
              <a:gd name="sh" fmla="*/ 1 h 892"/>
              <a:gd name="mins" fmla="min sw sh"/>
              <a:gd name="dsw" fmla="+- 0 sw mins"/>
              <a:gd name="dsh" fmla="+- 0 sh mins"/>
              <a:gd name="p0x0" fmla="*/ 210 w 5034"/>
              <a:gd name="p0y0" fmla="*/ 0 h 892"/>
              <a:gd name="p0x1" fmla="*/ 4824 w 5034"/>
              <a:gd name="p0y1" fmla="*/ 0 h 892"/>
              <a:gd name="p0x2" fmla="*/ 4940 w 5034"/>
              <a:gd name="p0y2" fmla="*/ 0 h 892"/>
              <a:gd name="p0x3" fmla="*/ 5034 w 5034"/>
              <a:gd name="p0y3" fmla="*/ 94 h 892"/>
              <a:gd name="p0x4" fmla="*/ 5034 w 5034"/>
              <a:gd name="p0y4" fmla="*/ 210 h 892"/>
              <a:gd name="p0x5" fmla="*/ 5034 w 5034"/>
              <a:gd name="p0y5" fmla="*/ 682 h 892"/>
              <a:gd name="p0x6" fmla="*/ 5034 w 5034"/>
              <a:gd name="p0y6" fmla="*/ 798 h 892"/>
              <a:gd name="p0x7" fmla="*/ 4940 w 5034"/>
              <a:gd name="p0y7" fmla="*/ 892 h 892"/>
              <a:gd name="p0x8" fmla="*/ 4824 w 5034"/>
              <a:gd name="p0y8" fmla="*/ 892 h 892"/>
              <a:gd name="p0x9" fmla="*/ 210 w 5034"/>
              <a:gd name="p0y9" fmla="*/ 892 h 892"/>
              <a:gd name="p0x10" fmla="*/ 94 w 5034"/>
              <a:gd name="p0y10" fmla="*/ 892 h 892"/>
              <a:gd name="p0x11" fmla="*/ 0 w 5034"/>
              <a:gd name="p0y11" fmla="*/ 798 h 892"/>
              <a:gd name="p0x12" fmla="*/ 0 w 5034"/>
              <a:gd name="p0y12" fmla="*/ 682 h 892"/>
              <a:gd name="p0x13" fmla="*/ 0 w 5034"/>
              <a:gd name="p0y13" fmla="*/ 210 h 892"/>
              <a:gd name="p0x14" fmla="*/ 0 w 5034"/>
              <a:gd name="p0y14" fmla="*/ 94 h 892"/>
              <a:gd name="p0x15" fmla="*/ 94 w 5034"/>
              <a:gd name="p0y15" fmla="*/ 0 h 892"/>
              <a:gd name="p0x16" fmla="*/ 210 w 5034"/>
              <a:gd name="p0y16" fmla="*/ 0 h 8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19"/>
            </p:custDataLst>
          </p:nvPr>
        </p:nvSpPr>
        <p:spPr>
          <a:xfrm>
            <a:off x="857250" y="4838700"/>
            <a:ext cx="6858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E4033"/>
                </a:solidFill>
                <a:cs typeface="+mn-lt"/>
              </a:rPr>
              <a:t>乡镇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30" name="任意多边形 29"/>
          <p:cNvSpPr/>
          <p:nvPr>
            <p:custDataLst>
              <p:tags r:id="rId20"/>
            </p:custDataLst>
          </p:nvPr>
        </p:nvSpPr>
        <p:spPr>
          <a:xfrm>
            <a:off x="1695450" y="4888230"/>
            <a:ext cx="996315" cy="152400"/>
          </a:xfrm>
          <a:custGeom>
            <a:avLst/>
            <a:gdLst>
              <a:gd name="sw" fmla="*/ 1 w 1569"/>
              <a:gd name="sh" fmla="*/ 1 h 240"/>
              <a:gd name="mins" fmla="min sw sh"/>
              <a:gd name="dsw" fmla="+- 0 sw mins"/>
              <a:gd name="dsh" fmla="+- 0 sh mins"/>
              <a:gd name="p0x0" fmla="*/ 120 w 1569"/>
              <a:gd name="p0y0" fmla="*/ 0 h 240"/>
              <a:gd name="p0x1" fmla="*/ 1449 w 1569"/>
              <a:gd name="p0y1" fmla="*/ 0 h 240"/>
              <a:gd name="p0x2" fmla="*/ 1516 w 1569"/>
              <a:gd name="p0y2" fmla="*/ 0 h 240"/>
              <a:gd name="p0x3" fmla="*/ 1569 w 1569"/>
              <a:gd name="p0y3" fmla="*/ 53 h 240"/>
              <a:gd name="p0x4" fmla="*/ 1569 w 1569"/>
              <a:gd name="p0y4" fmla="*/ 120 h 240"/>
              <a:gd name="p0x5" fmla="*/ 1569 w 1569"/>
              <a:gd name="p0y5" fmla="*/ 186 h 240"/>
              <a:gd name="p0x6" fmla="*/ 1516 w 1569"/>
              <a:gd name="p0y6" fmla="*/ 240 h 240"/>
              <a:gd name="p0x7" fmla="*/ 1449 w 1569"/>
              <a:gd name="p0y7" fmla="*/ 240 h 240"/>
              <a:gd name="p0x8" fmla="*/ 120 w 1569"/>
              <a:gd name="p0y8" fmla="*/ 240 h 240"/>
              <a:gd name="p0x9" fmla="*/ 53 w 1569"/>
              <a:gd name="p0y9" fmla="*/ 240 h 240"/>
              <a:gd name="p0x10" fmla="*/ 0 w 1569"/>
              <a:gd name="p0y10" fmla="*/ 186 h 240"/>
              <a:gd name="p0x11" fmla="*/ 0 w 1569"/>
              <a:gd name="p0y11" fmla="*/ 120 h 240"/>
              <a:gd name="p0x12" fmla="*/ 0 w 1569"/>
              <a:gd name="p0y12" fmla="*/ 53 h 240"/>
              <a:gd name="p0x13" fmla="*/ 53 w 1569"/>
              <a:gd name="p0y13" fmla="*/ 0 h 240"/>
              <a:gd name="p0x14" fmla="*/ 120 w 1569"/>
              <a:gd name="p0y14" fmla="*/ 0 h 2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4">
              <a:lumMod val="30400"/>
              <a:lumOff val="696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21"/>
            </p:custDataLst>
          </p:nvPr>
        </p:nvSpPr>
        <p:spPr>
          <a:xfrm>
            <a:off x="1695450" y="4888277"/>
            <a:ext cx="497840" cy="152307"/>
          </a:xfrm>
          <a:custGeom>
            <a:avLst/>
            <a:gdLst>
              <a:gd name="sw" fmla="*/ 1 w 784"/>
              <a:gd name="sh" fmla="*/ 1 h 240"/>
              <a:gd name="mins" fmla="min sw sh"/>
              <a:gd name="dsw" fmla="+- 0 sw mins"/>
              <a:gd name="dsh" fmla="+- 0 sh mins"/>
              <a:gd name="p0x0" fmla="*/ 120 w 784"/>
              <a:gd name="p0y0" fmla="*/ 0 h 240"/>
              <a:gd name="p0x1" fmla="*/ 664 w 784"/>
              <a:gd name="p0y1" fmla="*/ 0 h 240"/>
              <a:gd name="p0x2" fmla="*/ 731 w 784"/>
              <a:gd name="p0y2" fmla="*/ 0 h 240"/>
              <a:gd name="p0x3" fmla="*/ 784 w 784"/>
              <a:gd name="p0y3" fmla="*/ 53 h 240"/>
              <a:gd name="p0x4" fmla="*/ 784 w 784"/>
              <a:gd name="p0y4" fmla="*/ 120 h 240"/>
              <a:gd name="p0x5" fmla="*/ 784 w 784"/>
              <a:gd name="p0y5" fmla="*/ 186 h 240"/>
              <a:gd name="p0x6" fmla="*/ 731 w 784"/>
              <a:gd name="p0y6" fmla="*/ 240 h 240"/>
              <a:gd name="p0x7" fmla="*/ 664 w 784"/>
              <a:gd name="p0y7" fmla="*/ 240 h 240"/>
              <a:gd name="p0x8" fmla="*/ 120 w 784"/>
              <a:gd name="p0y8" fmla="*/ 240 h 240"/>
              <a:gd name="p0x9" fmla="*/ 53 w 784"/>
              <a:gd name="p0y9" fmla="*/ 240 h 240"/>
              <a:gd name="p0x10" fmla="*/ 0 w 784"/>
              <a:gd name="p0y10" fmla="*/ 186 h 240"/>
              <a:gd name="p0x11" fmla="*/ 0 w 784"/>
              <a:gd name="p0y11" fmla="*/ 120 h 240"/>
              <a:gd name="p0x12" fmla="*/ 0 w 784"/>
              <a:gd name="p0y12" fmla="*/ 53 h 240"/>
              <a:gd name="p0x13" fmla="*/ 53 w 784"/>
              <a:gd name="p0y13" fmla="*/ 0 h 240"/>
              <a:gd name="p0x14" fmla="*/ 120 w 784"/>
              <a:gd name="p0y14" fmla="*/ 0 h 240"/>
            </a:gdLst>
            <a:ahLst/>
            <a:cxnLst/>
            <a:pathLst>
              <a:path w="784" h="240">
                <a:moveTo>
                  <a:pt x="668" y="0"/>
                </a:moveTo>
                <a:cubicBezTo>
                  <a:pt x="732" y="0"/>
                  <a:pt x="786" y="61"/>
                  <a:pt x="784" y="120"/>
                </a:cubicBezTo>
                <a:cubicBezTo>
                  <a:pt x="787" y="186"/>
                  <a:pt x="725" y="240"/>
                  <a:pt x="668" y="240"/>
                </a:cubicBezTo>
                <a:lnTo>
                  <a:pt x="120" y="240"/>
                </a:lnTo>
                <a:cubicBezTo>
                  <a:pt x="53" y="242"/>
                  <a:pt x="-2" y="180"/>
                  <a:pt x="0" y="120"/>
                </a:cubicBezTo>
                <a:cubicBezTo>
                  <a:pt x="-2" y="53"/>
                  <a:pt x="60" y="-2"/>
                  <a:pt x="120" y="0"/>
                </a:cubicBezTo>
                <a:lnTo>
                  <a:pt x="66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22"/>
            </p:custDataLst>
          </p:nvPr>
        </p:nvSpPr>
        <p:spPr>
          <a:xfrm>
            <a:off x="2844775" y="4842986"/>
            <a:ext cx="819150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83000"/>
              </a:lnSpc>
            </a:pPr>
            <a:r>
              <a:rPr sz="1650" b="1">
                <a:solidFill>
                  <a:srgbClr val="2E8B57"/>
                </a:solidFill>
                <a:cs typeface="+mn-lt"/>
              </a:rPr>
              <a:t>50%</a:t>
            </a:r>
            <a:endParaRPr sz="1650" b="1">
              <a:solidFill>
                <a:srgbClr val="2E8B57"/>
              </a:solidFill>
              <a:cs typeface="+mn-lt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657225" y="5676900"/>
            <a:ext cx="3205480" cy="523240"/>
            <a:chOff x="1035" y="8940"/>
            <a:chExt cx="5048" cy="824"/>
          </a:xfrm>
        </p:grpSpPr>
        <p:sp>
          <p:nvSpPr>
            <p:cNvPr id="34" name="任意多边形 33"/>
            <p:cNvSpPr/>
            <p:nvPr>
              <p:custDataLst>
                <p:tags r:id="rId23"/>
              </p:custDataLst>
            </p:nvPr>
          </p:nvSpPr>
          <p:spPr>
            <a:xfrm>
              <a:off x="1035" y="8940"/>
              <a:ext cx="5049" cy="825"/>
            </a:xfrm>
            <a:custGeom>
              <a:avLst/>
              <a:gdLst>
                <a:gd name="sw" fmla="*/ 1 w 5049"/>
                <a:gd name="sh" fmla="*/ 1 h 825"/>
                <a:gd name="mins" fmla="min sw sh"/>
                <a:gd name="dsw" fmla="+- 0 sw mins"/>
                <a:gd name="dsh" fmla="+- 0 sh mins"/>
                <a:gd name="p0x0" fmla="*/ 0 w 5049"/>
                <a:gd name="p0y0" fmla="*/ 0 h 825"/>
                <a:gd name="p0x1" fmla="*/ 5049 w 5049"/>
                <a:gd name="p0y1" fmla="*/ 0 h 825"/>
                <a:gd name="p0x2" fmla="*/ 5049 w 5049"/>
                <a:gd name="p0y2" fmla="*/ 825 h 825"/>
                <a:gd name="p0x3" fmla="*/ 0 w 5049"/>
                <a:gd name="p0y3" fmla="*/ 825 h 825"/>
                <a:gd name="p0x4" fmla="*/ 0 w 5049"/>
                <a:gd name="p0y4" fmla="*/ 0 h 82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>
              <p:custDataLst>
                <p:tags r:id="rId24"/>
              </p:custDataLst>
            </p:nvPr>
          </p:nvSpPr>
          <p:spPr>
            <a:xfrm>
              <a:off x="1035" y="8940"/>
              <a:ext cx="5049" cy="15"/>
            </a:xfrm>
            <a:custGeom>
              <a:avLst/>
              <a:gdLst>
                <a:gd name="sw" fmla="*/ 1 w 5049"/>
                <a:gd name="sh" fmla="*/ 1 h 15"/>
                <a:gd name="mins" fmla="min sw sh"/>
                <a:gd name="dsw" fmla="+- 0 sw mins"/>
                <a:gd name="dsh" fmla="+- 0 sh mins"/>
                <a:gd name="p0x0" fmla="*/ 0 w 5049"/>
                <a:gd name="p0y0" fmla="*/ 0 h 15"/>
                <a:gd name="p0x1" fmla="*/ 19 w 5049"/>
                <a:gd name="p0y1" fmla="*/ 0 h 15"/>
                <a:gd name="p0x2" fmla="*/ 19 w 5049"/>
                <a:gd name="p0y2" fmla="*/ 15 h 15"/>
                <a:gd name="p0x3" fmla="*/ 0 w 5049"/>
                <a:gd name="p0y3" fmla="*/ 15 h 15"/>
                <a:gd name="p0x4" fmla="*/ 0 w 5049"/>
                <a:gd name="p0y4" fmla="*/ 0 h 15"/>
                <a:gd name="p0x5" fmla="*/ 34 w 5049"/>
                <a:gd name="p0y5" fmla="*/ 0 h 15"/>
                <a:gd name="p0x6" fmla="*/ 64 w 5049"/>
                <a:gd name="p0y6" fmla="*/ 0 h 15"/>
                <a:gd name="p0x7" fmla="*/ 64 w 5049"/>
                <a:gd name="p0y7" fmla="*/ 15 h 15"/>
                <a:gd name="p0x8" fmla="*/ 34 w 5049"/>
                <a:gd name="p0y8" fmla="*/ 15 h 15"/>
                <a:gd name="p0x9" fmla="*/ 34 w 5049"/>
                <a:gd name="p0y9" fmla="*/ 0 h 15"/>
                <a:gd name="p0x10" fmla="*/ 79 w 5049"/>
                <a:gd name="p0y10" fmla="*/ 0 h 15"/>
                <a:gd name="p0x11" fmla="*/ 109 w 5049"/>
                <a:gd name="p0y11" fmla="*/ 0 h 15"/>
                <a:gd name="p0x12" fmla="*/ 109 w 5049"/>
                <a:gd name="p0y12" fmla="*/ 15 h 15"/>
                <a:gd name="p0x13" fmla="*/ 79 w 5049"/>
                <a:gd name="p0y13" fmla="*/ 15 h 15"/>
                <a:gd name="p0x14" fmla="*/ 79 w 5049"/>
                <a:gd name="p0y14" fmla="*/ 0 h 15"/>
                <a:gd name="p0x15" fmla="*/ 124 w 5049"/>
                <a:gd name="p0y15" fmla="*/ 0 h 15"/>
                <a:gd name="p0x16" fmla="*/ 154 w 5049"/>
                <a:gd name="p0y16" fmla="*/ 0 h 15"/>
                <a:gd name="p0x17" fmla="*/ 154 w 5049"/>
                <a:gd name="p0y17" fmla="*/ 15 h 15"/>
                <a:gd name="p0x18" fmla="*/ 124 w 5049"/>
                <a:gd name="p0y18" fmla="*/ 15 h 15"/>
                <a:gd name="p0x19" fmla="*/ 124 w 5049"/>
                <a:gd name="p0y19" fmla="*/ 0 h 15"/>
                <a:gd name="p0x20" fmla="*/ 169 w 5049"/>
                <a:gd name="p0y20" fmla="*/ 0 h 15"/>
                <a:gd name="p0x21" fmla="*/ 199 w 5049"/>
                <a:gd name="p0y21" fmla="*/ 0 h 15"/>
                <a:gd name="p0x22" fmla="*/ 199 w 5049"/>
                <a:gd name="p0y22" fmla="*/ 15 h 15"/>
                <a:gd name="p0x23" fmla="*/ 169 w 5049"/>
                <a:gd name="p0y23" fmla="*/ 15 h 15"/>
                <a:gd name="p0x24" fmla="*/ 169 w 5049"/>
                <a:gd name="p0y24" fmla="*/ 0 h 15"/>
                <a:gd name="p0x25" fmla="*/ 214 w 5049"/>
                <a:gd name="p0y25" fmla="*/ 0 h 15"/>
                <a:gd name="p0x26" fmla="*/ 244 w 5049"/>
                <a:gd name="p0y26" fmla="*/ 0 h 15"/>
                <a:gd name="p0x27" fmla="*/ 244 w 5049"/>
                <a:gd name="p0y27" fmla="*/ 15 h 15"/>
                <a:gd name="p0x28" fmla="*/ 214 w 5049"/>
                <a:gd name="p0y28" fmla="*/ 15 h 15"/>
                <a:gd name="p0x29" fmla="*/ 214 w 5049"/>
                <a:gd name="p0y29" fmla="*/ 0 h 15"/>
                <a:gd name="p0x30" fmla="*/ 259 w 5049"/>
                <a:gd name="p0y30" fmla="*/ 0 h 15"/>
                <a:gd name="p0x31" fmla="*/ 289 w 5049"/>
                <a:gd name="p0y31" fmla="*/ 0 h 15"/>
                <a:gd name="p0x32" fmla="*/ 289 w 5049"/>
                <a:gd name="p0y32" fmla="*/ 15 h 15"/>
                <a:gd name="p0x33" fmla="*/ 259 w 5049"/>
                <a:gd name="p0y33" fmla="*/ 15 h 15"/>
                <a:gd name="p0x34" fmla="*/ 259 w 5049"/>
                <a:gd name="p0y34" fmla="*/ 0 h 15"/>
                <a:gd name="p0x35" fmla="*/ 304 w 5049"/>
                <a:gd name="p0y35" fmla="*/ 0 h 15"/>
                <a:gd name="p0x36" fmla="*/ 334 w 5049"/>
                <a:gd name="p0y36" fmla="*/ 0 h 15"/>
                <a:gd name="p0x37" fmla="*/ 334 w 5049"/>
                <a:gd name="p0y37" fmla="*/ 15 h 15"/>
                <a:gd name="p0x38" fmla="*/ 304 w 5049"/>
                <a:gd name="p0y38" fmla="*/ 15 h 15"/>
                <a:gd name="p0x39" fmla="*/ 304 w 5049"/>
                <a:gd name="p0y39" fmla="*/ 0 h 15"/>
                <a:gd name="p0x40" fmla="*/ 349 w 5049"/>
                <a:gd name="p0y40" fmla="*/ 0 h 15"/>
                <a:gd name="p0x41" fmla="*/ 379 w 5049"/>
                <a:gd name="p0y41" fmla="*/ 0 h 15"/>
                <a:gd name="p0x42" fmla="*/ 379 w 5049"/>
                <a:gd name="p0y42" fmla="*/ 15 h 15"/>
                <a:gd name="p0x43" fmla="*/ 349 w 5049"/>
                <a:gd name="p0y43" fmla="*/ 15 h 15"/>
                <a:gd name="p0x44" fmla="*/ 349 w 5049"/>
                <a:gd name="p0y44" fmla="*/ 0 h 15"/>
                <a:gd name="p0x45" fmla="*/ 394 w 5049"/>
                <a:gd name="p0y45" fmla="*/ 0 h 15"/>
                <a:gd name="p0x46" fmla="*/ 424 w 5049"/>
                <a:gd name="p0y46" fmla="*/ 0 h 15"/>
                <a:gd name="p0x47" fmla="*/ 424 w 5049"/>
                <a:gd name="p0y47" fmla="*/ 15 h 15"/>
                <a:gd name="p0x48" fmla="*/ 394 w 5049"/>
                <a:gd name="p0y48" fmla="*/ 15 h 15"/>
                <a:gd name="p0x49" fmla="*/ 394 w 5049"/>
                <a:gd name="p0y49" fmla="*/ 0 h 15"/>
                <a:gd name="p0x50" fmla="*/ 439 w 5049"/>
                <a:gd name="p0y50" fmla="*/ 0 h 15"/>
                <a:gd name="p0x51" fmla="*/ 469 w 5049"/>
                <a:gd name="p0y51" fmla="*/ 0 h 15"/>
                <a:gd name="p0x52" fmla="*/ 469 w 5049"/>
                <a:gd name="p0y52" fmla="*/ 15 h 15"/>
                <a:gd name="p0x53" fmla="*/ 439 w 5049"/>
                <a:gd name="p0y53" fmla="*/ 15 h 15"/>
                <a:gd name="p0x54" fmla="*/ 439 w 5049"/>
                <a:gd name="p0y54" fmla="*/ 0 h 15"/>
                <a:gd name="p0x55" fmla="*/ 484 w 5049"/>
                <a:gd name="p0y55" fmla="*/ 0 h 15"/>
                <a:gd name="p0x56" fmla="*/ 514 w 5049"/>
                <a:gd name="p0y56" fmla="*/ 0 h 15"/>
                <a:gd name="p0x57" fmla="*/ 514 w 5049"/>
                <a:gd name="p0y57" fmla="*/ 15 h 15"/>
                <a:gd name="p0x58" fmla="*/ 484 w 5049"/>
                <a:gd name="p0y58" fmla="*/ 15 h 15"/>
                <a:gd name="p0x59" fmla="*/ 484 w 5049"/>
                <a:gd name="p0y59" fmla="*/ 0 h 15"/>
                <a:gd name="p0x60" fmla="*/ 529 w 5049"/>
                <a:gd name="p0y60" fmla="*/ 0 h 15"/>
                <a:gd name="p0x61" fmla="*/ 559 w 5049"/>
                <a:gd name="p0y61" fmla="*/ 0 h 15"/>
                <a:gd name="p0x62" fmla="*/ 559 w 5049"/>
                <a:gd name="p0y62" fmla="*/ 15 h 15"/>
                <a:gd name="p0x63" fmla="*/ 529 w 5049"/>
                <a:gd name="p0y63" fmla="*/ 15 h 15"/>
                <a:gd name="p0x64" fmla="*/ 529 w 5049"/>
                <a:gd name="p0y64" fmla="*/ 0 h 15"/>
                <a:gd name="p0x65" fmla="*/ 574 w 5049"/>
                <a:gd name="p0y65" fmla="*/ 0 h 15"/>
                <a:gd name="p0x66" fmla="*/ 604 w 5049"/>
                <a:gd name="p0y66" fmla="*/ 0 h 15"/>
                <a:gd name="p0x67" fmla="*/ 604 w 5049"/>
                <a:gd name="p0y67" fmla="*/ 15 h 15"/>
                <a:gd name="p0x68" fmla="*/ 574 w 5049"/>
                <a:gd name="p0y68" fmla="*/ 15 h 15"/>
                <a:gd name="p0x69" fmla="*/ 574 w 5049"/>
                <a:gd name="p0y69" fmla="*/ 0 h 15"/>
                <a:gd name="p0x70" fmla="*/ 619 w 5049"/>
                <a:gd name="p0y70" fmla="*/ 0 h 15"/>
                <a:gd name="p0x71" fmla="*/ 649 w 5049"/>
                <a:gd name="p0y71" fmla="*/ 0 h 15"/>
                <a:gd name="p0x72" fmla="*/ 649 w 5049"/>
                <a:gd name="p0y72" fmla="*/ 15 h 15"/>
                <a:gd name="p0x73" fmla="*/ 619 w 5049"/>
                <a:gd name="p0y73" fmla="*/ 15 h 15"/>
                <a:gd name="p0x74" fmla="*/ 619 w 5049"/>
                <a:gd name="p0y74" fmla="*/ 0 h 15"/>
                <a:gd name="p0x75" fmla="*/ 664 w 5049"/>
                <a:gd name="p0y75" fmla="*/ 0 h 15"/>
                <a:gd name="p0x76" fmla="*/ 694 w 5049"/>
                <a:gd name="p0y76" fmla="*/ 0 h 15"/>
                <a:gd name="p0x77" fmla="*/ 694 w 5049"/>
                <a:gd name="p0y77" fmla="*/ 15 h 15"/>
                <a:gd name="p0x78" fmla="*/ 664 w 5049"/>
                <a:gd name="p0y78" fmla="*/ 15 h 15"/>
                <a:gd name="p0x79" fmla="*/ 664 w 5049"/>
                <a:gd name="p0y79" fmla="*/ 0 h 15"/>
                <a:gd name="p0x80" fmla="*/ 709 w 5049"/>
                <a:gd name="p0y80" fmla="*/ 0 h 15"/>
                <a:gd name="p0x81" fmla="*/ 739 w 5049"/>
                <a:gd name="p0y81" fmla="*/ 0 h 15"/>
                <a:gd name="p0x82" fmla="*/ 739 w 5049"/>
                <a:gd name="p0y82" fmla="*/ 15 h 15"/>
                <a:gd name="p0x83" fmla="*/ 709 w 5049"/>
                <a:gd name="p0y83" fmla="*/ 15 h 15"/>
                <a:gd name="p0x84" fmla="*/ 709 w 5049"/>
                <a:gd name="p0y84" fmla="*/ 0 h 15"/>
                <a:gd name="p0x85" fmla="*/ 754 w 5049"/>
                <a:gd name="p0y85" fmla="*/ 0 h 15"/>
                <a:gd name="p0x86" fmla="*/ 784 w 5049"/>
                <a:gd name="p0y86" fmla="*/ 0 h 15"/>
                <a:gd name="p0x87" fmla="*/ 784 w 5049"/>
                <a:gd name="p0y87" fmla="*/ 15 h 15"/>
                <a:gd name="p0x88" fmla="*/ 754 w 5049"/>
                <a:gd name="p0y88" fmla="*/ 15 h 15"/>
                <a:gd name="p0x89" fmla="*/ 754 w 5049"/>
                <a:gd name="p0y89" fmla="*/ 0 h 15"/>
                <a:gd name="p0x90" fmla="*/ 799 w 5049"/>
                <a:gd name="p0y90" fmla="*/ 0 h 15"/>
                <a:gd name="p0x91" fmla="*/ 829 w 5049"/>
                <a:gd name="p0y91" fmla="*/ 0 h 15"/>
                <a:gd name="p0x92" fmla="*/ 829 w 5049"/>
                <a:gd name="p0y92" fmla="*/ 15 h 15"/>
                <a:gd name="p0x93" fmla="*/ 799 w 5049"/>
                <a:gd name="p0y93" fmla="*/ 15 h 15"/>
                <a:gd name="p0x94" fmla="*/ 799 w 5049"/>
                <a:gd name="p0y94" fmla="*/ 0 h 15"/>
                <a:gd name="p0x95" fmla="*/ 844 w 5049"/>
                <a:gd name="p0y95" fmla="*/ 0 h 15"/>
                <a:gd name="p0x96" fmla="*/ 874 w 5049"/>
                <a:gd name="p0y96" fmla="*/ 0 h 15"/>
                <a:gd name="p0x97" fmla="*/ 874 w 5049"/>
                <a:gd name="p0y97" fmla="*/ 15 h 15"/>
                <a:gd name="p0x98" fmla="*/ 844 w 5049"/>
                <a:gd name="p0y98" fmla="*/ 15 h 15"/>
                <a:gd name="p0x99" fmla="*/ 844 w 5049"/>
                <a:gd name="p0y99" fmla="*/ 0 h 15"/>
                <a:gd name="p0x100" fmla="*/ 889 w 5049"/>
                <a:gd name="p0y100" fmla="*/ 0 h 15"/>
                <a:gd name="p0x101" fmla="*/ 919 w 5049"/>
                <a:gd name="p0y101" fmla="*/ 0 h 15"/>
                <a:gd name="p0x102" fmla="*/ 919 w 5049"/>
                <a:gd name="p0y102" fmla="*/ 15 h 15"/>
                <a:gd name="p0x103" fmla="*/ 889 w 5049"/>
                <a:gd name="p0y103" fmla="*/ 15 h 15"/>
                <a:gd name="p0x104" fmla="*/ 889 w 5049"/>
                <a:gd name="p0y104" fmla="*/ 0 h 15"/>
                <a:gd name="p0x105" fmla="*/ 934 w 5049"/>
                <a:gd name="p0y105" fmla="*/ 0 h 15"/>
                <a:gd name="p0x106" fmla="*/ 964 w 5049"/>
                <a:gd name="p0y106" fmla="*/ 0 h 15"/>
                <a:gd name="p0x107" fmla="*/ 964 w 5049"/>
                <a:gd name="p0y107" fmla="*/ 15 h 15"/>
                <a:gd name="p0x108" fmla="*/ 934 w 5049"/>
                <a:gd name="p0y108" fmla="*/ 15 h 15"/>
                <a:gd name="p0x109" fmla="*/ 934 w 5049"/>
                <a:gd name="p0y109" fmla="*/ 0 h 15"/>
                <a:gd name="p0x110" fmla="*/ 979 w 5049"/>
                <a:gd name="p0y110" fmla="*/ 0 h 15"/>
                <a:gd name="p0x111" fmla="*/ 1009 w 5049"/>
                <a:gd name="p0y111" fmla="*/ 0 h 15"/>
                <a:gd name="p0x112" fmla="*/ 1009 w 5049"/>
                <a:gd name="p0y112" fmla="*/ 15 h 15"/>
                <a:gd name="p0x113" fmla="*/ 979 w 5049"/>
                <a:gd name="p0y113" fmla="*/ 15 h 15"/>
                <a:gd name="p0x114" fmla="*/ 979 w 5049"/>
                <a:gd name="p0y114" fmla="*/ 0 h 15"/>
                <a:gd name="p0x115" fmla="*/ 1024 w 5049"/>
                <a:gd name="p0y115" fmla="*/ 0 h 15"/>
                <a:gd name="p0x116" fmla="*/ 1054 w 5049"/>
                <a:gd name="p0y116" fmla="*/ 0 h 15"/>
                <a:gd name="p0x117" fmla="*/ 1054 w 5049"/>
                <a:gd name="p0y117" fmla="*/ 15 h 15"/>
                <a:gd name="p0x118" fmla="*/ 1024 w 5049"/>
                <a:gd name="p0y118" fmla="*/ 15 h 15"/>
                <a:gd name="p0x119" fmla="*/ 1024 w 5049"/>
                <a:gd name="p0y119" fmla="*/ 0 h 15"/>
                <a:gd name="p0x120" fmla="*/ 1069 w 5049"/>
                <a:gd name="p0y120" fmla="*/ 0 h 15"/>
                <a:gd name="p0x121" fmla="*/ 1099 w 5049"/>
                <a:gd name="p0y121" fmla="*/ 0 h 15"/>
                <a:gd name="p0x122" fmla="*/ 1099 w 5049"/>
                <a:gd name="p0y122" fmla="*/ 15 h 15"/>
                <a:gd name="p0x123" fmla="*/ 1069 w 5049"/>
                <a:gd name="p0y123" fmla="*/ 15 h 15"/>
                <a:gd name="p0x124" fmla="*/ 1069 w 5049"/>
                <a:gd name="p0y124" fmla="*/ 0 h 15"/>
                <a:gd name="p0x125" fmla="*/ 1114 w 5049"/>
                <a:gd name="p0y125" fmla="*/ 0 h 15"/>
                <a:gd name="p0x126" fmla="*/ 1144 w 5049"/>
                <a:gd name="p0y126" fmla="*/ 0 h 15"/>
                <a:gd name="p0x127" fmla="*/ 1144 w 5049"/>
                <a:gd name="p0y127" fmla="*/ 15 h 15"/>
                <a:gd name="p0x128" fmla="*/ 1114 w 5049"/>
                <a:gd name="p0y128" fmla="*/ 15 h 15"/>
                <a:gd name="p0x129" fmla="*/ 1114 w 5049"/>
                <a:gd name="p0y129" fmla="*/ 0 h 15"/>
                <a:gd name="p0x130" fmla="*/ 1159 w 5049"/>
                <a:gd name="p0y130" fmla="*/ 0 h 15"/>
                <a:gd name="p0x131" fmla="*/ 1189 w 5049"/>
                <a:gd name="p0y131" fmla="*/ 0 h 15"/>
                <a:gd name="p0x132" fmla="*/ 1189 w 5049"/>
                <a:gd name="p0y132" fmla="*/ 15 h 15"/>
                <a:gd name="p0x133" fmla="*/ 1159 w 5049"/>
                <a:gd name="p0y133" fmla="*/ 15 h 15"/>
                <a:gd name="p0x134" fmla="*/ 1159 w 5049"/>
                <a:gd name="p0y134" fmla="*/ 0 h 15"/>
                <a:gd name="p0x135" fmla="*/ 1204 w 5049"/>
                <a:gd name="p0y135" fmla="*/ 0 h 15"/>
                <a:gd name="p0x136" fmla="*/ 1234 w 5049"/>
                <a:gd name="p0y136" fmla="*/ 0 h 15"/>
                <a:gd name="p0x137" fmla="*/ 1234 w 5049"/>
                <a:gd name="p0y137" fmla="*/ 15 h 15"/>
                <a:gd name="p0x138" fmla="*/ 1204 w 5049"/>
                <a:gd name="p0y138" fmla="*/ 15 h 15"/>
                <a:gd name="p0x139" fmla="*/ 1204 w 5049"/>
                <a:gd name="p0y139" fmla="*/ 0 h 15"/>
                <a:gd name="p0x140" fmla="*/ 1249 w 5049"/>
                <a:gd name="p0y140" fmla="*/ 0 h 15"/>
                <a:gd name="p0x141" fmla="*/ 1279 w 5049"/>
                <a:gd name="p0y141" fmla="*/ 0 h 15"/>
                <a:gd name="p0x142" fmla="*/ 1279 w 5049"/>
                <a:gd name="p0y142" fmla="*/ 15 h 15"/>
                <a:gd name="p0x143" fmla="*/ 1249 w 5049"/>
                <a:gd name="p0y143" fmla="*/ 15 h 15"/>
                <a:gd name="p0x144" fmla="*/ 1249 w 5049"/>
                <a:gd name="p0y144" fmla="*/ 0 h 15"/>
                <a:gd name="p0x145" fmla="*/ 1294 w 5049"/>
                <a:gd name="p0y145" fmla="*/ 0 h 15"/>
                <a:gd name="p0x146" fmla="*/ 1324 w 5049"/>
                <a:gd name="p0y146" fmla="*/ 0 h 15"/>
                <a:gd name="p0x147" fmla="*/ 1324 w 5049"/>
                <a:gd name="p0y147" fmla="*/ 15 h 15"/>
                <a:gd name="p0x148" fmla="*/ 1294 w 5049"/>
                <a:gd name="p0y148" fmla="*/ 15 h 15"/>
                <a:gd name="p0x149" fmla="*/ 1294 w 5049"/>
                <a:gd name="p0y149" fmla="*/ 0 h 15"/>
                <a:gd name="p0x150" fmla="*/ 1339 w 5049"/>
                <a:gd name="p0y150" fmla="*/ 0 h 15"/>
                <a:gd name="p0x151" fmla="*/ 1369 w 5049"/>
                <a:gd name="p0y151" fmla="*/ 0 h 15"/>
                <a:gd name="p0x152" fmla="*/ 1369 w 5049"/>
                <a:gd name="p0y152" fmla="*/ 15 h 15"/>
                <a:gd name="p0x153" fmla="*/ 1339 w 5049"/>
                <a:gd name="p0y153" fmla="*/ 15 h 15"/>
                <a:gd name="p0x154" fmla="*/ 1339 w 5049"/>
                <a:gd name="p0y154" fmla="*/ 0 h 15"/>
                <a:gd name="p0x155" fmla="*/ 1384 w 5049"/>
                <a:gd name="p0y155" fmla="*/ 0 h 15"/>
                <a:gd name="p0x156" fmla="*/ 1414 w 5049"/>
                <a:gd name="p0y156" fmla="*/ 0 h 15"/>
                <a:gd name="p0x157" fmla="*/ 1414 w 5049"/>
                <a:gd name="p0y157" fmla="*/ 15 h 15"/>
                <a:gd name="p0x158" fmla="*/ 1384 w 5049"/>
                <a:gd name="p0y158" fmla="*/ 15 h 15"/>
                <a:gd name="p0x159" fmla="*/ 1384 w 5049"/>
                <a:gd name="p0y159" fmla="*/ 0 h 15"/>
                <a:gd name="p0x160" fmla="*/ 1429 w 5049"/>
                <a:gd name="p0y160" fmla="*/ 0 h 15"/>
                <a:gd name="p0x161" fmla="*/ 1459 w 5049"/>
                <a:gd name="p0y161" fmla="*/ 0 h 15"/>
                <a:gd name="p0x162" fmla="*/ 1459 w 5049"/>
                <a:gd name="p0y162" fmla="*/ 15 h 15"/>
                <a:gd name="p0x163" fmla="*/ 1429 w 5049"/>
                <a:gd name="p0y163" fmla="*/ 15 h 15"/>
                <a:gd name="p0x164" fmla="*/ 1429 w 5049"/>
                <a:gd name="p0y164" fmla="*/ 0 h 15"/>
                <a:gd name="p0x165" fmla="*/ 1474 w 5049"/>
                <a:gd name="p0y165" fmla="*/ 0 h 15"/>
                <a:gd name="p0x166" fmla="*/ 1504 w 5049"/>
                <a:gd name="p0y166" fmla="*/ 0 h 15"/>
                <a:gd name="p0x167" fmla="*/ 1504 w 5049"/>
                <a:gd name="p0y167" fmla="*/ 15 h 15"/>
                <a:gd name="p0x168" fmla="*/ 1474 w 5049"/>
                <a:gd name="p0y168" fmla="*/ 15 h 15"/>
                <a:gd name="p0x169" fmla="*/ 1474 w 5049"/>
                <a:gd name="p0y169" fmla="*/ 0 h 15"/>
                <a:gd name="p0x170" fmla="*/ 1519 w 5049"/>
                <a:gd name="p0y170" fmla="*/ 0 h 15"/>
                <a:gd name="p0x171" fmla="*/ 1549 w 5049"/>
                <a:gd name="p0y171" fmla="*/ 0 h 15"/>
                <a:gd name="p0x172" fmla="*/ 1549 w 5049"/>
                <a:gd name="p0y172" fmla="*/ 15 h 15"/>
                <a:gd name="p0x173" fmla="*/ 1519 w 5049"/>
                <a:gd name="p0y173" fmla="*/ 15 h 15"/>
                <a:gd name="p0x174" fmla="*/ 1519 w 5049"/>
                <a:gd name="p0y174" fmla="*/ 0 h 15"/>
                <a:gd name="p0x175" fmla="*/ 1564 w 5049"/>
                <a:gd name="p0y175" fmla="*/ 0 h 15"/>
                <a:gd name="p0x176" fmla="*/ 1594 w 5049"/>
                <a:gd name="p0y176" fmla="*/ 0 h 15"/>
                <a:gd name="p0x177" fmla="*/ 1594 w 5049"/>
                <a:gd name="p0y177" fmla="*/ 15 h 15"/>
                <a:gd name="p0x178" fmla="*/ 1564 w 5049"/>
                <a:gd name="p0y178" fmla="*/ 15 h 15"/>
                <a:gd name="p0x179" fmla="*/ 1564 w 5049"/>
                <a:gd name="p0y179" fmla="*/ 0 h 15"/>
                <a:gd name="p0x180" fmla="*/ 1609 w 5049"/>
                <a:gd name="p0y180" fmla="*/ 0 h 15"/>
                <a:gd name="p0x181" fmla="*/ 1639 w 5049"/>
                <a:gd name="p0y181" fmla="*/ 0 h 15"/>
                <a:gd name="p0x182" fmla="*/ 1639 w 5049"/>
                <a:gd name="p0y182" fmla="*/ 15 h 15"/>
                <a:gd name="p0x183" fmla="*/ 1609 w 5049"/>
                <a:gd name="p0y183" fmla="*/ 15 h 15"/>
                <a:gd name="p0x184" fmla="*/ 1609 w 5049"/>
                <a:gd name="p0y184" fmla="*/ 0 h 15"/>
                <a:gd name="p0x185" fmla="*/ 1654 w 5049"/>
                <a:gd name="p0y185" fmla="*/ 0 h 15"/>
                <a:gd name="p0x186" fmla="*/ 1684 w 5049"/>
                <a:gd name="p0y186" fmla="*/ 0 h 15"/>
                <a:gd name="p0x187" fmla="*/ 1684 w 5049"/>
                <a:gd name="p0y187" fmla="*/ 15 h 15"/>
                <a:gd name="p0x188" fmla="*/ 1654 w 5049"/>
                <a:gd name="p0y188" fmla="*/ 15 h 15"/>
                <a:gd name="p0x189" fmla="*/ 1654 w 5049"/>
                <a:gd name="p0y189" fmla="*/ 0 h 15"/>
                <a:gd name="p0x190" fmla="*/ 1699 w 5049"/>
                <a:gd name="p0y190" fmla="*/ 0 h 15"/>
                <a:gd name="p0x191" fmla="*/ 1729 w 5049"/>
                <a:gd name="p0y191" fmla="*/ 0 h 15"/>
                <a:gd name="p0x192" fmla="*/ 1729 w 5049"/>
                <a:gd name="p0y192" fmla="*/ 15 h 15"/>
                <a:gd name="p0x193" fmla="*/ 1699 w 5049"/>
                <a:gd name="p0y193" fmla="*/ 15 h 15"/>
                <a:gd name="p0x194" fmla="*/ 1699 w 5049"/>
                <a:gd name="p0y194" fmla="*/ 0 h 15"/>
                <a:gd name="p0x195" fmla="*/ 1744 w 5049"/>
                <a:gd name="p0y195" fmla="*/ 0 h 15"/>
                <a:gd name="p0x196" fmla="*/ 1774 w 5049"/>
                <a:gd name="p0y196" fmla="*/ 0 h 15"/>
                <a:gd name="p0x197" fmla="*/ 1774 w 5049"/>
                <a:gd name="p0y197" fmla="*/ 15 h 15"/>
                <a:gd name="p0x198" fmla="*/ 1744 w 5049"/>
                <a:gd name="p0y198" fmla="*/ 15 h 15"/>
                <a:gd name="p0x199" fmla="*/ 1744 w 5049"/>
                <a:gd name="p0y199" fmla="*/ 0 h 15"/>
                <a:gd name="p0x200" fmla="*/ 1789 w 5049"/>
                <a:gd name="p0y200" fmla="*/ 0 h 15"/>
                <a:gd name="p0x201" fmla="*/ 1819 w 5049"/>
                <a:gd name="p0y201" fmla="*/ 0 h 15"/>
                <a:gd name="p0x202" fmla="*/ 1819 w 5049"/>
                <a:gd name="p0y202" fmla="*/ 15 h 15"/>
                <a:gd name="p0x203" fmla="*/ 1789 w 5049"/>
                <a:gd name="p0y203" fmla="*/ 15 h 15"/>
                <a:gd name="p0x204" fmla="*/ 1789 w 5049"/>
                <a:gd name="p0y204" fmla="*/ 0 h 15"/>
                <a:gd name="p0x205" fmla="*/ 1834 w 5049"/>
                <a:gd name="p0y205" fmla="*/ 0 h 15"/>
                <a:gd name="p0x206" fmla="*/ 1864 w 5049"/>
                <a:gd name="p0y206" fmla="*/ 0 h 15"/>
                <a:gd name="p0x207" fmla="*/ 1864 w 5049"/>
                <a:gd name="p0y207" fmla="*/ 15 h 15"/>
                <a:gd name="p0x208" fmla="*/ 1834 w 5049"/>
                <a:gd name="p0y208" fmla="*/ 15 h 15"/>
                <a:gd name="p0x209" fmla="*/ 1834 w 5049"/>
                <a:gd name="p0y209" fmla="*/ 0 h 15"/>
                <a:gd name="p0x210" fmla="*/ 1879 w 5049"/>
                <a:gd name="p0y210" fmla="*/ 0 h 15"/>
                <a:gd name="p0x211" fmla="*/ 1909 w 5049"/>
                <a:gd name="p0y211" fmla="*/ 0 h 15"/>
                <a:gd name="p0x212" fmla="*/ 1909 w 5049"/>
                <a:gd name="p0y212" fmla="*/ 15 h 15"/>
                <a:gd name="p0x213" fmla="*/ 1879 w 5049"/>
                <a:gd name="p0y213" fmla="*/ 15 h 15"/>
                <a:gd name="p0x214" fmla="*/ 1879 w 5049"/>
                <a:gd name="p0y214" fmla="*/ 0 h 15"/>
                <a:gd name="p0x215" fmla="*/ 1924 w 5049"/>
                <a:gd name="p0y215" fmla="*/ 0 h 15"/>
                <a:gd name="p0x216" fmla="*/ 1954 w 5049"/>
                <a:gd name="p0y216" fmla="*/ 0 h 15"/>
                <a:gd name="p0x217" fmla="*/ 1954 w 5049"/>
                <a:gd name="p0y217" fmla="*/ 15 h 15"/>
                <a:gd name="p0x218" fmla="*/ 1924 w 5049"/>
                <a:gd name="p0y218" fmla="*/ 15 h 15"/>
                <a:gd name="p0x219" fmla="*/ 1924 w 5049"/>
                <a:gd name="p0y219" fmla="*/ 0 h 15"/>
                <a:gd name="p0x220" fmla="*/ 1969 w 5049"/>
                <a:gd name="p0y220" fmla="*/ 0 h 15"/>
                <a:gd name="p0x221" fmla="*/ 1999 w 5049"/>
                <a:gd name="p0y221" fmla="*/ 0 h 15"/>
                <a:gd name="p0x222" fmla="*/ 1999 w 5049"/>
                <a:gd name="p0y222" fmla="*/ 15 h 15"/>
                <a:gd name="p0x223" fmla="*/ 1969 w 5049"/>
                <a:gd name="p0y223" fmla="*/ 15 h 15"/>
                <a:gd name="p0x224" fmla="*/ 1969 w 5049"/>
                <a:gd name="p0y224" fmla="*/ 0 h 15"/>
                <a:gd name="p0x225" fmla="*/ 2014 w 5049"/>
                <a:gd name="p0y225" fmla="*/ 0 h 15"/>
                <a:gd name="p0x226" fmla="*/ 2044 w 5049"/>
                <a:gd name="p0y226" fmla="*/ 0 h 15"/>
                <a:gd name="p0x227" fmla="*/ 2044 w 5049"/>
                <a:gd name="p0y227" fmla="*/ 15 h 15"/>
                <a:gd name="p0x228" fmla="*/ 2014 w 5049"/>
                <a:gd name="p0y228" fmla="*/ 15 h 15"/>
                <a:gd name="p0x229" fmla="*/ 2014 w 5049"/>
                <a:gd name="p0y229" fmla="*/ 0 h 15"/>
                <a:gd name="p0x230" fmla="*/ 2059 w 5049"/>
                <a:gd name="p0y230" fmla="*/ 0 h 15"/>
                <a:gd name="p0x231" fmla="*/ 2089 w 5049"/>
                <a:gd name="p0y231" fmla="*/ 0 h 15"/>
                <a:gd name="p0x232" fmla="*/ 2089 w 5049"/>
                <a:gd name="p0y232" fmla="*/ 15 h 15"/>
                <a:gd name="p0x233" fmla="*/ 2059 w 5049"/>
                <a:gd name="p0y233" fmla="*/ 15 h 15"/>
                <a:gd name="p0x234" fmla="*/ 2059 w 5049"/>
                <a:gd name="p0y234" fmla="*/ 0 h 15"/>
                <a:gd name="p0x235" fmla="*/ 2104 w 5049"/>
                <a:gd name="p0y235" fmla="*/ 0 h 15"/>
                <a:gd name="p0x236" fmla="*/ 2134 w 5049"/>
                <a:gd name="p0y236" fmla="*/ 0 h 15"/>
                <a:gd name="p0x237" fmla="*/ 2134 w 5049"/>
                <a:gd name="p0y237" fmla="*/ 15 h 15"/>
                <a:gd name="p0x238" fmla="*/ 2104 w 5049"/>
                <a:gd name="p0y238" fmla="*/ 15 h 15"/>
                <a:gd name="p0x239" fmla="*/ 2104 w 5049"/>
                <a:gd name="p0y239" fmla="*/ 0 h 15"/>
                <a:gd name="p0x240" fmla="*/ 2149 w 5049"/>
                <a:gd name="p0y240" fmla="*/ 0 h 15"/>
                <a:gd name="p0x241" fmla="*/ 2179 w 5049"/>
                <a:gd name="p0y241" fmla="*/ 0 h 15"/>
                <a:gd name="p0x242" fmla="*/ 2179 w 5049"/>
                <a:gd name="p0y242" fmla="*/ 15 h 15"/>
                <a:gd name="p0x243" fmla="*/ 2149 w 5049"/>
                <a:gd name="p0y243" fmla="*/ 15 h 15"/>
                <a:gd name="p0x244" fmla="*/ 2149 w 5049"/>
                <a:gd name="p0y244" fmla="*/ 0 h 15"/>
                <a:gd name="p0x245" fmla="*/ 2194 w 5049"/>
                <a:gd name="p0y245" fmla="*/ 0 h 15"/>
                <a:gd name="p0x246" fmla="*/ 2224 w 5049"/>
                <a:gd name="p0y246" fmla="*/ 0 h 15"/>
                <a:gd name="p0x247" fmla="*/ 2224 w 5049"/>
                <a:gd name="p0y247" fmla="*/ 15 h 15"/>
                <a:gd name="p0x248" fmla="*/ 2194 w 5049"/>
                <a:gd name="p0y248" fmla="*/ 15 h 15"/>
                <a:gd name="p0x249" fmla="*/ 2194 w 5049"/>
                <a:gd name="p0y249" fmla="*/ 0 h 15"/>
                <a:gd name="p0x250" fmla="*/ 2239 w 5049"/>
                <a:gd name="p0y250" fmla="*/ 0 h 15"/>
                <a:gd name="p0x251" fmla="*/ 2269 w 5049"/>
                <a:gd name="p0y251" fmla="*/ 0 h 15"/>
                <a:gd name="p0x252" fmla="*/ 2269 w 5049"/>
                <a:gd name="p0y252" fmla="*/ 15 h 15"/>
                <a:gd name="p0x253" fmla="*/ 2239 w 5049"/>
                <a:gd name="p0y253" fmla="*/ 15 h 15"/>
                <a:gd name="p0x254" fmla="*/ 2239 w 5049"/>
                <a:gd name="p0y254" fmla="*/ 0 h 15"/>
                <a:gd name="p0x255" fmla="*/ 2284 w 5049"/>
                <a:gd name="p0y255" fmla="*/ 0 h 15"/>
                <a:gd name="p0x256" fmla="*/ 2314 w 5049"/>
                <a:gd name="p0y256" fmla="*/ 0 h 15"/>
                <a:gd name="p0x257" fmla="*/ 2314 w 5049"/>
                <a:gd name="p0y257" fmla="*/ 15 h 15"/>
                <a:gd name="p0x258" fmla="*/ 2284 w 5049"/>
                <a:gd name="p0y258" fmla="*/ 15 h 15"/>
                <a:gd name="p0x259" fmla="*/ 2284 w 5049"/>
                <a:gd name="p0y259" fmla="*/ 0 h 15"/>
                <a:gd name="p0x260" fmla="*/ 2329 w 5049"/>
                <a:gd name="p0y260" fmla="*/ 0 h 15"/>
                <a:gd name="p0x261" fmla="*/ 2359 w 5049"/>
                <a:gd name="p0y261" fmla="*/ 0 h 15"/>
                <a:gd name="p0x262" fmla="*/ 2359 w 5049"/>
                <a:gd name="p0y262" fmla="*/ 15 h 15"/>
                <a:gd name="p0x263" fmla="*/ 2329 w 5049"/>
                <a:gd name="p0y263" fmla="*/ 15 h 15"/>
                <a:gd name="p0x264" fmla="*/ 2329 w 5049"/>
                <a:gd name="p0y264" fmla="*/ 0 h 15"/>
                <a:gd name="p0x265" fmla="*/ 2374 w 5049"/>
                <a:gd name="p0y265" fmla="*/ 0 h 15"/>
                <a:gd name="p0x266" fmla="*/ 2404 w 5049"/>
                <a:gd name="p0y266" fmla="*/ 0 h 15"/>
                <a:gd name="p0x267" fmla="*/ 2404 w 5049"/>
                <a:gd name="p0y267" fmla="*/ 15 h 15"/>
                <a:gd name="p0x268" fmla="*/ 2374 w 5049"/>
                <a:gd name="p0y268" fmla="*/ 15 h 15"/>
                <a:gd name="p0x269" fmla="*/ 2374 w 5049"/>
                <a:gd name="p0y269" fmla="*/ 0 h 15"/>
                <a:gd name="p0x270" fmla="*/ 2419 w 5049"/>
                <a:gd name="p0y270" fmla="*/ 0 h 15"/>
                <a:gd name="p0x271" fmla="*/ 2449 w 5049"/>
                <a:gd name="p0y271" fmla="*/ 0 h 15"/>
                <a:gd name="p0x272" fmla="*/ 2449 w 5049"/>
                <a:gd name="p0y272" fmla="*/ 15 h 15"/>
                <a:gd name="p0x273" fmla="*/ 2419 w 5049"/>
                <a:gd name="p0y273" fmla="*/ 15 h 15"/>
                <a:gd name="p0x274" fmla="*/ 2419 w 5049"/>
                <a:gd name="p0y274" fmla="*/ 0 h 15"/>
                <a:gd name="p0x275" fmla="*/ 2464 w 5049"/>
                <a:gd name="p0y275" fmla="*/ 0 h 15"/>
                <a:gd name="p0x276" fmla="*/ 2494 w 5049"/>
                <a:gd name="p0y276" fmla="*/ 0 h 15"/>
                <a:gd name="p0x277" fmla="*/ 2494 w 5049"/>
                <a:gd name="p0y277" fmla="*/ 15 h 15"/>
                <a:gd name="p0x278" fmla="*/ 2464 w 5049"/>
                <a:gd name="p0y278" fmla="*/ 15 h 15"/>
                <a:gd name="p0x279" fmla="*/ 2464 w 5049"/>
                <a:gd name="p0y279" fmla="*/ 0 h 15"/>
                <a:gd name="p0x280" fmla="*/ 2509 w 5049"/>
                <a:gd name="p0y280" fmla="*/ 0 h 15"/>
                <a:gd name="p0x281" fmla="*/ 2539 w 5049"/>
                <a:gd name="p0y281" fmla="*/ 0 h 15"/>
                <a:gd name="p0x282" fmla="*/ 2539 w 5049"/>
                <a:gd name="p0y282" fmla="*/ 15 h 15"/>
                <a:gd name="p0x283" fmla="*/ 2509 w 5049"/>
                <a:gd name="p0y283" fmla="*/ 15 h 15"/>
                <a:gd name="p0x284" fmla="*/ 2509 w 5049"/>
                <a:gd name="p0y284" fmla="*/ 0 h 15"/>
                <a:gd name="p0x285" fmla="*/ 2554 w 5049"/>
                <a:gd name="p0y285" fmla="*/ 0 h 15"/>
                <a:gd name="p0x286" fmla="*/ 2584 w 5049"/>
                <a:gd name="p0y286" fmla="*/ 0 h 15"/>
                <a:gd name="p0x287" fmla="*/ 2584 w 5049"/>
                <a:gd name="p0y287" fmla="*/ 15 h 15"/>
                <a:gd name="p0x288" fmla="*/ 2554 w 5049"/>
                <a:gd name="p0y288" fmla="*/ 15 h 15"/>
                <a:gd name="p0x289" fmla="*/ 2554 w 5049"/>
                <a:gd name="p0y289" fmla="*/ 0 h 15"/>
                <a:gd name="p0x290" fmla="*/ 2599 w 5049"/>
                <a:gd name="p0y290" fmla="*/ 0 h 15"/>
                <a:gd name="p0x291" fmla="*/ 2629 w 5049"/>
                <a:gd name="p0y291" fmla="*/ 0 h 15"/>
                <a:gd name="p0x292" fmla="*/ 2629 w 5049"/>
                <a:gd name="p0y292" fmla="*/ 15 h 15"/>
                <a:gd name="p0x293" fmla="*/ 2599 w 5049"/>
                <a:gd name="p0y293" fmla="*/ 15 h 15"/>
                <a:gd name="p0x294" fmla="*/ 2599 w 5049"/>
                <a:gd name="p0y294" fmla="*/ 0 h 15"/>
                <a:gd name="p0x295" fmla="*/ 2644 w 5049"/>
                <a:gd name="p0y295" fmla="*/ 0 h 15"/>
                <a:gd name="p0x296" fmla="*/ 2674 w 5049"/>
                <a:gd name="p0y296" fmla="*/ 0 h 15"/>
                <a:gd name="p0x297" fmla="*/ 2674 w 5049"/>
                <a:gd name="p0y297" fmla="*/ 15 h 15"/>
                <a:gd name="p0x298" fmla="*/ 2644 w 5049"/>
                <a:gd name="p0y298" fmla="*/ 15 h 15"/>
                <a:gd name="p0x299" fmla="*/ 2644 w 5049"/>
                <a:gd name="p0y299" fmla="*/ 0 h 15"/>
                <a:gd name="p0x300" fmla="*/ 2689 w 5049"/>
                <a:gd name="p0y300" fmla="*/ 0 h 15"/>
                <a:gd name="p0x301" fmla="*/ 2719 w 5049"/>
                <a:gd name="p0y301" fmla="*/ 0 h 15"/>
                <a:gd name="p0x302" fmla="*/ 2719 w 5049"/>
                <a:gd name="p0y302" fmla="*/ 15 h 15"/>
                <a:gd name="p0x303" fmla="*/ 2689 w 5049"/>
                <a:gd name="p0y303" fmla="*/ 15 h 15"/>
                <a:gd name="p0x304" fmla="*/ 2689 w 5049"/>
                <a:gd name="p0y304" fmla="*/ 0 h 15"/>
                <a:gd name="p0x305" fmla="*/ 2734 w 5049"/>
                <a:gd name="p0y305" fmla="*/ 0 h 15"/>
                <a:gd name="p0x306" fmla="*/ 2764 w 5049"/>
                <a:gd name="p0y306" fmla="*/ 0 h 15"/>
                <a:gd name="p0x307" fmla="*/ 2764 w 5049"/>
                <a:gd name="p0y307" fmla="*/ 15 h 15"/>
                <a:gd name="p0x308" fmla="*/ 2734 w 5049"/>
                <a:gd name="p0y308" fmla="*/ 15 h 15"/>
                <a:gd name="p0x309" fmla="*/ 2734 w 5049"/>
                <a:gd name="p0y309" fmla="*/ 0 h 15"/>
                <a:gd name="p0x310" fmla="*/ 2779 w 5049"/>
                <a:gd name="p0y310" fmla="*/ 0 h 15"/>
                <a:gd name="p0x311" fmla="*/ 2809 w 5049"/>
                <a:gd name="p0y311" fmla="*/ 0 h 15"/>
                <a:gd name="p0x312" fmla="*/ 2809 w 5049"/>
                <a:gd name="p0y312" fmla="*/ 15 h 15"/>
                <a:gd name="p0x313" fmla="*/ 2779 w 5049"/>
                <a:gd name="p0y313" fmla="*/ 15 h 15"/>
                <a:gd name="p0x314" fmla="*/ 2779 w 5049"/>
                <a:gd name="p0y314" fmla="*/ 0 h 15"/>
                <a:gd name="p0x315" fmla="*/ 2824 w 5049"/>
                <a:gd name="p0y315" fmla="*/ 0 h 15"/>
                <a:gd name="p0x316" fmla="*/ 2854 w 5049"/>
                <a:gd name="p0y316" fmla="*/ 0 h 15"/>
                <a:gd name="p0x317" fmla="*/ 2854 w 5049"/>
                <a:gd name="p0y317" fmla="*/ 15 h 15"/>
                <a:gd name="p0x318" fmla="*/ 2824 w 5049"/>
                <a:gd name="p0y318" fmla="*/ 15 h 15"/>
                <a:gd name="p0x319" fmla="*/ 2824 w 5049"/>
                <a:gd name="p0y319" fmla="*/ 0 h 15"/>
                <a:gd name="p0x320" fmla="*/ 2869 w 5049"/>
                <a:gd name="p0y320" fmla="*/ 0 h 15"/>
                <a:gd name="p0x321" fmla="*/ 2899 w 5049"/>
                <a:gd name="p0y321" fmla="*/ 0 h 15"/>
                <a:gd name="p0x322" fmla="*/ 2899 w 5049"/>
                <a:gd name="p0y322" fmla="*/ 15 h 15"/>
                <a:gd name="p0x323" fmla="*/ 2869 w 5049"/>
                <a:gd name="p0y323" fmla="*/ 15 h 15"/>
                <a:gd name="p0x324" fmla="*/ 2869 w 5049"/>
                <a:gd name="p0y324" fmla="*/ 0 h 15"/>
                <a:gd name="p0x325" fmla="*/ 2914 w 5049"/>
                <a:gd name="p0y325" fmla="*/ 0 h 15"/>
                <a:gd name="p0x326" fmla="*/ 2944 w 5049"/>
                <a:gd name="p0y326" fmla="*/ 0 h 15"/>
                <a:gd name="p0x327" fmla="*/ 2944 w 5049"/>
                <a:gd name="p0y327" fmla="*/ 15 h 15"/>
                <a:gd name="p0x328" fmla="*/ 2914 w 5049"/>
                <a:gd name="p0y328" fmla="*/ 15 h 15"/>
                <a:gd name="p0x329" fmla="*/ 2914 w 5049"/>
                <a:gd name="p0y329" fmla="*/ 0 h 15"/>
                <a:gd name="p0x330" fmla="*/ 2959 w 5049"/>
                <a:gd name="p0y330" fmla="*/ 0 h 15"/>
                <a:gd name="p0x331" fmla="*/ 2989 w 5049"/>
                <a:gd name="p0y331" fmla="*/ 0 h 15"/>
                <a:gd name="p0x332" fmla="*/ 2989 w 5049"/>
                <a:gd name="p0y332" fmla="*/ 15 h 15"/>
                <a:gd name="p0x333" fmla="*/ 2959 w 5049"/>
                <a:gd name="p0y333" fmla="*/ 15 h 15"/>
                <a:gd name="p0x334" fmla="*/ 2959 w 5049"/>
                <a:gd name="p0y334" fmla="*/ 0 h 15"/>
                <a:gd name="p0x335" fmla="*/ 3004 w 5049"/>
                <a:gd name="p0y335" fmla="*/ 0 h 15"/>
                <a:gd name="p0x336" fmla="*/ 3034 w 5049"/>
                <a:gd name="p0y336" fmla="*/ 0 h 15"/>
                <a:gd name="p0x337" fmla="*/ 3034 w 5049"/>
                <a:gd name="p0y337" fmla="*/ 15 h 15"/>
                <a:gd name="p0x338" fmla="*/ 3004 w 5049"/>
                <a:gd name="p0y338" fmla="*/ 15 h 15"/>
                <a:gd name="p0x339" fmla="*/ 3004 w 5049"/>
                <a:gd name="p0y339" fmla="*/ 0 h 15"/>
                <a:gd name="p0x340" fmla="*/ 3049 w 5049"/>
                <a:gd name="p0y340" fmla="*/ 0 h 15"/>
                <a:gd name="p0x341" fmla="*/ 3079 w 5049"/>
                <a:gd name="p0y341" fmla="*/ 0 h 15"/>
                <a:gd name="p0x342" fmla="*/ 3079 w 5049"/>
                <a:gd name="p0y342" fmla="*/ 15 h 15"/>
                <a:gd name="p0x343" fmla="*/ 3049 w 5049"/>
                <a:gd name="p0y343" fmla="*/ 15 h 15"/>
                <a:gd name="p0x344" fmla="*/ 3049 w 5049"/>
                <a:gd name="p0y344" fmla="*/ 0 h 15"/>
                <a:gd name="p0x345" fmla="*/ 3094 w 5049"/>
                <a:gd name="p0y345" fmla="*/ 0 h 15"/>
                <a:gd name="p0x346" fmla="*/ 3124 w 5049"/>
                <a:gd name="p0y346" fmla="*/ 0 h 15"/>
                <a:gd name="p0x347" fmla="*/ 3124 w 5049"/>
                <a:gd name="p0y347" fmla="*/ 15 h 15"/>
                <a:gd name="p0x348" fmla="*/ 3094 w 5049"/>
                <a:gd name="p0y348" fmla="*/ 15 h 15"/>
                <a:gd name="p0x349" fmla="*/ 3094 w 5049"/>
                <a:gd name="p0y349" fmla="*/ 0 h 15"/>
                <a:gd name="p0x350" fmla="*/ 3139 w 5049"/>
                <a:gd name="p0y350" fmla="*/ 0 h 15"/>
                <a:gd name="p0x351" fmla="*/ 3169 w 5049"/>
                <a:gd name="p0y351" fmla="*/ 0 h 15"/>
                <a:gd name="p0x352" fmla="*/ 3169 w 5049"/>
                <a:gd name="p0y352" fmla="*/ 15 h 15"/>
                <a:gd name="p0x353" fmla="*/ 3139 w 5049"/>
                <a:gd name="p0y353" fmla="*/ 15 h 15"/>
                <a:gd name="p0x354" fmla="*/ 3139 w 5049"/>
                <a:gd name="p0y354" fmla="*/ 0 h 15"/>
                <a:gd name="p0x355" fmla="*/ 3184 w 5049"/>
                <a:gd name="p0y355" fmla="*/ 0 h 15"/>
                <a:gd name="p0x356" fmla="*/ 3214 w 5049"/>
                <a:gd name="p0y356" fmla="*/ 0 h 15"/>
                <a:gd name="p0x357" fmla="*/ 3214 w 5049"/>
                <a:gd name="p0y357" fmla="*/ 15 h 15"/>
                <a:gd name="p0x358" fmla="*/ 3184 w 5049"/>
                <a:gd name="p0y358" fmla="*/ 15 h 15"/>
                <a:gd name="p0x359" fmla="*/ 3184 w 5049"/>
                <a:gd name="p0y359" fmla="*/ 0 h 15"/>
                <a:gd name="p0x360" fmla="*/ 3229 w 5049"/>
                <a:gd name="p0y360" fmla="*/ 0 h 15"/>
                <a:gd name="p0x361" fmla="*/ 3259 w 5049"/>
                <a:gd name="p0y361" fmla="*/ 0 h 15"/>
                <a:gd name="p0x362" fmla="*/ 3259 w 5049"/>
                <a:gd name="p0y362" fmla="*/ 15 h 15"/>
                <a:gd name="p0x363" fmla="*/ 3229 w 5049"/>
                <a:gd name="p0y363" fmla="*/ 15 h 15"/>
                <a:gd name="p0x364" fmla="*/ 3229 w 5049"/>
                <a:gd name="p0y364" fmla="*/ 0 h 15"/>
                <a:gd name="p0x365" fmla="*/ 3274 w 5049"/>
                <a:gd name="p0y365" fmla="*/ 0 h 15"/>
                <a:gd name="p0x366" fmla="*/ 3304 w 5049"/>
                <a:gd name="p0y366" fmla="*/ 0 h 15"/>
                <a:gd name="p0x367" fmla="*/ 3304 w 5049"/>
                <a:gd name="p0y367" fmla="*/ 15 h 15"/>
                <a:gd name="p0x368" fmla="*/ 3274 w 5049"/>
                <a:gd name="p0y368" fmla="*/ 15 h 15"/>
                <a:gd name="p0x369" fmla="*/ 3274 w 5049"/>
                <a:gd name="p0y369" fmla="*/ 0 h 15"/>
                <a:gd name="p0x370" fmla="*/ 3319 w 5049"/>
                <a:gd name="p0y370" fmla="*/ 0 h 15"/>
                <a:gd name="p0x371" fmla="*/ 3349 w 5049"/>
                <a:gd name="p0y371" fmla="*/ 0 h 15"/>
                <a:gd name="p0x372" fmla="*/ 3349 w 5049"/>
                <a:gd name="p0y372" fmla="*/ 15 h 15"/>
                <a:gd name="p0x373" fmla="*/ 3319 w 5049"/>
                <a:gd name="p0y373" fmla="*/ 15 h 15"/>
                <a:gd name="p0x374" fmla="*/ 3319 w 5049"/>
                <a:gd name="p0y374" fmla="*/ 0 h 15"/>
                <a:gd name="p0x375" fmla="*/ 3364 w 5049"/>
                <a:gd name="p0y375" fmla="*/ 0 h 15"/>
                <a:gd name="p0x376" fmla="*/ 3394 w 5049"/>
                <a:gd name="p0y376" fmla="*/ 0 h 15"/>
                <a:gd name="p0x377" fmla="*/ 3394 w 5049"/>
                <a:gd name="p0y377" fmla="*/ 15 h 15"/>
                <a:gd name="p0x378" fmla="*/ 3364 w 5049"/>
                <a:gd name="p0y378" fmla="*/ 15 h 15"/>
                <a:gd name="p0x379" fmla="*/ 3364 w 5049"/>
                <a:gd name="p0y379" fmla="*/ 0 h 15"/>
                <a:gd name="p0x380" fmla="*/ 3409 w 5049"/>
                <a:gd name="p0y380" fmla="*/ 0 h 15"/>
                <a:gd name="p0x381" fmla="*/ 3439 w 5049"/>
                <a:gd name="p0y381" fmla="*/ 0 h 15"/>
                <a:gd name="p0x382" fmla="*/ 3439 w 5049"/>
                <a:gd name="p0y382" fmla="*/ 15 h 15"/>
                <a:gd name="p0x383" fmla="*/ 3409 w 5049"/>
                <a:gd name="p0y383" fmla="*/ 15 h 15"/>
                <a:gd name="p0x384" fmla="*/ 3409 w 5049"/>
                <a:gd name="p0y384" fmla="*/ 0 h 15"/>
                <a:gd name="p0x385" fmla="*/ 3454 w 5049"/>
                <a:gd name="p0y385" fmla="*/ 0 h 15"/>
                <a:gd name="p0x386" fmla="*/ 3484 w 5049"/>
                <a:gd name="p0y386" fmla="*/ 0 h 15"/>
                <a:gd name="p0x387" fmla="*/ 3484 w 5049"/>
                <a:gd name="p0y387" fmla="*/ 15 h 15"/>
                <a:gd name="p0x388" fmla="*/ 3454 w 5049"/>
                <a:gd name="p0y388" fmla="*/ 15 h 15"/>
                <a:gd name="p0x389" fmla="*/ 3454 w 5049"/>
                <a:gd name="p0y389" fmla="*/ 0 h 15"/>
                <a:gd name="p0x390" fmla="*/ 3499 w 5049"/>
                <a:gd name="p0y390" fmla="*/ 0 h 15"/>
                <a:gd name="p0x391" fmla="*/ 3529 w 5049"/>
                <a:gd name="p0y391" fmla="*/ 0 h 15"/>
                <a:gd name="p0x392" fmla="*/ 3529 w 5049"/>
                <a:gd name="p0y392" fmla="*/ 15 h 15"/>
                <a:gd name="p0x393" fmla="*/ 3499 w 5049"/>
                <a:gd name="p0y393" fmla="*/ 15 h 15"/>
                <a:gd name="p0x394" fmla="*/ 3499 w 5049"/>
                <a:gd name="p0y394" fmla="*/ 0 h 15"/>
                <a:gd name="p0x395" fmla="*/ 3544 w 5049"/>
                <a:gd name="p0y395" fmla="*/ 0 h 15"/>
                <a:gd name="p0x396" fmla="*/ 3574 w 5049"/>
                <a:gd name="p0y396" fmla="*/ 0 h 15"/>
                <a:gd name="p0x397" fmla="*/ 3574 w 5049"/>
                <a:gd name="p0y397" fmla="*/ 15 h 15"/>
                <a:gd name="p0x398" fmla="*/ 3544 w 5049"/>
                <a:gd name="p0y398" fmla="*/ 15 h 15"/>
                <a:gd name="p0x399" fmla="*/ 3544 w 5049"/>
                <a:gd name="p0y399" fmla="*/ 0 h 15"/>
                <a:gd name="p0x400" fmla="*/ 3589 w 5049"/>
                <a:gd name="p0y400" fmla="*/ 0 h 15"/>
                <a:gd name="p0x401" fmla="*/ 3619 w 5049"/>
                <a:gd name="p0y401" fmla="*/ 0 h 15"/>
                <a:gd name="p0x402" fmla="*/ 3619 w 5049"/>
                <a:gd name="p0y402" fmla="*/ 15 h 15"/>
                <a:gd name="p0x403" fmla="*/ 3589 w 5049"/>
                <a:gd name="p0y403" fmla="*/ 15 h 15"/>
                <a:gd name="p0x404" fmla="*/ 3589 w 5049"/>
                <a:gd name="p0y404" fmla="*/ 0 h 15"/>
                <a:gd name="p0x405" fmla="*/ 3634 w 5049"/>
                <a:gd name="p0y405" fmla="*/ 0 h 15"/>
                <a:gd name="p0x406" fmla="*/ 3664 w 5049"/>
                <a:gd name="p0y406" fmla="*/ 0 h 15"/>
                <a:gd name="p0x407" fmla="*/ 3664 w 5049"/>
                <a:gd name="p0y407" fmla="*/ 15 h 15"/>
                <a:gd name="p0x408" fmla="*/ 3634 w 5049"/>
                <a:gd name="p0y408" fmla="*/ 15 h 15"/>
                <a:gd name="p0x409" fmla="*/ 3634 w 5049"/>
                <a:gd name="p0y409" fmla="*/ 0 h 15"/>
                <a:gd name="p0x410" fmla="*/ 3679 w 5049"/>
                <a:gd name="p0y410" fmla="*/ 0 h 15"/>
                <a:gd name="p0x411" fmla="*/ 3709 w 5049"/>
                <a:gd name="p0y411" fmla="*/ 0 h 15"/>
                <a:gd name="p0x412" fmla="*/ 3709 w 5049"/>
                <a:gd name="p0y412" fmla="*/ 15 h 15"/>
                <a:gd name="p0x413" fmla="*/ 3679 w 5049"/>
                <a:gd name="p0y413" fmla="*/ 15 h 15"/>
                <a:gd name="p0x414" fmla="*/ 3679 w 5049"/>
                <a:gd name="p0y414" fmla="*/ 0 h 15"/>
                <a:gd name="p0x415" fmla="*/ 3724 w 5049"/>
                <a:gd name="p0y415" fmla="*/ 0 h 15"/>
                <a:gd name="p0x416" fmla="*/ 3754 w 5049"/>
                <a:gd name="p0y416" fmla="*/ 0 h 15"/>
                <a:gd name="p0x417" fmla="*/ 3754 w 5049"/>
                <a:gd name="p0y417" fmla="*/ 15 h 15"/>
                <a:gd name="p0x418" fmla="*/ 3724 w 5049"/>
                <a:gd name="p0y418" fmla="*/ 15 h 15"/>
                <a:gd name="p0x419" fmla="*/ 3724 w 5049"/>
                <a:gd name="p0y419" fmla="*/ 0 h 15"/>
                <a:gd name="p0x420" fmla="*/ 3769 w 5049"/>
                <a:gd name="p0y420" fmla="*/ 0 h 15"/>
                <a:gd name="p0x421" fmla="*/ 3799 w 5049"/>
                <a:gd name="p0y421" fmla="*/ 0 h 15"/>
                <a:gd name="p0x422" fmla="*/ 3799 w 5049"/>
                <a:gd name="p0y422" fmla="*/ 15 h 15"/>
                <a:gd name="p0x423" fmla="*/ 3769 w 5049"/>
                <a:gd name="p0y423" fmla="*/ 15 h 15"/>
                <a:gd name="p0x424" fmla="*/ 3769 w 5049"/>
                <a:gd name="p0y424" fmla="*/ 0 h 15"/>
                <a:gd name="p0x425" fmla="*/ 3814 w 5049"/>
                <a:gd name="p0y425" fmla="*/ 0 h 15"/>
                <a:gd name="p0x426" fmla="*/ 3844 w 5049"/>
                <a:gd name="p0y426" fmla="*/ 0 h 15"/>
                <a:gd name="p0x427" fmla="*/ 3844 w 5049"/>
                <a:gd name="p0y427" fmla="*/ 15 h 15"/>
                <a:gd name="p0x428" fmla="*/ 3814 w 5049"/>
                <a:gd name="p0y428" fmla="*/ 15 h 15"/>
                <a:gd name="p0x429" fmla="*/ 3814 w 5049"/>
                <a:gd name="p0y429" fmla="*/ 0 h 15"/>
                <a:gd name="p0x430" fmla="*/ 3859 w 5049"/>
                <a:gd name="p0y430" fmla="*/ 0 h 15"/>
                <a:gd name="p0x431" fmla="*/ 3889 w 5049"/>
                <a:gd name="p0y431" fmla="*/ 0 h 15"/>
                <a:gd name="p0x432" fmla="*/ 3889 w 5049"/>
                <a:gd name="p0y432" fmla="*/ 15 h 15"/>
                <a:gd name="p0x433" fmla="*/ 3859 w 5049"/>
                <a:gd name="p0y433" fmla="*/ 15 h 15"/>
                <a:gd name="p0x434" fmla="*/ 3859 w 5049"/>
                <a:gd name="p0y434" fmla="*/ 0 h 15"/>
                <a:gd name="p0x435" fmla="*/ 3904 w 5049"/>
                <a:gd name="p0y435" fmla="*/ 0 h 15"/>
                <a:gd name="p0x436" fmla="*/ 3934 w 5049"/>
                <a:gd name="p0y436" fmla="*/ 0 h 15"/>
                <a:gd name="p0x437" fmla="*/ 3934 w 5049"/>
                <a:gd name="p0y437" fmla="*/ 15 h 15"/>
                <a:gd name="p0x438" fmla="*/ 3904 w 5049"/>
                <a:gd name="p0y438" fmla="*/ 15 h 15"/>
                <a:gd name="p0x439" fmla="*/ 3904 w 5049"/>
                <a:gd name="p0y439" fmla="*/ 0 h 15"/>
                <a:gd name="p0x440" fmla="*/ 3949 w 5049"/>
                <a:gd name="p0y440" fmla="*/ 0 h 15"/>
                <a:gd name="p0x441" fmla="*/ 3979 w 5049"/>
                <a:gd name="p0y441" fmla="*/ 0 h 15"/>
                <a:gd name="p0x442" fmla="*/ 3979 w 5049"/>
                <a:gd name="p0y442" fmla="*/ 15 h 15"/>
                <a:gd name="p0x443" fmla="*/ 3949 w 5049"/>
                <a:gd name="p0y443" fmla="*/ 15 h 15"/>
                <a:gd name="p0x444" fmla="*/ 3949 w 5049"/>
                <a:gd name="p0y444" fmla="*/ 0 h 15"/>
                <a:gd name="p0x445" fmla="*/ 3994 w 5049"/>
                <a:gd name="p0y445" fmla="*/ 0 h 15"/>
                <a:gd name="p0x446" fmla="*/ 4024 w 5049"/>
                <a:gd name="p0y446" fmla="*/ 0 h 15"/>
                <a:gd name="p0x447" fmla="*/ 4024 w 5049"/>
                <a:gd name="p0y447" fmla="*/ 15 h 15"/>
                <a:gd name="p0x448" fmla="*/ 3994 w 5049"/>
                <a:gd name="p0y448" fmla="*/ 15 h 15"/>
                <a:gd name="p0x449" fmla="*/ 3994 w 5049"/>
                <a:gd name="p0y449" fmla="*/ 0 h 15"/>
                <a:gd name="p0x450" fmla="*/ 4039 w 5049"/>
                <a:gd name="p0y450" fmla="*/ 0 h 15"/>
                <a:gd name="p0x451" fmla="*/ 4069 w 5049"/>
                <a:gd name="p0y451" fmla="*/ 0 h 15"/>
                <a:gd name="p0x452" fmla="*/ 4069 w 5049"/>
                <a:gd name="p0y452" fmla="*/ 15 h 15"/>
                <a:gd name="p0x453" fmla="*/ 4039 w 5049"/>
                <a:gd name="p0y453" fmla="*/ 15 h 15"/>
                <a:gd name="p0x454" fmla="*/ 4039 w 5049"/>
                <a:gd name="p0y454" fmla="*/ 0 h 15"/>
                <a:gd name="p0x455" fmla="*/ 4084 w 5049"/>
                <a:gd name="p0y455" fmla="*/ 0 h 15"/>
                <a:gd name="p0x456" fmla="*/ 4114 w 5049"/>
                <a:gd name="p0y456" fmla="*/ 0 h 15"/>
                <a:gd name="p0x457" fmla="*/ 4114 w 5049"/>
                <a:gd name="p0y457" fmla="*/ 15 h 15"/>
                <a:gd name="p0x458" fmla="*/ 4084 w 5049"/>
                <a:gd name="p0y458" fmla="*/ 15 h 15"/>
                <a:gd name="p0x459" fmla="*/ 4084 w 5049"/>
                <a:gd name="p0y459" fmla="*/ 0 h 15"/>
                <a:gd name="p0x460" fmla="*/ 4129 w 5049"/>
                <a:gd name="p0y460" fmla="*/ 0 h 15"/>
                <a:gd name="p0x461" fmla="*/ 4159 w 5049"/>
                <a:gd name="p0y461" fmla="*/ 0 h 15"/>
                <a:gd name="p0x462" fmla="*/ 4159 w 5049"/>
                <a:gd name="p0y462" fmla="*/ 15 h 15"/>
                <a:gd name="p0x463" fmla="*/ 4129 w 5049"/>
                <a:gd name="p0y463" fmla="*/ 15 h 15"/>
                <a:gd name="p0x464" fmla="*/ 4129 w 5049"/>
                <a:gd name="p0y464" fmla="*/ 0 h 15"/>
                <a:gd name="p0x465" fmla="*/ 4174 w 5049"/>
                <a:gd name="p0y465" fmla="*/ 0 h 15"/>
                <a:gd name="p0x466" fmla="*/ 4204 w 5049"/>
                <a:gd name="p0y466" fmla="*/ 0 h 15"/>
                <a:gd name="p0x467" fmla="*/ 4204 w 5049"/>
                <a:gd name="p0y467" fmla="*/ 15 h 15"/>
                <a:gd name="p0x468" fmla="*/ 4174 w 5049"/>
                <a:gd name="p0y468" fmla="*/ 15 h 15"/>
                <a:gd name="p0x469" fmla="*/ 4174 w 5049"/>
                <a:gd name="p0y469" fmla="*/ 0 h 15"/>
                <a:gd name="p0x470" fmla="*/ 4219 w 5049"/>
                <a:gd name="p0y470" fmla="*/ 0 h 15"/>
                <a:gd name="p0x471" fmla="*/ 4249 w 5049"/>
                <a:gd name="p0y471" fmla="*/ 0 h 15"/>
                <a:gd name="p0x472" fmla="*/ 4249 w 5049"/>
                <a:gd name="p0y472" fmla="*/ 15 h 15"/>
                <a:gd name="p0x473" fmla="*/ 4219 w 5049"/>
                <a:gd name="p0y473" fmla="*/ 15 h 15"/>
                <a:gd name="p0x474" fmla="*/ 4219 w 5049"/>
                <a:gd name="p0y474" fmla="*/ 0 h 15"/>
                <a:gd name="p0x475" fmla="*/ 4264 w 5049"/>
                <a:gd name="p0y475" fmla="*/ 0 h 15"/>
                <a:gd name="p0x476" fmla="*/ 4294 w 5049"/>
                <a:gd name="p0y476" fmla="*/ 0 h 15"/>
                <a:gd name="p0x477" fmla="*/ 4294 w 5049"/>
                <a:gd name="p0y477" fmla="*/ 15 h 15"/>
                <a:gd name="p0x478" fmla="*/ 4264 w 5049"/>
                <a:gd name="p0y478" fmla="*/ 15 h 15"/>
                <a:gd name="p0x479" fmla="*/ 4264 w 5049"/>
                <a:gd name="p0y479" fmla="*/ 0 h 15"/>
                <a:gd name="p0x480" fmla="*/ 4309 w 5049"/>
                <a:gd name="p0y480" fmla="*/ 0 h 15"/>
                <a:gd name="p0x481" fmla="*/ 4339 w 5049"/>
                <a:gd name="p0y481" fmla="*/ 0 h 15"/>
                <a:gd name="p0x482" fmla="*/ 4339 w 5049"/>
                <a:gd name="p0y482" fmla="*/ 15 h 15"/>
                <a:gd name="p0x483" fmla="*/ 4309 w 5049"/>
                <a:gd name="p0y483" fmla="*/ 15 h 15"/>
                <a:gd name="p0x484" fmla="*/ 4309 w 5049"/>
                <a:gd name="p0y484" fmla="*/ 0 h 15"/>
                <a:gd name="p0x485" fmla="*/ 4354 w 5049"/>
                <a:gd name="p0y485" fmla="*/ 0 h 15"/>
                <a:gd name="p0x486" fmla="*/ 4384 w 5049"/>
                <a:gd name="p0y486" fmla="*/ 0 h 15"/>
                <a:gd name="p0x487" fmla="*/ 4384 w 5049"/>
                <a:gd name="p0y487" fmla="*/ 15 h 15"/>
                <a:gd name="p0x488" fmla="*/ 4354 w 5049"/>
                <a:gd name="p0y488" fmla="*/ 15 h 15"/>
                <a:gd name="p0x489" fmla="*/ 4354 w 5049"/>
                <a:gd name="p0y489" fmla="*/ 0 h 15"/>
                <a:gd name="p0x490" fmla="*/ 4399 w 5049"/>
                <a:gd name="p0y490" fmla="*/ 0 h 15"/>
                <a:gd name="p0x491" fmla="*/ 4429 w 5049"/>
                <a:gd name="p0y491" fmla="*/ 0 h 15"/>
                <a:gd name="p0x492" fmla="*/ 4429 w 5049"/>
                <a:gd name="p0y492" fmla="*/ 15 h 15"/>
                <a:gd name="p0x493" fmla="*/ 4399 w 5049"/>
                <a:gd name="p0y493" fmla="*/ 15 h 15"/>
                <a:gd name="p0x494" fmla="*/ 4399 w 5049"/>
                <a:gd name="p0y494" fmla="*/ 0 h 15"/>
                <a:gd name="p0x495" fmla="*/ 4444 w 5049"/>
                <a:gd name="p0y495" fmla="*/ 0 h 15"/>
                <a:gd name="p0x496" fmla="*/ 4474 w 5049"/>
                <a:gd name="p0y496" fmla="*/ 0 h 15"/>
                <a:gd name="p0x497" fmla="*/ 4474 w 5049"/>
                <a:gd name="p0y497" fmla="*/ 15 h 15"/>
                <a:gd name="p0x498" fmla="*/ 4444 w 5049"/>
                <a:gd name="p0y498" fmla="*/ 15 h 15"/>
                <a:gd name="p0x499" fmla="*/ 4444 w 5049"/>
                <a:gd name="p0y499" fmla="*/ 0 h 15"/>
                <a:gd name="p0x500" fmla="*/ 4489 w 5049"/>
                <a:gd name="p0y500" fmla="*/ 0 h 15"/>
                <a:gd name="p0x501" fmla="*/ 4519 w 5049"/>
                <a:gd name="p0y501" fmla="*/ 0 h 15"/>
                <a:gd name="p0x502" fmla="*/ 4519 w 5049"/>
                <a:gd name="p0y502" fmla="*/ 15 h 15"/>
                <a:gd name="p0x503" fmla="*/ 4489 w 5049"/>
                <a:gd name="p0y503" fmla="*/ 15 h 15"/>
                <a:gd name="p0x504" fmla="*/ 4489 w 5049"/>
                <a:gd name="p0y504" fmla="*/ 0 h 15"/>
                <a:gd name="p0x505" fmla="*/ 4534 w 5049"/>
                <a:gd name="p0y505" fmla="*/ 0 h 15"/>
                <a:gd name="p0x506" fmla="*/ 4564 w 5049"/>
                <a:gd name="p0y506" fmla="*/ 0 h 15"/>
                <a:gd name="p0x507" fmla="*/ 4564 w 5049"/>
                <a:gd name="p0y507" fmla="*/ 15 h 15"/>
                <a:gd name="p0x508" fmla="*/ 4534 w 5049"/>
                <a:gd name="p0y508" fmla="*/ 15 h 15"/>
                <a:gd name="p0x509" fmla="*/ 4534 w 5049"/>
                <a:gd name="p0y509" fmla="*/ 0 h 15"/>
                <a:gd name="p0x510" fmla="*/ 4579 w 5049"/>
                <a:gd name="p0y510" fmla="*/ 0 h 15"/>
                <a:gd name="p0x511" fmla="*/ 4609 w 5049"/>
                <a:gd name="p0y511" fmla="*/ 0 h 15"/>
                <a:gd name="p0x512" fmla="*/ 4609 w 5049"/>
                <a:gd name="p0y512" fmla="*/ 15 h 15"/>
                <a:gd name="p0x513" fmla="*/ 4579 w 5049"/>
                <a:gd name="p0y513" fmla="*/ 15 h 15"/>
                <a:gd name="p0x514" fmla="*/ 4579 w 5049"/>
                <a:gd name="p0y514" fmla="*/ 0 h 15"/>
                <a:gd name="p0x515" fmla="*/ 4624 w 5049"/>
                <a:gd name="p0y515" fmla="*/ 0 h 15"/>
                <a:gd name="p0x516" fmla="*/ 4654 w 5049"/>
                <a:gd name="p0y516" fmla="*/ 0 h 15"/>
                <a:gd name="p0x517" fmla="*/ 4654 w 5049"/>
                <a:gd name="p0y517" fmla="*/ 15 h 15"/>
                <a:gd name="p0x518" fmla="*/ 4624 w 5049"/>
                <a:gd name="p0y518" fmla="*/ 15 h 15"/>
                <a:gd name="p0x519" fmla="*/ 4624 w 5049"/>
                <a:gd name="p0y519" fmla="*/ 0 h 15"/>
                <a:gd name="p0x520" fmla="*/ 4669 w 5049"/>
                <a:gd name="p0y520" fmla="*/ 0 h 15"/>
                <a:gd name="p0x521" fmla="*/ 4699 w 5049"/>
                <a:gd name="p0y521" fmla="*/ 0 h 15"/>
                <a:gd name="p0x522" fmla="*/ 4699 w 5049"/>
                <a:gd name="p0y522" fmla="*/ 15 h 15"/>
                <a:gd name="p0x523" fmla="*/ 4669 w 5049"/>
                <a:gd name="p0y523" fmla="*/ 15 h 15"/>
                <a:gd name="p0x524" fmla="*/ 4669 w 5049"/>
                <a:gd name="p0y524" fmla="*/ 0 h 15"/>
                <a:gd name="p0x525" fmla="*/ 4714 w 5049"/>
                <a:gd name="p0y525" fmla="*/ 0 h 15"/>
                <a:gd name="p0x526" fmla="*/ 4744 w 5049"/>
                <a:gd name="p0y526" fmla="*/ 0 h 15"/>
                <a:gd name="p0x527" fmla="*/ 4744 w 5049"/>
                <a:gd name="p0y527" fmla="*/ 15 h 15"/>
                <a:gd name="p0x528" fmla="*/ 4714 w 5049"/>
                <a:gd name="p0y528" fmla="*/ 15 h 15"/>
                <a:gd name="p0x529" fmla="*/ 4714 w 5049"/>
                <a:gd name="p0y529" fmla="*/ 0 h 15"/>
                <a:gd name="p0x530" fmla="*/ 4759 w 5049"/>
                <a:gd name="p0y530" fmla="*/ 0 h 15"/>
                <a:gd name="p0x531" fmla="*/ 4789 w 5049"/>
                <a:gd name="p0y531" fmla="*/ 0 h 15"/>
                <a:gd name="p0x532" fmla="*/ 4789 w 5049"/>
                <a:gd name="p0y532" fmla="*/ 15 h 15"/>
                <a:gd name="p0x533" fmla="*/ 4759 w 5049"/>
                <a:gd name="p0y533" fmla="*/ 15 h 15"/>
                <a:gd name="p0x534" fmla="*/ 4759 w 5049"/>
                <a:gd name="p0y534" fmla="*/ 0 h 15"/>
                <a:gd name="p0x535" fmla="*/ 4804 w 5049"/>
                <a:gd name="p0y535" fmla="*/ 0 h 15"/>
                <a:gd name="p0x536" fmla="*/ 4834 w 5049"/>
                <a:gd name="p0y536" fmla="*/ 0 h 15"/>
                <a:gd name="p0x537" fmla="*/ 4834 w 5049"/>
                <a:gd name="p0y537" fmla="*/ 15 h 15"/>
                <a:gd name="p0x538" fmla="*/ 4804 w 5049"/>
                <a:gd name="p0y538" fmla="*/ 15 h 15"/>
                <a:gd name="p0x539" fmla="*/ 4804 w 5049"/>
                <a:gd name="p0y539" fmla="*/ 0 h 15"/>
                <a:gd name="p0x540" fmla="*/ 4849 w 5049"/>
                <a:gd name="p0y540" fmla="*/ 0 h 15"/>
                <a:gd name="p0x541" fmla="*/ 4879 w 5049"/>
                <a:gd name="p0y541" fmla="*/ 0 h 15"/>
                <a:gd name="p0x542" fmla="*/ 4879 w 5049"/>
                <a:gd name="p0y542" fmla="*/ 15 h 15"/>
                <a:gd name="p0x543" fmla="*/ 4849 w 5049"/>
                <a:gd name="p0y543" fmla="*/ 15 h 15"/>
                <a:gd name="p0x544" fmla="*/ 4849 w 5049"/>
                <a:gd name="p0y544" fmla="*/ 0 h 15"/>
                <a:gd name="p0x545" fmla="*/ 4894 w 5049"/>
                <a:gd name="p0y545" fmla="*/ 0 h 15"/>
                <a:gd name="p0x546" fmla="*/ 4924 w 5049"/>
                <a:gd name="p0y546" fmla="*/ 0 h 15"/>
                <a:gd name="p0x547" fmla="*/ 4924 w 5049"/>
                <a:gd name="p0y547" fmla="*/ 15 h 15"/>
                <a:gd name="p0x548" fmla="*/ 4894 w 5049"/>
                <a:gd name="p0y548" fmla="*/ 15 h 15"/>
                <a:gd name="p0x549" fmla="*/ 4894 w 5049"/>
                <a:gd name="p0y549" fmla="*/ 0 h 15"/>
                <a:gd name="p0x550" fmla="*/ 4939 w 5049"/>
                <a:gd name="p0y550" fmla="*/ 0 h 15"/>
                <a:gd name="p0x551" fmla="*/ 4969 w 5049"/>
                <a:gd name="p0y551" fmla="*/ 0 h 15"/>
                <a:gd name="p0x552" fmla="*/ 4969 w 5049"/>
                <a:gd name="p0y552" fmla="*/ 15 h 15"/>
                <a:gd name="p0x553" fmla="*/ 4939 w 5049"/>
                <a:gd name="p0y553" fmla="*/ 15 h 15"/>
                <a:gd name="p0x554" fmla="*/ 4939 w 5049"/>
                <a:gd name="p0y554" fmla="*/ 0 h 15"/>
                <a:gd name="p0x555" fmla="*/ 4984 w 5049"/>
                <a:gd name="p0y555" fmla="*/ 0 h 15"/>
                <a:gd name="p0x556" fmla="*/ 5014 w 5049"/>
                <a:gd name="p0y556" fmla="*/ 0 h 15"/>
                <a:gd name="p0x557" fmla="*/ 5014 w 5049"/>
                <a:gd name="p0y557" fmla="*/ 15 h 15"/>
                <a:gd name="p0x558" fmla="*/ 4984 w 5049"/>
                <a:gd name="p0y558" fmla="*/ 15 h 15"/>
                <a:gd name="p0x559" fmla="*/ 4984 w 5049"/>
                <a:gd name="p0y559" fmla="*/ 0 h 15"/>
                <a:gd name="p0x560" fmla="*/ 5029 w 5049"/>
                <a:gd name="p0y560" fmla="*/ 0 h 15"/>
                <a:gd name="p0x561" fmla="*/ 5049 w 5049"/>
                <a:gd name="p0y561" fmla="*/ 0 h 15"/>
                <a:gd name="p0x562" fmla="*/ 5049 w 5049"/>
                <a:gd name="p0y562" fmla="*/ 15 h 15"/>
                <a:gd name="p0x563" fmla="*/ 5029 w 5049"/>
                <a:gd name="p0y563" fmla="*/ 15 h 15"/>
                <a:gd name="p0x564" fmla="*/ 5029 w 5049"/>
                <a:gd name="p0y56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  <a:moveTo>
                    <a:pt x="p0x205" y="p0y205"/>
                  </a:moveTo>
                  <a:lnTo>
                    <a:pt x="p0x206" y="p0y206"/>
                  </a:lnTo>
                  <a:lnTo>
                    <a:pt x="p0x207" y="p0y207"/>
                  </a:lnTo>
                  <a:lnTo>
                    <a:pt x="p0x208" y="p0y208"/>
                  </a:lnTo>
                  <a:lnTo>
                    <a:pt x="p0x209" y="p0y209"/>
                  </a:lnTo>
                  <a:moveTo>
                    <a:pt x="p0x210" y="p0y210"/>
                  </a:moveTo>
                  <a:lnTo>
                    <a:pt x="p0x211" y="p0y211"/>
                  </a:lnTo>
                  <a:lnTo>
                    <a:pt x="p0x212" y="p0y212"/>
                  </a:lnTo>
                  <a:lnTo>
                    <a:pt x="p0x213" y="p0y213"/>
                  </a:lnTo>
                  <a:lnTo>
                    <a:pt x="p0x214" y="p0y214"/>
                  </a:lnTo>
                  <a:moveTo>
                    <a:pt x="p0x215" y="p0y215"/>
                  </a:moveTo>
                  <a:lnTo>
                    <a:pt x="p0x216" y="p0y216"/>
                  </a:lnTo>
                  <a:lnTo>
                    <a:pt x="p0x217" y="p0y217"/>
                  </a:lnTo>
                  <a:lnTo>
                    <a:pt x="p0x218" y="p0y218"/>
                  </a:lnTo>
                  <a:lnTo>
                    <a:pt x="p0x219" y="p0y219"/>
                  </a:lnTo>
                  <a:moveTo>
                    <a:pt x="p0x220" y="p0y220"/>
                  </a:moveTo>
                  <a:lnTo>
                    <a:pt x="p0x221" y="p0y221"/>
                  </a:lnTo>
                  <a:lnTo>
                    <a:pt x="p0x222" y="p0y222"/>
                  </a:lnTo>
                  <a:lnTo>
                    <a:pt x="p0x223" y="p0y223"/>
                  </a:lnTo>
                  <a:lnTo>
                    <a:pt x="p0x224" y="p0y224"/>
                  </a:lnTo>
                  <a:moveTo>
                    <a:pt x="p0x225" y="p0y225"/>
                  </a:moveTo>
                  <a:lnTo>
                    <a:pt x="p0x226" y="p0y226"/>
                  </a:lnTo>
                  <a:lnTo>
                    <a:pt x="p0x227" y="p0y227"/>
                  </a:lnTo>
                  <a:lnTo>
                    <a:pt x="p0x228" y="p0y228"/>
                  </a:lnTo>
                  <a:lnTo>
                    <a:pt x="p0x229" y="p0y229"/>
                  </a:lnTo>
                  <a:moveTo>
                    <a:pt x="p0x230" y="p0y230"/>
                  </a:moveTo>
                  <a:lnTo>
                    <a:pt x="p0x231" y="p0y231"/>
                  </a:lnTo>
                  <a:lnTo>
                    <a:pt x="p0x232" y="p0y232"/>
                  </a:lnTo>
                  <a:lnTo>
                    <a:pt x="p0x233" y="p0y233"/>
                  </a:lnTo>
                  <a:lnTo>
                    <a:pt x="p0x234" y="p0y234"/>
                  </a:lnTo>
                  <a:moveTo>
                    <a:pt x="p0x235" y="p0y235"/>
                  </a:moveTo>
                  <a:lnTo>
                    <a:pt x="p0x236" y="p0y236"/>
                  </a:lnTo>
                  <a:lnTo>
                    <a:pt x="p0x237" y="p0y237"/>
                  </a:lnTo>
                  <a:lnTo>
                    <a:pt x="p0x238" y="p0y238"/>
                  </a:lnTo>
                  <a:lnTo>
                    <a:pt x="p0x239" y="p0y239"/>
                  </a:lnTo>
                  <a:moveTo>
                    <a:pt x="p0x240" y="p0y240"/>
                  </a:moveTo>
                  <a:lnTo>
                    <a:pt x="p0x241" y="p0y241"/>
                  </a:lnTo>
                  <a:lnTo>
                    <a:pt x="p0x242" y="p0y242"/>
                  </a:lnTo>
                  <a:lnTo>
                    <a:pt x="p0x243" y="p0y243"/>
                  </a:lnTo>
                  <a:lnTo>
                    <a:pt x="p0x244" y="p0y244"/>
                  </a:lnTo>
                  <a:moveTo>
                    <a:pt x="p0x245" y="p0y245"/>
                  </a:moveTo>
                  <a:lnTo>
                    <a:pt x="p0x246" y="p0y246"/>
                  </a:lnTo>
                  <a:lnTo>
                    <a:pt x="p0x247" y="p0y247"/>
                  </a:lnTo>
                  <a:lnTo>
                    <a:pt x="p0x248" y="p0y248"/>
                  </a:lnTo>
                  <a:lnTo>
                    <a:pt x="p0x249" y="p0y249"/>
                  </a:lnTo>
                  <a:moveTo>
                    <a:pt x="p0x250" y="p0y250"/>
                  </a:moveTo>
                  <a:lnTo>
                    <a:pt x="p0x251" y="p0y251"/>
                  </a:lnTo>
                  <a:lnTo>
                    <a:pt x="p0x252" y="p0y252"/>
                  </a:lnTo>
                  <a:lnTo>
                    <a:pt x="p0x253" y="p0y253"/>
                  </a:lnTo>
                  <a:lnTo>
                    <a:pt x="p0x254" y="p0y254"/>
                  </a:lnTo>
                  <a:moveTo>
                    <a:pt x="p0x255" y="p0y255"/>
                  </a:moveTo>
                  <a:lnTo>
                    <a:pt x="p0x256" y="p0y256"/>
                  </a:lnTo>
                  <a:lnTo>
                    <a:pt x="p0x257" y="p0y257"/>
                  </a:lnTo>
                  <a:lnTo>
                    <a:pt x="p0x258" y="p0y258"/>
                  </a:lnTo>
                  <a:lnTo>
                    <a:pt x="p0x259" y="p0y259"/>
                  </a:lnTo>
                  <a:moveTo>
                    <a:pt x="p0x260" y="p0y260"/>
                  </a:moveTo>
                  <a:lnTo>
                    <a:pt x="p0x261" y="p0y261"/>
                  </a:lnTo>
                  <a:lnTo>
                    <a:pt x="p0x262" y="p0y262"/>
                  </a:lnTo>
                  <a:lnTo>
                    <a:pt x="p0x263" y="p0y263"/>
                  </a:lnTo>
                  <a:lnTo>
                    <a:pt x="p0x264" y="p0y264"/>
                  </a:lnTo>
                  <a:moveTo>
                    <a:pt x="p0x265" y="p0y265"/>
                  </a:moveTo>
                  <a:lnTo>
                    <a:pt x="p0x266" y="p0y266"/>
                  </a:lnTo>
                  <a:lnTo>
                    <a:pt x="p0x267" y="p0y267"/>
                  </a:lnTo>
                  <a:lnTo>
                    <a:pt x="p0x268" y="p0y268"/>
                  </a:lnTo>
                  <a:lnTo>
                    <a:pt x="p0x269" y="p0y269"/>
                  </a:lnTo>
                  <a:moveTo>
                    <a:pt x="p0x270" y="p0y270"/>
                  </a:moveTo>
                  <a:lnTo>
                    <a:pt x="p0x271" y="p0y271"/>
                  </a:lnTo>
                  <a:lnTo>
                    <a:pt x="p0x272" y="p0y272"/>
                  </a:lnTo>
                  <a:lnTo>
                    <a:pt x="p0x273" y="p0y273"/>
                  </a:lnTo>
                  <a:lnTo>
                    <a:pt x="p0x274" y="p0y274"/>
                  </a:lnTo>
                  <a:moveTo>
                    <a:pt x="p0x275" y="p0y275"/>
                  </a:moveTo>
                  <a:lnTo>
                    <a:pt x="p0x276" y="p0y276"/>
                  </a:lnTo>
                  <a:lnTo>
                    <a:pt x="p0x277" y="p0y277"/>
                  </a:lnTo>
                  <a:lnTo>
                    <a:pt x="p0x278" y="p0y278"/>
                  </a:lnTo>
                  <a:lnTo>
                    <a:pt x="p0x279" y="p0y279"/>
                  </a:lnTo>
                  <a:moveTo>
                    <a:pt x="p0x280" y="p0y280"/>
                  </a:moveTo>
                  <a:lnTo>
                    <a:pt x="p0x281" y="p0y281"/>
                  </a:lnTo>
                  <a:lnTo>
                    <a:pt x="p0x282" y="p0y282"/>
                  </a:lnTo>
                  <a:lnTo>
                    <a:pt x="p0x283" y="p0y283"/>
                  </a:lnTo>
                  <a:lnTo>
                    <a:pt x="p0x284" y="p0y284"/>
                  </a:lnTo>
                  <a:moveTo>
                    <a:pt x="p0x285" y="p0y285"/>
                  </a:moveTo>
                  <a:lnTo>
                    <a:pt x="p0x286" y="p0y286"/>
                  </a:lnTo>
                  <a:lnTo>
                    <a:pt x="p0x287" y="p0y287"/>
                  </a:lnTo>
                  <a:lnTo>
                    <a:pt x="p0x288" y="p0y288"/>
                  </a:lnTo>
                  <a:lnTo>
                    <a:pt x="p0x289" y="p0y289"/>
                  </a:lnTo>
                  <a:moveTo>
                    <a:pt x="p0x290" y="p0y290"/>
                  </a:moveTo>
                  <a:lnTo>
                    <a:pt x="p0x291" y="p0y291"/>
                  </a:lnTo>
                  <a:lnTo>
                    <a:pt x="p0x292" y="p0y292"/>
                  </a:lnTo>
                  <a:lnTo>
                    <a:pt x="p0x293" y="p0y293"/>
                  </a:lnTo>
                  <a:lnTo>
                    <a:pt x="p0x294" y="p0y294"/>
                  </a:lnTo>
                  <a:moveTo>
                    <a:pt x="p0x295" y="p0y295"/>
                  </a:moveTo>
                  <a:lnTo>
                    <a:pt x="p0x296" y="p0y296"/>
                  </a:lnTo>
                  <a:lnTo>
                    <a:pt x="p0x297" y="p0y297"/>
                  </a:lnTo>
                  <a:lnTo>
                    <a:pt x="p0x298" y="p0y298"/>
                  </a:lnTo>
                  <a:lnTo>
                    <a:pt x="p0x299" y="p0y299"/>
                  </a:lnTo>
                  <a:moveTo>
                    <a:pt x="p0x300" y="p0y300"/>
                  </a:moveTo>
                  <a:lnTo>
                    <a:pt x="p0x301" y="p0y301"/>
                  </a:lnTo>
                  <a:lnTo>
                    <a:pt x="p0x302" y="p0y302"/>
                  </a:lnTo>
                  <a:lnTo>
                    <a:pt x="p0x303" y="p0y303"/>
                  </a:lnTo>
                  <a:lnTo>
                    <a:pt x="p0x304" y="p0y304"/>
                  </a:lnTo>
                  <a:moveTo>
                    <a:pt x="p0x305" y="p0y305"/>
                  </a:moveTo>
                  <a:lnTo>
                    <a:pt x="p0x306" y="p0y306"/>
                  </a:lnTo>
                  <a:lnTo>
                    <a:pt x="p0x307" y="p0y307"/>
                  </a:lnTo>
                  <a:lnTo>
                    <a:pt x="p0x308" y="p0y308"/>
                  </a:lnTo>
                  <a:lnTo>
                    <a:pt x="p0x309" y="p0y309"/>
                  </a:lnTo>
                  <a:moveTo>
                    <a:pt x="p0x310" y="p0y310"/>
                  </a:moveTo>
                  <a:lnTo>
                    <a:pt x="p0x311" y="p0y311"/>
                  </a:lnTo>
                  <a:lnTo>
                    <a:pt x="p0x312" y="p0y312"/>
                  </a:lnTo>
                  <a:lnTo>
                    <a:pt x="p0x313" y="p0y313"/>
                  </a:lnTo>
                  <a:lnTo>
                    <a:pt x="p0x314" y="p0y314"/>
                  </a:lnTo>
                  <a:moveTo>
                    <a:pt x="p0x315" y="p0y315"/>
                  </a:moveTo>
                  <a:lnTo>
                    <a:pt x="p0x316" y="p0y316"/>
                  </a:lnTo>
                  <a:lnTo>
                    <a:pt x="p0x317" y="p0y317"/>
                  </a:lnTo>
                  <a:lnTo>
                    <a:pt x="p0x318" y="p0y318"/>
                  </a:lnTo>
                  <a:lnTo>
                    <a:pt x="p0x319" y="p0y319"/>
                  </a:lnTo>
                  <a:moveTo>
                    <a:pt x="p0x320" y="p0y320"/>
                  </a:moveTo>
                  <a:lnTo>
                    <a:pt x="p0x321" y="p0y321"/>
                  </a:lnTo>
                  <a:lnTo>
                    <a:pt x="p0x322" y="p0y322"/>
                  </a:lnTo>
                  <a:lnTo>
                    <a:pt x="p0x323" y="p0y323"/>
                  </a:lnTo>
                  <a:lnTo>
                    <a:pt x="p0x324" y="p0y324"/>
                  </a:lnTo>
                  <a:moveTo>
                    <a:pt x="p0x325" y="p0y325"/>
                  </a:moveTo>
                  <a:lnTo>
                    <a:pt x="p0x326" y="p0y326"/>
                  </a:lnTo>
                  <a:lnTo>
                    <a:pt x="p0x327" y="p0y327"/>
                  </a:lnTo>
                  <a:lnTo>
                    <a:pt x="p0x328" y="p0y328"/>
                  </a:lnTo>
                  <a:lnTo>
                    <a:pt x="p0x329" y="p0y329"/>
                  </a:lnTo>
                  <a:moveTo>
                    <a:pt x="p0x330" y="p0y330"/>
                  </a:moveTo>
                  <a:lnTo>
                    <a:pt x="p0x331" y="p0y331"/>
                  </a:lnTo>
                  <a:lnTo>
                    <a:pt x="p0x332" y="p0y332"/>
                  </a:lnTo>
                  <a:lnTo>
                    <a:pt x="p0x333" y="p0y333"/>
                  </a:lnTo>
                  <a:lnTo>
                    <a:pt x="p0x334" y="p0y334"/>
                  </a:lnTo>
                  <a:moveTo>
                    <a:pt x="p0x335" y="p0y335"/>
                  </a:moveTo>
                  <a:lnTo>
                    <a:pt x="p0x336" y="p0y336"/>
                  </a:lnTo>
                  <a:lnTo>
                    <a:pt x="p0x337" y="p0y337"/>
                  </a:lnTo>
                  <a:lnTo>
                    <a:pt x="p0x338" y="p0y338"/>
                  </a:lnTo>
                  <a:lnTo>
                    <a:pt x="p0x339" y="p0y339"/>
                  </a:lnTo>
                  <a:moveTo>
                    <a:pt x="p0x340" y="p0y340"/>
                  </a:moveTo>
                  <a:lnTo>
                    <a:pt x="p0x341" y="p0y341"/>
                  </a:lnTo>
                  <a:lnTo>
                    <a:pt x="p0x342" y="p0y342"/>
                  </a:lnTo>
                  <a:lnTo>
                    <a:pt x="p0x343" y="p0y343"/>
                  </a:lnTo>
                  <a:lnTo>
                    <a:pt x="p0x344" y="p0y344"/>
                  </a:lnTo>
                  <a:moveTo>
                    <a:pt x="p0x345" y="p0y345"/>
                  </a:moveTo>
                  <a:lnTo>
                    <a:pt x="p0x346" y="p0y346"/>
                  </a:lnTo>
                  <a:lnTo>
                    <a:pt x="p0x347" y="p0y347"/>
                  </a:lnTo>
                  <a:lnTo>
                    <a:pt x="p0x348" y="p0y348"/>
                  </a:lnTo>
                  <a:lnTo>
                    <a:pt x="p0x349" y="p0y349"/>
                  </a:lnTo>
                  <a:moveTo>
                    <a:pt x="p0x350" y="p0y350"/>
                  </a:moveTo>
                  <a:lnTo>
                    <a:pt x="p0x351" y="p0y351"/>
                  </a:lnTo>
                  <a:lnTo>
                    <a:pt x="p0x352" y="p0y352"/>
                  </a:lnTo>
                  <a:lnTo>
                    <a:pt x="p0x353" y="p0y353"/>
                  </a:lnTo>
                  <a:lnTo>
                    <a:pt x="p0x354" y="p0y354"/>
                  </a:lnTo>
                  <a:moveTo>
                    <a:pt x="p0x355" y="p0y355"/>
                  </a:moveTo>
                  <a:lnTo>
                    <a:pt x="p0x356" y="p0y356"/>
                  </a:lnTo>
                  <a:lnTo>
                    <a:pt x="p0x357" y="p0y357"/>
                  </a:lnTo>
                  <a:lnTo>
                    <a:pt x="p0x358" y="p0y358"/>
                  </a:lnTo>
                  <a:lnTo>
                    <a:pt x="p0x359" y="p0y359"/>
                  </a:lnTo>
                  <a:moveTo>
                    <a:pt x="p0x360" y="p0y360"/>
                  </a:moveTo>
                  <a:lnTo>
                    <a:pt x="p0x361" y="p0y361"/>
                  </a:lnTo>
                  <a:lnTo>
                    <a:pt x="p0x362" y="p0y362"/>
                  </a:lnTo>
                  <a:lnTo>
                    <a:pt x="p0x363" y="p0y363"/>
                  </a:lnTo>
                  <a:lnTo>
                    <a:pt x="p0x364" y="p0y364"/>
                  </a:lnTo>
                  <a:moveTo>
                    <a:pt x="p0x365" y="p0y365"/>
                  </a:moveTo>
                  <a:lnTo>
                    <a:pt x="p0x366" y="p0y366"/>
                  </a:lnTo>
                  <a:lnTo>
                    <a:pt x="p0x367" y="p0y367"/>
                  </a:lnTo>
                  <a:lnTo>
                    <a:pt x="p0x368" y="p0y368"/>
                  </a:lnTo>
                  <a:lnTo>
                    <a:pt x="p0x369" y="p0y369"/>
                  </a:lnTo>
                  <a:moveTo>
                    <a:pt x="p0x370" y="p0y370"/>
                  </a:moveTo>
                  <a:lnTo>
                    <a:pt x="p0x371" y="p0y371"/>
                  </a:lnTo>
                  <a:lnTo>
                    <a:pt x="p0x372" y="p0y372"/>
                  </a:lnTo>
                  <a:lnTo>
                    <a:pt x="p0x373" y="p0y373"/>
                  </a:lnTo>
                  <a:lnTo>
                    <a:pt x="p0x374" y="p0y374"/>
                  </a:lnTo>
                  <a:moveTo>
                    <a:pt x="p0x375" y="p0y375"/>
                  </a:moveTo>
                  <a:lnTo>
                    <a:pt x="p0x376" y="p0y376"/>
                  </a:lnTo>
                  <a:lnTo>
                    <a:pt x="p0x377" y="p0y377"/>
                  </a:lnTo>
                  <a:lnTo>
                    <a:pt x="p0x378" y="p0y378"/>
                  </a:lnTo>
                  <a:lnTo>
                    <a:pt x="p0x379" y="p0y379"/>
                  </a:lnTo>
                  <a:moveTo>
                    <a:pt x="p0x380" y="p0y380"/>
                  </a:moveTo>
                  <a:lnTo>
                    <a:pt x="p0x381" y="p0y381"/>
                  </a:lnTo>
                  <a:lnTo>
                    <a:pt x="p0x382" y="p0y382"/>
                  </a:lnTo>
                  <a:lnTo>
                    <a:pt x="p0x383" y="p0y383"/>
                  </a:lnTo>
                  <a:lnTo>
                    <a:pt x="p0x384" y="p0y384"/>
                  </a:lnTo>
                  <a:moveTo>
                    <a:pt x="p0x385" y="p0y385"/>
                  </a:moveTo>
                  <a:lnTo>
                    <a:pt x="p0x386" y="p0y386"/>
                  </a:lnTo>
                  <a:lnTo>
                    <a:pt x="p0x387" y="p0y387"/>
                  </a:lnTo>
                  <a:lnTo>
                    <a:pt x="p0x388" y="p0y388"/>
                  </a:lnTo>
                  <a:lnTo>
                    <a:pt x="p0x389" y="p0y389"/>
                  </a:lnTo>
                  <a:moveTo>
                    <a:pt x="p0x390" y="p0y390"/>
                  </a:moveTo>
                  <a:lnTo>
                    <a:pt x="p0x391" y="p0y391"/>
                  </a:lnTo>
                  <a:lnTo>
                    <a:pt x="p0x392" y="p0y392"/>
                  </a:lnTo>
                  <a:lnTo>
                    <a:pt x="p0x393" y="p0y393"/>
                  </a:lnTo>
                  <a:lnTo>
                    <a:pt x="p0x394" y="p0y394"/>
                  </a:lnTo>
                  <a:moveTo>
                    <a:pt x="p0x395" y="p0y395"/>
                  </a:moveTo>
                  <a:lnTo>
                    <a:pt x="p0x396" y="p0y396"/>
                  </a:lnTo>
                  <a:lnTo>
                    <a:pt x="p0x397" y="p0y397"/>
                  </a:lnTo>
                  <a:lnTo>
                    <a:pt x="p0x398" y="p0y398"/>
                  </a:lnTo>
                  <a:lnTo>
                    <a:pt x="p0x399" y="p0y399"/>
                  </a:lnTo>
                  <a:moveTo>
                    <a:pt x="p0x400" y="p0y400"/>
                  </a:moveTo>
                  <a:lnTo>
                    <a:pt x="p0x401" y="p0y401"/>
                  </a:lnTo>
                  <a:lnTo>
                    <a:pt x="p0x402" y="p0y402"/>
                  </a:lnTo>
                  <a:lnTo>
                    <a:pt x="p0x403" y="p0y403"/>
                  </a:lnTo>
                  <a:lnTo>
                    <a:pt x="p0x404" y="p0y404"/>
                  </a:lnTo>
                  <a:moveTo>
                    <a:pt x="p0x405" y="p0y405"/>
                  </a:moveTo>
                  <a:lnTo>
                    <a:pt x="p0x406" y="p0y406"/>
                  </a:lnTo>
                  <a:lnTo>
                    <a:pt x="p0x407" y="p0y407"/>
                  </a:lnTo>
                  <a:lnTo>
                    <a:pt x="p0x408" y="p0y408"/>
                  </a:lnTo>
                  <a:lnTo>
                    <a:pt x="p0x409" y="p0y409"/>
                  </a:lnTo>
                  <a:moveTo>
                    <a:pt x="p0x410" y="p0y410"/>
                  </a:moveTo>
                  <a:lnTo>
                    <a:pt x="p0x411" y="p0y411"/>
                  </a:lnTo>
                  <a:lnTo>
                    <a:pt x="p0x412" y="p0y412"/>
                  </a:lnTo>
                  <a:lnTo>
                    <a:pt x="p0x413" y="p0y413"/>
                  </a:lnTo>
                  <a:lnTo>
                    <a:pt x="p0x414" y="p0y414"/>
                  </a:lnTo>
                  <a:moveTo>
                    <a:pt x="p0x415" y="p0y415"/>
                  </a:moveTo>
                  <a:lnTo>
                    <a:pt x="p0x416" y="p0y416"/>
                  </a:lnTo>
                  <a:lnTo>
                    <a:pt x="p0x417" y="p0y417"/>
                  </a:lnTo>
                  <a:lnTo>
                    <a:pt x="p0x418" y="p0y418"/>
                  </a:lnTo>
                  <a:lnTo>
                    <a:pt x="p0x419" y="p0y419"/>
                  </a:lnTo>
                  <a:moveTo>
                    <a:pt x="p0x420" y="p0y420"/>
                  </a:moveTo>
                  <a:lnTo>
                    <a:pt x="p0x421" y="p0y421"/>
                  </a:lnTo>
                  <a:lnTo>
                    <a:pt x="p0x422" y="p0y422"/>
                  </a:lnTo>
                  <a:lnTo>
                    <a:pt x="p0x423" y="p0y423"/>
                  </a:lnTo>
                  <a:lnTo>
                    <a:pt x="p0x424" y="p0y424"/>
                  </a:lnTo>
                  <a:moveTo>
                    <a:pt x="p0x425" y="p0y425"/>
                  </a:moveTo>
                  <a:lnTo>
                    <a:pt x="p0x426" y="p0y426"/>
                  </a:lnTo>
                  <a:lnTo>
                    <a:pt x="p0x427" y="p0y427"/>
                  </a:lnTo>
                  <a:lnTo>
                    <a:pt x="p0x428" y="p0y428"/>
                  </a:lnTo>
                  <a:lnTo>
                    <a:pt x="p0x429" y="p0y429"/>
                  </a:lnTo>
                  <a:moveTo>
                    <a:pt x="p0x430" y="p0y430"/>
                  </a:moveTo>
                  <a:lnTo>
                    <a:pt x="p0x431" y="p0y431"/>
                  </a:lnTo>
                  <a:lnTo>
                    <a:pt x="p0x432" y="p0y432"/>
                  </a:lnTo>
                  <a:lnTo>
                    <a:pt x="p0x433" y="p0y433"/>
                  </a:lnTo>
                  <a:lnTo>
                    <a:pt x="p0x434" y="p0y434"/>
                  </a:lnTo>
                  <a:moveTo>
                    <a:pt x="p0x435" y="p0y435"/>
                  </a:moveTo>
                  <a:lnTo>
                    <a:pt x="p0x436" y="p0y436"/>
                  </a:lnTo>
                  <a:lnTo>
                    <a:pt x="p0x437" y="p0y437"/>
                  </a:lnTo>
                  <a:lnTo>
                    <a:pt x="p0x438" y="p0y438"/>
                  </a:lnTo>
                  <a:lnTo>
                    <a:pt x="p0x439" y="p0y439"/>
                  </a:lnTo>
                  <a:moveTo>
                    <a:pt x="p0x440" y="p0y440"/>
                  </a:moveTo>
                  <a:lnTo>
                    <a:pt x="p0x441" y="p0y441"/>
                  </a:lnTo>
                  <a:lnTo>
                    <a:pt x="p0x442" y="p0y442"/>
                  </a:lnTo>
                  <a:lnTo>
                    <a:pt x="p0x443" y="p0y443"/>
                  </a:lnTo>
                  <a:lnTo>
                    <a:pt x="p0x444" y="p0y444"/>
                  </a:lnTo>
                  <a:moveTo>
                    <a:pt x="p0x445" y="p0y445"/>
                  </a:moveTo>
                  <a:lnTo>
                    <a:pt x="p0x446" y="p0y446"/>
                  </a:lnTo>
                  <a:lnTo>
                    <a:pt x="p0x447" y="p0y447"/>
                  </a:lnTo>
                  <a:lnTo>
                    <a:pt x="p0x448" y="p0y448"/>
                  </a:lnTo>
                  <a:lnTo>
                    <a:pt x="p0x449" y="p0y449"/>
                  </a:lnTo>
                  <a:moveTo>
                    <a:pt x="p0x450" y="p0y450"/>
                  </a:moveTo>
                  <a:lnTo>
                    <a:pt x="p0x451" y="p0y451"/>
                  </a:lnTo>
                  <a:lnTo>
                    <a:pt x="p0x452" y="p0y452"/>
                  </a:lnTo>
                  <a:lnTo>
                    <a:pt x="p0x453" y="p0y453"/>
                  </a:lnTo>
                  <a:lnTo>
                    <a:pt x="p0x454" y="p0y454"/>
                  </a:lnTo>
                  <a:moveTo>
                    <a:pt x="p0x455" y="p0y455"/>
                  </a:moveTo>
                  <a:lnTo>
                    <a:pt x="p0x456" y="p0y456"/>
                  </a:lnTo>
                  <a:lnTo>
                    <a:pt x="p0x457" y="p0y457"/>
                  </a:lnTo>
                  <a:lnTo>
                    <a:pt x="p0x458" y="p0y458"/>
                  </a:lnTo>
                  <a:lnTo>
                    <a:pt x="p0x459" y="p0y459"/>
                  </a:lnTo>
                  <a:moveTo>
                    <a:pt x="p0x460" y="p0y460"/>
                  </a:moveTo>
                  <a:lnTo>
                    <a:pt x="p0x461" y="p0y461"/>
                  </a:lnTo>
                  <a:lnTo>
                    <a:pt x="p0x462" y="p0y462"/>
                  </a:lnTo>
                  <a:lnTo>
                    <a:pt x="p0x463" y="p0y463"/>
                  </a:lnTo>
                  <a:lnTo>
                    <a:pt x="p0x464" y="p0y464"/>
                  </a:lnTo>
                  <a:moveTo>
                    <a:pt x="p0x465" y="p0y465"/>
                  </a:moveTo>
                  <a:lnTo>
                    <a:pt x="p0x466" y="p0y466"/>
                  </a:lnTo>
                  <a:lnTo>
                    <a:pt x="p0x467" y="p0y467"/>
                  </a:lnTo>
                  <a:lnTo>
                    <a:pt x="p0x468" y="p0y468"/>
                  </a:lnTo>
                  <a:lnTo>
                    <a:pt x="p0x469" y="p0y469"/>
                  </a:lnTo>
                  <a:moveTo>
                    <a:pt x="p0x470" y="p0y470"/>
                  </a:moveTo>
                  <a:lnTo>
                    <a:pt x="p0x471" y="p0y471"/>
                  </a:lnTo>
                  <a:lnTo>
                    <a:pt x="p0x472" y="p0y472"/>
                  </a:lnTo>
                  <a:lnTo>
                    <a:pt x="p0x473" y="p0y473"/>
                  </a:lnTo>
                  <a:lnTo>
                    <a:pt x="p0x474" y="p0y474"/>
                  </a:lnTo>
                  <a:moveTo>
                    <a:pt x="p0x475" y="p0y475"/>
                  </a:moveTo>
                  <a:lnTo>
                    <a:pt x="p0x476" y="p0y476"/>
                  </a:lnTo>
                  <a:lnTo>
                    <a:pt x="p0x477" y="p0y477"/>
                  </a:lnTo>
                  <a:lnTo>
                    <a:pt x="p0x478" y="p0y478"/>
                  </a:lnTo>
                  <a:lnTo>
                    <a:pt x="p0x479" y="p0y479"/>
                  </a:lnTo>
                  <a:moveTo>
                    <a:pt x="p0x480" y="p0y480"/>
                  </a:moveTo>
                  <a:lnTo>
                    <a:pt x="p0x481" y="p0y481"/>
                  </a:lnTo>
                  <a:lnTo>
                    <a:pt x="p0x482" y="p0y482"/>
                  </a:lnTo>
                  <a:lnTo>
                    <a:pt x="p0x483" y="p0y483"/>
                  </a:lnTo>
                  <a:lnTo>
                    <a:pt x="p0x484" y="p0y484"/>
                  </a:lnTo>
                  <a:moveTo>
                    <a:pt x="p0x485" y="p0y485"/>
                  </a:moveTo>
                  <a:lnTo>
                    <a:pt x="p0x486" y="p0y486"/>
                  </a:lnTo>
                  <a:lnTo>
                    <a:pt x="p0x487" y="p0y487"/>
                  </a:lnTo>
                  <a:lnTo>
                    <a:pt x="p0x488" y="p0y488"/>
                  </a:lnTo>
                  <a:lnTo>
                    <a:pt x="p0x489" y="p0y489"/>
                  </a:lnTo>
                  <a:moveTo>
                    <a:pt x="p0x490" y="p0y490"/>
                  </a:moveTo>
                  <a:lnTo>
                    <a:pt x="p0x491" y="p0y491"/>
                  </a:lnTo>
                  <a:lnTo>
                    <a:pt x="p0x492" y="p0y492"/>
                  </a:lnTo>
                  <a:lnTo>
                    <a:pt x="p0x493" y="p0y493"/>
                  </a:lnTo>
                  <a:lnTo>
                    <a:pt x="p0x494" y="p0y494"/>
                  </a:lnTo>
                  <a:moveTo>
                    <a:pt x="p0x495" y="p0y495"/>
                  </a:moveTo>
                  <a:lnTo>
                    <a:pt x="p0x496" y="p0y496"/>
                  </a:lnTo>
                  <a:lnTo>
                    <a:pt x="p0x497" y="p0y497"/>
                  </a:lnTo>
                  <a:lnTo>
                    <a:pt x="p0x498" y="p0y498"/>
                  </a:lnTo>
                  <a:lnTo>
                    <a:pt x="p0x499" y="p0y499"/>
                  </a:lnTo>
                  <a:moveTo>
                    <a:pt x="p0x500" y="p0y500"/>
                  </a:moveTo>
                  <a:lnTo>
                    <a:pt x="p0x501" y="p0y501"/>
                  </a:lnTo>
                  <a:lnTo>
                    <a:pt x="p0x502" y="p0y502"/>
                  </a:lnTo>
                  <a:lnTo>
                    <a:pt x="p0x503" y="p0y503"/>
                  </a:lnTo>
                  <a:lnTo>
                    <a:pt x="p0x504" y="p0y504"/>
                  </a:lnTo>
                  <a:moveTo>
                    <a:pt x="p0x505" y="p0y505"/>
                  </a:moveTo>
                  <a:lnTo>
                    <a:pt x="p0x506" y="p0y506"/>
                  </a:lnTo>
                  <a:lnTo>
                    <a:pt x="p0x507" y="p0y507"/>
                  </a:lnTo>
                  <a:lnTo>
                    <a:pt x="p0x508" y="p0y508"/>
                  </a:lnTo>
                  <a:lnTo>
                    <a:pt x="p0x509" y="p0y509"/>
                  </a:lnTo>
                  <a:moveTo>
                    <a:pt x="p0x510" y="p0y510"/>
                  </a:moveTo>
                  <a:lnTo>
                    <a:pt x="p0x511" y="p0y511"/>
                  </a:lnTo>
                  <a:lnTo>
                    <a:pt x="p0x512" y="p0y512"/>
                  </a:lnTo>
                  <a:lnTo>
                    <a:pt x="p0x513" y="p0y513"/>
                  </a:lnTo>
                  <a:lnTo>
                    <a:pt x="p0x514" y="p0y514"/>
                  </a:lnTo>
                  <a:moveTo>
                    <a:pt x="p0x515" y="p0y515"/>
                  </a:moveTo>
                  <a:lnTo>
                    <a:pt x="p0x516" y="p0y516"/>
                  </a:lnTo>
                  <a:lnTo>
                    <a:pt x="p0x517" y="p0y517"/>
                  </a:lnTo>
                  <a:lnTo>
                    <a:pt x="p0x518" y="p0y518"/>
                  </a:lnTo>
                  <a:lnTo>
                    <a:pt x="p0x519" y="p0y519"/>
                  </a:lnTo>
                  <a:moveTo>
                    <a:pt x="p0x520" y="p0y520"/>
                  </a:moveTo>
                  <a:lnTo>
                    <a:pt x="p0x521" y="p0y521"/>
                  </a:lnTo>
                  <a:lnTo>
                    <a:pt x="p0x522" y="p0y522"/>
                  </a:lnTo>
                  <a:lnTo>
                    <a:pt x="p0x523" y="p0y523"/>
                  </a:lnTo>
                  <a:lnTo>
                    <a:pt x="p0x524" y="p0y524"/>
                  </a:lnTo>
                  <a:moveTo>
                    <a:pt x="p0x525" y="p0y525"/>
                  </a:moveTo>
                  <a:lnTo>
                    <a:pt x="p0x526" y="p0y526"/>
                  </a:lnTo>
                  <a:lnTo>
                    <a:pt x="p0x527" y="p0y527"/>
                  </a:lnTo>
                  <a:lnTo>
                    <a:pt x="p0x528" y="p0y528"/>
                  </a:lnTo>
                  <a:lnTo>
                    <a:pt x="p0x529" y="p0y529"/>
                  </a:lnTo>
                  <a:moveTo>
                    <a:pt x="p0x530" y="p0y530"/>
                  </a:moveTo>
                  <a:lnTo>
                    <a:pt x="p0x531" y="p0y531"/>
                  </a:lnTo>
                  <a:lnTo>
                    <a:pt x="p0x532" y="p0y532"/>
                  </a:lnTo>
                  <a:lnTo>
                    <a:pt x="p0x533" y="p0y533"/>
                  </a:lnTo>
                  <a:lnTo>
                    <a:pt x="p0x534" y="p0y534"/>
                  </a:lnTo>
                  <a:moveTo>
                    <a:pt x="p0x535" y="p0y535"/>
                  </a:moveTo>
                  <a:lnTo>
                    <a:pt x="p0x536" y="p0y536"/>
                  </a:lnTo>
                  <a:lnTo>
                    <a:pt x="p0x537" y="p0y537"/>
                  </a:lnTo>
                  <a:lnTo>
                    <a:pt x="p0x538" y="p0y538"/>
                  </a:lnTo>
                  <a:lnTo>
                    <a:pt x="p0x539" y="p0y539"/>
                  </a:lnTo>
                  <a:moveTo>
                    <a:pt x="p0x540" y="p0y540"/>
                  </a:moveTo>
                  <a:lnTo>
                    <a:pt x="p0x541" y="p0y541"/>
                  </a:lnTo>
                  <a:lnTo>
                    <a:pt x="p0x542" y="p0y542"/>
                  </a:lnTo>
                  <a:lnTo>
                    <a:pt x="p0x543" y="p0y543"/>
                  </a:lnTo>
                  <a:lnTo>
                    <a:pt x="p0x544" y="p0y544"/>
                  </a:lnTo>
                  <a:moveTo>
                    <a:pt x="p0x545" y="p0y545"/>
                  </a:moveTo>
                  <a:lnTo>
                    <a:pt x="p0x546" y="p0y546"/>
                  </a:lnTo>
                  <a:lnTo>
                    <a:pt x="p0x547" y="p0y547"/>
                  </a:lnTo>
                  <a:lnTo>
                    <a:pt x="p0x548" y="p0y548"/>
                  </a:lnTo>
                  <a:lnTo>
                    <a:pt x="p0x549" y="p0y549"/>
                  </a:lnTo>
                  <a:moveTo>
                    <a:pt x="p0x550" y="p0y550"/>
                  </a:moveTo>
                  <a:lnTo>
                    <a:pt x="p0x551" y="p0y551"/>
                  </a:lnTo>
                  <a:lnTo>
                    <a:pt x="p0x552" y="p0y552"/>
                  </a:lnTo>
                  <a:lnTo>
                    <a:pt x="p0x553" y="p0y553"/>
                  </a:lnTo>
                  <a:lnTo>
                    <a:pt x="p0x554" y="p0y554"/>
                  </a:lnTo>
                  <a:moveTo>
                    <a:pt x="p0x555" y="p0y555"/>
                  </a:moveTo>
                  <a:lnTo>
                    <a:pt x="p0x556" y="p0y556"/>
                  </a:lnTo>
                  <a:lnTo>
                    <a:pt x="p0x557" y="p0y557"/>
                  </a:lnTo>
                  <a:lnTo>
                    <a:pt x="p0x558" y="p0y558"/>
                  </a:lnTo>
                  <a:lnTo>
                    <a:pt x="p0x559" y="p0y559"/>
                  </a:lnTo>
                  <a:moveTo>
                    <a:pt x="p0x560" y="p0y560"/>
                  </a:moveTo>
                  <a:lnTo>
                    <a:pt x="p0x561" y="p0y561"/>
                  </a:lnTo>
                  <a:lnTo>
                    <a:pt x="p0x562" y="p0y562"/>
                  </a:lnTo>
                  <a:lnTo>
                    <a:pt x="p0x563" y="p0y563"/>
                  </a:lnTo>
                  <a:lnTo>
                    <a:pt x="p0x564" y="p0y564"/>
                  </a:lnTo>
                </a:path>
              </a:pathLst>
            </a:custGeom>
            <a:solidFill>
              <a:schemeClr val="accent4">
                <a:lumMod val="55598"/>
                <a:lumOff val="44402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7" name="文本框 36"/>
          <p:cNvSpPr txBox="1"/>
          <p:nvPr>
            <p:custDataLst>
              <p:tags r:id="rId25"/>
            </p:custDataLst>
          </p:nvPr>
        </p:nvSpPr>
        <p:spPr>
          <a:xfrm>
            <a:off x="660349" y="5800725"/>
            <a:ext cx="3200476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6B8779"/>
                </a:solidFill>
                <a:cs typeface="+mn-lt"/>
              </a:rPr>
              <a:t>层级越低、抽查比例越高，确保清理成效直达基层末梢</a:t>
            </a:r>
            <a:endParaRPr sz="1200">
              <a:solidFill>
                <a:srgbClr val="6B8779"/>
              </a:solidFill>
              <a:cs typeface="+mn-lt"/>
            </a:endParaRPr>
          </a:p>
        </p:txBody>
      </p:sp>
      <p:sp>
        <p:nvSpPr>
          <p:cNvPr id="38" name="任意多边形 37"/>
          <p:cNvSpPr/>
          <p:nvPr>
            <p:custDataLst>
              <p:tags r:id="rId26"/>
            </p:custDataLst>
          </p:nvPr>
        </p:nvSpPr>
        <p:spPr>
          <a:xfrm>
            <a:off x="4297045" y="1547495"/>
            <a:ext cx="3597275" cy="4848225"/>
          </a:xfrm>
          <a:custGeom>
            <a:avLst/>
            <a:gdLst>
              <a:gd name="sw" fmla="*/ 1 w 5664"/>
              <a:gd name="sh" fmla="*/ 1 h 7635"/>
              <a:gd name="mins" fmla="min sw sh"/>
              <a:gd name="dsw" fmla="+- 0 sw mins"/>
              <a:gd name="dsh" fmla="+- 0 sh mins"/>
              <a:gd name="p0x0" fmla="*/ 270 w 5664"/>
              <a:gd name="p0y0" fmla="*/ 0 h 7635"/>
              <a:gd name="p0x1" fmla="*/ 5394 w 5664"/>
              <a:gd name="p0y1" fmla="*/ 0 h 7635"/>
              <a:gd name="p0x2" fmla="*/ 5544 w 5664"/>
              <a:gd name="p0y2" fmla="*/ 0 h 7635"/>
              <a:gd name="p0x3" fmla="*/ 5664 w 5664"/>
              <a:gd name="p0y3" fmla="*/ 120 h 7635"/>
              <a:gd name="p0x4" fmla="*/ 5664 w 5664"/>
              <a:gd name="p0y4" fmla="*/ 270 h 7635"/>
              <a:gd name="p0x5" fmla="*/ 5664 w 5664"/>
              <a:gd name="p0y5" fmla="*/ 7365 h 7635"/>
              <a:gd name="p0x6" fmla="*/ 5664 w 5664"/>
              <a:gd name="p0y6" fmla="*/ 7514 h 7635"/>
              <a:gd name="p0x7" fmla="*/ 5544 w 5664"/>
              <a:gd name="p0y7" fmla="*/ 7635 h 7635"/>
              <a:gd name="p0x8" fmla="*/ 5394 w 5664"/>
              <a:gd name="p0y8" fmla="*/ 7635 h 7635"/>
              <a:gd name="p0x9" fmla="*/ 270 w 5664"/>
              <a:gd name="p0y9" fmla="*/ 7635 h 7635"/>
              <a:gd name="p0x10" fmla="*/ 120 w 5664"/>
              <a:gd name="p0y10" fmla="*/ 7635 h 7635"/>
              <a:gd name="p0x11" fmla="*/ 0 w 5664"/>
              <a:gd name="p0y11" fmla="*/ 7514 h 7635"/>
              <a:gd name="p0x12" fmla="*/ 0 w 5664"/>
              <a:gd name="p0y12" fmla="*/ 7365 h 7635"/>
              <a:gd name="p0x13" fmla="*/ 0 w 5664"/>
              <a:gd name="p0y13" fmla="*/ 270 h 7635"/>
              <a:gd name="p0x14" fmla="*/ 0 w 5664"/>
              <a:gd name="p0y14" fmla="*/ 120 h 7635"/>
              <a:gd name="p0x15" fmla="*/ 120 w 5664"/>
              <a:gd name="p0y15" fmla="*/ 0 h 7635"/>
              <a:gd name="p0x16" fmla="*/ 270 w 5664"/>
              <a:gd name="p0y16" fmla="*/ 0 h 76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200025" dist="28575" dir="5399999" algn="ctr" rotWithShape="0">
              <a:srgbClr val="2E6248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27"/>
            </p:custDataLst>
          </p:nvPr>
        </p:nvSpPr>
        <p:spPr>
          <a:xfrm>
            <a:off x="4491990" y="19431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 descr="bf3b0ac8-a760-11f1-a095-56ac9c064e63"/>
          <p:cNvPicPr/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291" r="291"/>
          <a:stretch>
            <a:fillRect/>
          </a:stretch>
        </p:blipFill>
        <p:spPr>
          <a:xfrm>
            <a:off x="4558665" y="2009775"/>
            <a:ext cx="209550" cy="20955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31"/>
            </p:custDataLst>
          </p:nvPr>
        </p:nvSpPr>
        <p:spPr>
          <a:xfrm>
            <a:off x="4949799" y="1726883"/>
            <a:ext cx="2749525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1E4033"/>
                </a:solidFill>
                <a:cs typeface="+mn-lt"/>
              </a:rPr>
              <a:t>上海</a:t>
            </a:r>
            <a:r>
              <a:rPr lang="en-US" altLang="zh-CN" sz="2100" b="1" spc="42">
                <a:solidFill>
                  <a:srgbClr val="1E4033"/>
                </a:solidFill>
                <a:cs typeface="+mn-lt"/>
              </a:rPr>
              <a:t> 2026 </a:t>
            </a:r>
            <a:r>
              <a:rPr lang="zh-CN" altLang="en-US" sz="2100" b="1" spc="42">
                <a:solidFill>
                  <a:srgbClr val="1E4033"/>
                </a:solidFill>
                <a:cs typeface="+mn-lt"/>
              </a:rPr>
              <a:t>年五大整治重点</a:t>
            </a:r>
            <a:endParaRPr lang="zh-CN" altLang="en-US" sz="2100" b="1" spc="42">
              <a:solidFill>
                <a:srgbClr val="1E4033"/>
              </a:solidFill>
              <a:cs typeface="+mn-lt"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4491990" y="3035935"/>
            <a:ext cx="1527810" cy="828675"/>
            <a:chOff x="7074" y="4781"/>
            <a:chExt cx="2406" cy="1305"/>
          </a:xfrm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grpSpPr>
        <p:sp>
          <p:nvSpPr>
            <p:cNvPr id="44" name="任意多边形 43"/>
            <p:cNvSpPr/>
            <p:nvPr>
              <p:custDataLst>
                <p:tags r:id="rId32"/>
              </p:custDataLst>
            </p:nvPr>
          </p:nvSpPr>
          <p:spPr>
            <a:xfrm>
              <a:off x="7074" y="4781"/>
              <a:ext cx="2406" cy="1305"/>
            </a:xfrm>
            <a:custGeom>
              <a:avLst/>
              <a:gdLst>
                <a:gd name="sw" fmla="*/ 1 w 2405"/>
                <a:gd name="sh" fmla="*/ 1 h 1305"/>
                <a:gd name="mins" fmla="min sw sh"/>
                <a:gd name="dsw" fmla="+- 0 sw mins"/>
                <a:gd name="dsh" fmla="+- 0 sh mins"/>
                <a:gd name="p0x0" fmla="*/ 210 w 2405"/>
                <a:gd name="p0y0" fmla="*/ 0 h 1305"/>
                <a:gd name="p0x1" fmla="*/ 2195 w 2405"/>
                <a:gd name="p0y1" fmla="*/ 0 h 1305"/>
                <a:gd name="p0x2" fmla="*/ 2311 w 2405"/>
                <a:gd name="p0y2" fmla="*/ 0 h 1305"/>
                <a:gd name="p0x3" fmla="*/ 2405 w 2405"/>
                <a:gd name="p0y3" fmla="*/ 94 h 1305"/>
                <a:gd name="p0x4" fmla="*/ 2405 w 2405"/>
                <a:gd name="p0y4" fmla="*/ 210 h 1305"/>
                <a:gd name="p0x5" fmla="*/ 2405 w 2405"/>
                <a:gd name="p0y5" fmla="*/ 1095 h 1305"/>
                <a:gd name="p0x6" fmla="*/ 2405 w 2405"/>
                <a:gd name="p0y6" fmla="*/ 1210 h 1305"/>
                <a:gd name="p0x7" fmla="*/ 2311 w 2405"/>
                <a:gd name="p0y7" fmla="*/ 1305 h 1305"/>
                <a:gd name="p0x8" fmla="*/ 2195 w 2405"/>
                <a:gd name="p0y8" fmla="*/ 1305 h 1305"/>
                <a:gd name="p0x9" fmla="*/ 210 w 2405"/>
                <a:gd name="p0y9" fmla="*/ 1305 h 1305"/>
                <a:gd name="p0x10" fmla="*/ 94 w 2405"/>
                <a:gd name="p0y10" fmla="*/ 1305 h 1305"/>
                <a:gd name="p0x11" fmla="*/ 0 w 2405"/>
                <a:gd name="p0y11" fmla="*/ 1210 h 1305"/>
                <a:gd name="p0x12" fmla="*/ 0 w 2405"/>
                <a:gd name="p0y12" fmla="*/ 1095 h 1305"/>
                <a:gd name="p0x13" fmla="*/ 0 w 2405"/>
                <a:gd name="p0y13" fmla="*/ 210 h 1305"/>
                <a:gd name="p0x14" fmla="*/ 0 w 2405"/>
                <a:gd name="p0y14" fmla="*/ 94 h 1305"/>
                <a:gd name="p0x15" fmla="*/ 94 w 2405"/>
                <a:gd name="p0y15" fmla="*/ 0 h 1305"/>
                <a:gd name="p0x16" fmla="*/ 210 w 2405"/>
                <a:gd name="p0y16" fmla="*/ 0 h 13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>
              <p:custDataLst>
                <p:tags r:id="rId33"/>
              </p:custDataLst>
            </p:nvPr>
          </p:nvSpPr>
          <p:spPr>
            <a:xfrm>
              <a:off x="7219" y="4781"/>
              <a:ext cx="2199" cy="72"/>
            </a:xfrm>
            <a:custGeom>
              <a:avLst/>
              <a:gdLst>
                <a:gd name="sw" fmla="*/ 1 w 2198"/>
                <a:gd name="sh" fmla="*/ 1 h 72"/>
                <a:gd name="mins" fmla="min sw sh"/>
                <a:gd name="dsw" fmla="+- 0 sw mins"/>
                <a:gd name="dsh" fmla="+- 0 sh mins"/>
                <a:gd name="p0x0" fmla="*/ 64 w 2198"/>
                <a:gd name="p0y0" fmla="*/ 0 h 72"/>
                <a:gd name="p0x1" fmla="*/ 2050 w 2198"/>
                <a:gd name="p0y1" fmla="*/ 0 h 72"/>
                <a:gd name="p0x2" fmla="*/ 2108 w 2198"/>
                <a:gd name="p0y2" fmla="*/ 0 h 72"/>
                <a:gd name="p0x3" fmla="*/ 2160 w 2198"/>
                <a:gd name="p0y3" fmla="*/ 23 h 72"/>
                <a:gd name="p0x4" fmla="*/ 2198 w 2198"/>
                <a:gd name="p0y4" fmla="*/ 61 h 72"/>
                <a:gd name="p0x5" fmla="*/ 2187 w 2198"/>
                <a:gd name="p0y5" fmla="*/ 72 h 72"/>
                <a:gd name="p0x6" fmla="*/ 2152 w 2198"/>
                <a:gd name="p0y6" fmla="*/ 36 h 72"/>
                <a:gd name="p0x7" fmla="*/ 2103 w 2198"/>
                <a:gd name="p0y7" fmla="*/ 15 h 72"/>
                <a:gd name="p0x8" fmla="*/ 2050 w 2198"/>
                <a:gd name="p0y8" fmla="*/ 15 h 72"/>
                <a:gd name="p0x9" fmla="*/ 64 w 2198"/>
                <a:gd name="p0y9" fmla="*/ 15 h 72"/>
                <a:gd name="p0x10" fmla="*/ 48 w 2198"/>
                <a:gd name="p0y10" fmla="*/ 15 h 72"/>
                <a:gd name="p0x11" fmla="*/ 33 w 2198"/>
                <a:gd name="p0y11" fmla="*/ 18 h 72"/>
                <a:gd name="p0x12" fmla="*/ 18 w 2198"/>
                <a:gd name="p0y12" fmla="*/ 24 h 72"/>
                <a:gd name="p0x13" fmla="*/ 0 w 2198"/>
                <a:gd name="p0y13" fmla="*/ 10 h 72"/>
                <a:gd name="p0x14" fmla="*/ 0 w 2198"/>
                <a:gd name="p0y14" fmla="*/ 10 h 72"/>
                <a:gd name="p0x15" fmla="*/ 20 w 2198"/>
                <a:gd name="p0y15" fmla="*/ 3 h 72"/>
                <a:gd name="p0x16" fmla="*/ 42 w 2198"/>
                <a:gd name="p0y16" fmla="*/ 0 h 72"/>
                <a:gd name="p0x17" fmla="*/ 64 w 2198"/>
                <a:gd name="p0y17" fmla="*/ 0 h 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B8D4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任意多边形 45"/>
            <p:cNvSpPr/>
            <p:nvPr>
              <p:custDataLst>
                <p:tags r:id="rId34"/>
              </p:custDataLst>
            </p:nvPr>
          </p:nvSpPr>
          <p:spPr>
            <a:xfrm>
              <a:off x="9407" y="4842"/>
              <a:ext cx="73" cy="1182"/>
            </a:xfrm>
            <a:custGeom>
              <a:avLst/>
              <a:gdLst>
                <a:gd name="sw" fmla="*/ 1 w 72"/>
                <a:gd name="sh" fmla="*/ 1 h 1181"/>
                <a:gd name="mins" fmla="min sw sh"/>
                <a:gd name="dsw" fmla="+- 0 sw mins"/>
                <a:gd name="dsh" fmla="+- 0 sh mins"/>
                <a:gd name="p0x0" fmla="*/ 72 w 72"/>
                <a:gd name="p0y0" fmla="*/ 148 h 1181"/>
                <a:gd name="p0x1" fmla="*/ 72 w 72"/>
                <a:gd name="p0y1" fmla="*/ 1033 h 1181"/>
                <a:gd name="p0x2" fmla="*/ 72 w 72"/>
                <a:gd name="p0y2" fmla="*/ 1091 h 1181"/>
                <a:gd name="p0x3" fmla="*/ 48 w 72"/>
                <a:gd name="p0y3" fmla="*/ 1143 h 1181"/>
                <a:gd name="p0x4" fmla="*/ 10 w 72"/>
                <a:gd name="p0y4" fmla="*/ 1181 h 1181"/>
                <a:gd name="p0x5" fmla="*/ 0 w 72"/>
                <a:gd name="p0y5" fmla="*/ 1171 h 1181"/>
                <a:gd name="p0x6" fmla="*/ 35 w 72"/>
                <a:gd name="p0y6" fmla="*/ 1136 h 1181"/>
                <a:gd name="p0x7" fmla="*/ 57 w 72"/>
                <a:gd name="p0y7" fmla="*/ 1087 h 1181"/>
                <a:gd name="p0x8" fmla="*/ 57 w 72"/>
                <a:gd name="p0y8" fmla="*/ 1033 h 1181"/>
                <a:gd name="p0x9" fmla="*/ 57 w 72"/>
                <a:gd name="p0y9" fmla="*/ 148 h 1181"/>
                <a:gd name="p0x10" fmla="*/ 57 w 72"/>
                <a:gd name="p0y10" fmla="*/ 94 h 1181"/>
                <a:gd name="p0x11" fmla="*/ 35 w 72"/>
                <a:gd name="p0y11" fmla="*/ 45 h 1181"/>
                <a:gd name="p0x12" fmla="*/ 0 w 72"/>
                <a:gd name="p0y12" fmla="*/ 10 h 1181"/>
                <a:gd name="p0x13" fmla="*/ 10 w 72"/>
                <a:gd name="p0y13" fmla="*/ 0 h 1181"/>
                <a:gd name="p0x14" fmla="*/ 48 w 72"/>
                <a:gd name="p0y14" fmla="*/ 38 h 1181"/>
                <a:gd name="p0x15" fmla="*/ 72 w 72"/>
                <a:gd name="p0y15" fmla="*/ 90 h 1181"/>
                <a:gd name="p0x16" fmla="*/ 72 w 72"/>
                <a:gd name="p0y16" fmla="*/ 148 h 118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B8D4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>
              <p:custDataLst>
                <p:tags r:id="rId35"/>
              </p:custDataLst>
            </p:nvPr>
          </p:nvSpPr>
          <p:spPr>
            <a:xfrm>
              <a:off x="7220" y="6014"/>
              <a:ext cx="2198" cy="72"/>
            </a:xfrm>
            <a:custGeom>
              <a:avLst/>
              <a:gdLst>
                <a:gd name="sw" fmla="*/ 1 w 2198"/>
                <a:gd name="sh" fmla="*/ 1 h 72"/>
                <a:gd name="mins" fmla="min sw sh"/>
                <a:gd name="dsw" fmla="+- 0 sw mins"/>
                <a:gd name="dsh" fmla="+- 0 sh mins"/>
                <a:gd name="p0x0" fmla="*/ 2049 w 2198"/>
                <a:gd name="p0y0" fmla="*/ 72 h 72"/>
                <a:gd name="p0x1" fmla="*/ 64 w 2198"/>
                <a:gd name="p0y1" fmla="*/ 72 h 72"/>
                <a:gd name="p0x2" fmla="*/ 42 w 2198"/>
                <a:gd name="p0y2" fmla="*/ 72 h 72"/>
                <a:gd name="p0x3" fmla="*/ 20 w 2198"/>
                <a:gd name="p0y3" fmla="*/ 68 h 72"/>
                <a:gd name="p0x4" fmla="*/ 0 w 2198"/>
                <a:gd name="p0y4" fmla="*/ 61 h 72"/>
                <a:gd name="p0x5" fmla="*/ 18 w 2198"/>
                <a:gd name="p0y5" fmla="*/ 47 h 72"/>
                <a:gd name="p0x6" fmla="*/ 18 w 2198"/>
                <a:gd name="p0y6" fmla="*/ 47 h 72"/>
                <a:gd name="p0x7" fmla="*/ 33 w 2198"/>
                <a:gd name="p0y7" fmla="*/ 53 h 72"/>
                <a:gd name="p0x8" fmla="*/ 48 w 2198"/>
                <a:gd name="p0y8" fmla="*/ 57 h 72"/>
                <a:gd name="p0x9" fmla="*/ 64 w 2198"/>
                <a:gd name="p0y9" fmla="*/ 57 h 72"/>
                <a:gd name="p0x10" fmla="*/ 2049 w 2198"/>
                <a:gd name="p0y10" fmla="*/ 57 h 72"/>
                <a:gd name="p0x11" fmla="*/ 2103 w 2198"/>
                <a:gd name="p0y11" fmla="*/ 57 h 72"/>
                <a:gd name="p0x12" fmla="*/ 2152 w 2198"/>
                <a:gd name="p0y12" fmla="*/ 35 h 72"/>
                <a:gd name="p0x13" fmla="*/ 2187 w 2198"/>
                <a:gd name="p0y13" fmla="*/ 0 h 72"/>
                <a:gd name="p0x14" fmla="*/ 2198 w 2198"/>
                <a:gd name="p0y14" fmla="*/ 10 h 72"/>
                <a:gd name="p0x15" fmla="*/ 2160 w 2198"/>
                <a:gd name="p0y15" fmla="*/ 48 h 72"/>
                <a:gd name="p0x16" fmla="*/ 2107 w 2198"/>
                <a:gd name="p0y16" fmla="*/ 72 h 72"/>
                <a:gd name="p0x17" fmla="*/ 2049 w 2198"/>
                <a:gd name="p0y17" fmla="*/ 72 h 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B8D4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>
              <p:custDataLst>
                <p:tags r:id="rId36"/>
              </p:custDataLst>
            </p:nvPr>
          </p:nvSpPr>
          <p:spPr>
            <a:xfrm>
              <a:off x="7074" y="4791"/>
              <a:ext cx="164" cy="1285"/>
            </a:xfrm>
            <a:custGeom>
              <a:avLst/>
              <a:gdLst>
                <a:gd name="sw" fmla="*/ 1 w 163"/>
                <a:gd name="sh" fmla="*/ 1 h 1284"/>
                <a:gd name="mins" fmla="min sw sh"/>
                <a:gd name="dsw" fmla="+- 0 sw mins"/>
                <a:gd name="dsh" fmla="+- 0 sh mins"/>
                <a:gd name="p0x0" fmla="*/ 0 w 163"/>
                <a:gd name="p0y0" fmla="*/ 1084 h 1284"/>
                <a:gd name="p0x1" fmla="*/ 0 w 163"/>
                <a:gd name="p0y1" fmla="*/ 199 h 1284"/>
                <a:gd name="p0x2" fmla="*/ 0 w 163"/>
                <a:gd name="p0y2" fmla="*/ 106 h 1284"/>
                <a:gd name="p0x3" fmla="*/ 60 w 163"/>
                <a:gd name="p0y3" fmla="*/ 27 h 1284"/>
                <a:gd name="p0x4" fmla="*/ 145 w 163"/>
                <a:gd name="p0y4" fmla="*/ 0 h 1284"/>
                <a:gd name="p0x5" fmla="*/ 163 w 163"/>
                <a:gd name="p0y5" fmla="*/ 14 h 1284"/>
                <a:gd name="p0x6" fmla="*/ 163 w 163"/>
                <a:gd name="p0y6" fmla="*/ 14 h 1284"/>
                <a:gd name="p0x7" fmla="*/ 103 w 163"/>
                <a:gd name="p0y7" fmla="*/ 39 h 1284"/>
                <a:gd name="p0x8" fmla="*/ 60 w 163"/>
                <a:gd name="p0y8" fmla="*/ 113 h 1284"/>
                <a:gd name="p0x9" fmla="*/ 60 w 163"/>
                <a:gd name="p0y9" fmla="*/ 199 h 1284"/>
                <a:gd name="p0x10" fmla="*/ 60 w 163"/>
                <a:gd name="p0y10" fmla="*/ 1084 h 1284"/>
                <a:gd name="p0x11" fmla="*/ 60 w 163"/>
                <a:gd name="p0y11" fmla="*/ 1171 h 1284"/>
                <a:gd name="p0x12" fmla="*/ 103 w 163"/>
                <a:gd name="p0y12" fmla="*/ 1244 h 1284"/>
                <a:gd name="p0x13" fmla="*/ 163 w 163"/>
                <a:gd name="p0y13" fmla="*/ 1270 h 1284"/>
                <a:gd name="p0x14" fmla="*/ 145 w 163"/>
                <a:gd name="p0y14" fmla="*/ 1284 h 1284"/>
                <a:gd name="p0x15" fmla="*/ 145 w 163"/>
                <a:gd name="p0y15" fmla="*/ 1284 h 1284"/>
                <a:gd name="p0x16" fmla="*/ 60 w 163"/>
                <a:gd name="p0y16" fmla="*/ 1257 h 1284"/>
                <a:gd name="p0x17" fmla="*/ 0 w 163"/>
                <a:gd name="p0y17" fmla="*/ 1178 h 1284"/>
                <a:gd name="p0x18" fmla="*/ 0 w 163"/>
                <a:gd name="p0y18" fmla="*/ 1084 h 128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0" name="任意多边形 49"/>
          <p:cNvSpPr/>
          <p:nvPr>
            <p:custDataLst>
              <p:tags r:id="rId37"/>
            </p:custDataLst>
          </p:nvPr>
        </p:nvSpPr>
        <p:spPr>
          <a:xfrm>
            <a:off x="4720590" y="33166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>
              <a:lumMod val="24781"/>
              <a:lumOff val="7521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38"/>
            </p:custDataLst>
          </p:nvPr>
        </p:nvSpPr>
        <p:spPr>
          <a:xfrm>
            <a:off x="4807001" y="3350419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5C3D00"/>
                </a:solidFill>
                <a:cs typeface="+mn-lt"/>
              </a:rPr>
              <a:t>1</a:t>
            </a:r>
            <a:endParaRPr sz="1200" b="1">
              <a:solidFill>
                <a:srgbClr val="5C3D00"/>
              </a:solidFill>
              <a:cs typeface="+mn-lt"/>
            </a:endParaRPr>
          </a:p>
        </p:txBody>
      </p:sp>
      <p:sp>
        <p:nvSpPr>
          <p:cNvPr id="52" name="文本框 51"/>
          <p:cNvSpPr txBox="1"/>
          <p:nvPr>
            <p:custDataLst>
              <p:tags r:id="rId39"/>
            </p:custDataLst>
          </p:nvPr>
        </p:nvSpPr>
        <p:spPr>
          <a:xfrm>
            <a:off x="5102199" y="3198019"/>
            <a:ext cx="717576" cy="504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>
                <a:solidFill>
                  <a:srgbClr val="1E4033"/>
                </a:solidFill>
                <a:cs typeface="+mn-lt"/>
              </a:rPr>
              <a:t>违规合同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6172200" y="3035935"/>
            <a:ext cx="1526540" cy="828675"/>
            <a:chOff x="9720" y="4781"/>
            <a:chExt cx="2404" cy="1305"/>
          </a:xfrm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grpSpPr>
        <p:sp>
          <p:nvSpPr>
            <p:cNvPr id="53" name="任意多边形 52"/>
            <p:cNvSpPr/>
            <p:nvPr>
              <p:custDataLst>
                <p:tags r:id="rId40"/>
              </p:custDataLst>
            </p:nvPr>
          </p:nvSpPr>
          <p:spPr>
            <a:xfrm>
              <a:off x="9720" y="4781"/>
              <a:ext cx="2405" cy="1305"/>
            </a:xfrm>
            <a:custGeom>
              <a:avLst/>
              <a:gdLst>
                <a:gd name="sw" fmla="*/ 1 w 2405"/>
                <a:gd name="sh" fmla="*/ 1 h 1305"/>
                <a:gd name="mins" fmla="min sw sh"/>
                <a:gd name="dsw" fmla="+- 0 sw mins"/>
                <a:gd name="dsh" fmla="+- 0 sh mins"/>
                <a:gd name="p0x0" fmla="*/ 210 w 2405"/>
                <a:gd name="p0y0" fmla="*/ 0 h 1305"/>
                <a:gd name="p0x1" fmla="*/ 2195 w 2405"/>
                <a:gd name="p0y1" fmla="*/ 0 h 1305"/>
                <a:gd name="p0x2" fmla="*/ 2311 w 2405"/>
                <a:gd name="p0y2" fmla="*/ 0 h 1305"/>
                <a:gd name="p0x3" fmla="*/ 2405 w 2405"/>
                <a:gd name="p0y3" fmla="*/ 94 h 1305"/>
                <a:gd name="p0x4" fmla="*/ 2405 w 2405"/>
                <a:gd name="p0y4" fmla="*/ 210 h 1305"/>
                <a:gd name="p0x5" fmla="*/ 2405 w 2405"/>
                <a:gd name="p0y5" fmla="*/ 1095 h 1305"/>
                <a:gd name="p0x6" fmla="*/ 2405 w 2405"/>
                <a:gd name="p0y6" fmla="*/ 1210 h 1305"/>
                <a:gd name="p0x7" fmla="*/ 2311 w 2405"/>
                <a:gd name="p0y7" fmla="*/ 1305 h 1305"/>
                <a:gd name="p0x8" fmla="*/ 2195 w 2405"/>
                <a:gd name="p0y8" fmla="*/ 1305 h 1305"/>
                <a:gd name="p0x9" fmla="*/ 210 w 2405"/>
                <a:gd name="p0y9" fmla="*/ 1305 h 1305"/>
                <a:gd name="p0x10" fmla="*/ 94 w 2405"/>
                <a:gd name="p0y10" fmla="*/ 1305 h 1305"/>
                <a:gd name="p0x11" fmla="*/ 0 w 2405"/>
                <a:gd name="p0y11" fmla="*/ 1210 h 1305"/>
                <a:gd name="p0x12" fmla="*/ 0 w 2405"/>
                <a:gd name="p0y12" fmla="*/ 1095 h 1305"/>
                <a:gd name="p0x13" fmla="*/ 0 w 2405"/>
                <a:gd name="p0y13" fmla="*/ 210 h 1305"/>
                <a:gd name="p0x14" fmla="*/ 0 w 2405"/>
                <a:gd name="p0y14" fmla="*/ 94 h 1305"/>
                <a:gd name="p0x15" fmla="*/ 94 w 2405"/>
                <a:gd name="p0y15" fmla="*/ 0 h 1305"/>
                <a:gd name="p0x16" fmla="*/ 210 w 2405"/>
                <a:gd name="p0y16" fmla="*/ 0 h 13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>
              <p:custDataLst>
                <p:tags r:id="rId41"/>
              </p:custDataLst>
            </p:nvPr>
          </p:nvSpPr>
          <p:spPr>
            <a:xfrm>
              <a:off x="9865" y="4781"/>
              <a:ext cx="2198" cy="72"/>
            </a:xfrm>
            <a:custGeom>
              <a:avLst/>
              <a:gdLst>
                <a:gd name="sw" fmla="*/ 1 w 2198"/>
                <a:gd name="sh" fmla="*/ 1 h 72"/>
                <a:gd name="mins" fmla="min sw sh"/>
                <a:gd name="dsw" fmla="+- 0 sw mins"/>
                <a:gd name="dsh" fmla="+- 0 sh mins"/>
                <a:gd name="p0x0" fmla="*/ 64 w 2198"/>
                <a:gd name="p0y0" fmla="*/ 0 h 72"/>
                <a:gd name="p0x1" fmla="*/ 2050 w 2198"/>
                <a:gd name="p0y1" fmla="*/ 0 h 72"/>
                <a:gd name="p0x2" fmla="*/ 2108 w 2198"/>
                <a:gd name="p0y2" fmla="*/ 0 h 72"/>
                <a:gd name="p0x3" fmla="*/ 2160 w 2198"/>
                <a:gd name="p0y3" fmla="*/ 23 h 72"/>
                <a:gd name="p0x4" fmla="*/ 2198 w 2198"/>
                <a:gd name="p0y4" fmla="*/ 61 h 72"/>
                <a:gd name="p0x5" fmla="*/ 2187 w 2198"/>
                <a:gd name="p0y5" fmla="*/ 72 h 72"/>
                <a:gd name="p0x6" fmla="*/ 2152 w 2198"/>
                <a:gd name="p0y6" fmla="*/ 36 h 72"/>
                <a:gd name="p0x7" fmla="*/ 2103 w 2198"/>
                <a:gd name="p0y7" fmla="*/ 15 h 72"/>
                <a:gd name="p0x8" fmla="*/ 2050 w 2198"/>
                <a:gd name="p0y8" fmla="*/ 15 h 72"/>
                <a:gd name="p0x9" fmla="*/ 64 w 2198"/>
                <a:gd name="p0y9" fmla="*/ 15 h 72"/>
                <a:gd name="p0x10" fmla="*/ 48 w 2198"/>
                <a:gd name="p0y10" fmla="*/ 15 h 72"/>
                <a:gd name="p0x11" fmla="*/ 33 w 2198"/>
                <a:gd name="p0y11" fmla="*/ 18 h 72"/>
                <a:gd name="p0x12" fmla="*/ 18 w 2198"/>
                <a:gd name="p0y12" fmla="*/ 24 h 72"/>
                <a:gd name="p0x13" fmla="*/ 0 w 2198"/>
                <a:gd name="p0y13" fmla="*/ 10 h 72"/>
                <a:gd name="p0x14" fmla="*/ 0 w 2198"/>
                <a:gd name="p0y14" fmla="*/ 10 h 72"/>
                <a:gd name="p0x15" fmla="*/ 20 w 2198"/>
                <a:gd name="p0y15" fmla="*/ 3 h 72"/>
                <a:gd name="p0x16" fmla="*/ 42 w 2198"/>
                <a:gd name="p0y16" fmla="*/ 0 h 72"/>
                <a:gd name="p0x17" fmla="*/ 64 w 2198"/>
                <a:gd name="p0y17" fmla="*/ 0 h 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B8D4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任意多边形 54"/>
            <p:cNvSpPr/>
            <p:nvPr>
              <p:custDataLst>
                <p:tags r:id="rId42"/>
              </p:custDataLst>
            </p:nvPr>
          </p:nvSpPr>
          <p:spPr>
            <a:xfrm>
              <a:off x="12052" y="4842"/>
              <a:ext cx="73" cy="1182"/>
            </a:xfrm>
            <a:custGeom>
              <a:avLst/>
              <a:gdLst>
                <a:gd name="sw" fmla="*/ 1 w 72"/>
                <a:gd name="sh" fmla="*/ 1 h 1181"/>
                <a:gd name="mins" fmla="min sw sh"/>
                <a:gd name="dsw" fmla="+- 0 sw mins"/>
                <a:gd name="dsh" fmla="+- 0 sh mins"/>
                <a:gd name="p0x0" fmla="*/ 72 w 72"/>
                <a:gd name="p0y0" fmla="*/ 148 h 1181"/>
                <a:gd name="p0x1" fmla="*/ 72 w 72"/>
                <a:gd name="p0y1" fmla="*/ 1033 h 1181"/>
                <a:gd name="p0x2" fmla="*/ 72 w 72"/>
                <a:gd name="p0y2" fmla="*/ 1091 h 1181"/>
                <a:gd name="p0x3" fmla="*/ 48 w 72"/>
                <a:gd name="p0y3" fmla="*/ 1143 h 1181"/>
                <a:gd name="p0x4" fmla="*/ 10 w 72"/>
                <a:gd name="p0y4" fmla="*/ 1181 h 1181"/>
                <a:gd name="p0x5" fmla="*/ 0 w 72"/>
                <a:gd name="p0y5" fmla="*/ 1171 h 1181"/>
                <a:gd name="p0x6" fmla="*/ 35 w 72"/>
                <a:gd name="p0y6" fmla="*/ 1136 h 1181"/>
                <a:gd name="p0x7" fmla="*/ 57 w 72"/>
                <a:gd name="p0y7" fmla="*/ 1087 h 1181"/>
                <a:gd name="p0x8" fmla="*/ 57 w 72"/>
                <a:gd name="p0y8" fmla="*/ 1033 h 1181"/>
                <a:gd name="p0x9" fmla="*/ 57 w 72"/>
                <a:gd name="p0y9" fmla="*/ 148 h 1181"/>
                <a:gd name="p0x10" fmla="*/ 57 w 72"/>
                <a:gd name="p0y10" fmla="*/ 94 h 1181"/>
                <a:gd name="p0x11" fmla="*/ 35 w 72"/>
                <a:gd name="p0y11" fmla="*/ 45 h 1181"/>
                <a:gd name="p0x12" fmla="*/ 0 w 72"/>
                <a:gd name="p0y12" fmla="*/ 10 h 1181"/>
                <a:gd name="p0x13" fmla="*/ 10 w 72"/>
                <a:gd name="p0y13" fmla="*/ 0 h 1181"/>
                <a:gd name="p0x14" fmla="*/ 48 w 72"/>
                <a:gd name="p0y14" fmla="*/ 38 h 1181"/>
                <a:gd name="p0x15" fmla="*/ 72 w 72"/>
                <a:gd name="p0y15" fmla="*/ 90 h 1181"/>
                <a:gd name="p0x16" fmla="*/ 72 w 72"/>
                <a:gd name="p0y16" fmla="*/ 148 h 118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B8D4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>
              <p:custDataLst>
                <p:tags r:id="rId43"/>
              </p:custDataLst>
            </p:nvPr>
          </p:nvSpPr>
          <p:spPr>
            <a:xfrm>
              <a:off x="9865" y="6014"/>
              <a:ext cx="2198" cy="72"/>
            </a:xfrm>
            <a:custGeom>
              <a:avLst/>
              <a:gdLst>
                <a:gd name="sw" fmla="*/ 1 w 2198"/>
                <a:gd name="sh" fmla="*/ 1 h 72"/>
                <a:gd name="mins" fmla="min sw sh"/>
                <a:gd name="dsw" fmla="+- 0 sw mins"/>
                <a:gd name="dsh" fmla="+- 0 sh mins"/>
                <a:gd name="p0x0" fmla="*/ 2049 w 2198"/>
                <a:gd name="p0y0" fmla="*/ 72 h 72"/>
                <a:gd name="p0x1" fmla="*/ 64 w 2198"/>
                <a:gd name="p0y1" fmla="*/ 72 h 72"/>
                <a:gd name="p0x2" fmla="*/ 42 w 2198"/>
                <a:gd name="p0y2" fmla="*/ 72 h 72"/>
                <a:gd name="p0x3" fmla="*/ 20 w 2198"/>
                <a:gd name="p0y3" fmla="*/ 68 h 72"/>
                <a:gd name="p0x4" fmla="*/ 0 w 2198"/>
                <a:gd name="p0y4" fmla="*/ 61 h 72"/>
                <a:gd name="p0x5" fmla="*/ 18 w 2198"/>
                <a:gd name="p0y5" fmla="*/ 47 h 72"/>
                <a:gd name="p0x6" fmla="*/ 18 w 2198"/>
                <a:gd name="p0y6" fmla="*/ 47 h 72"/>
                <a:gd name="p0x7" fmla="*/ 33 w 2198"/>
                <a:gd name="p0y7" fmla="*/ 53 h 72"/>
                <a:gd name="p0x8" fmla="*/ 48 w 2198"/>
                <a:gd name="p0y8" fmla="*/ 57 h 72"/>
                <a:gd name="p0x9" fmla="*/ 64 w 2198"/>
                <a:gd name="p0y9" fmla="*/ 57 h 72"/>
                <a:gd name="p0x10" fmla="*/ 2049 w 2198"/>
                <a:gd name="p0y10" fmla="*/ 57 h 72"/>
                <a:gd name="p0x11" fmla="*/ 2103 w 2198"/>
                <a:gd name="p0y11" fmla="*/ 57 h 72"/>
                <a:gd name="p0x12" fmla="*/ 2152 w 2198"/>
                <a:gd name="p0y12" fmla="*/ 35 h 72"/>
                <a:gd name="p0x13" fmla="*/ 2187 w 2198"/>
                <a:gd name="p0y13" fmla="*/ 0 h 72"/>
                <a:gd name="p0x14" fmla="*/ 2198 w 2198"/>
                <a:gd name="p0y14" fmla="*/ 10 h 72"/>
                <a:gd name="p0x15" fmla="*/ 2160 w 2198"/>
                <a:gd name="p0y15" fmla="*/ 48 h 72"/>
                <a:gd name="p0x16" fmla="*/ 2107 w 2198"/>
                <a:gd name="p0y16" fmla="*/ 72 h 72"/>
                <a:gd name="p0x17" fmla="*/ 2049 w 2198"/>
                <a:gd name="p0y17" fmla="*/ 72 h 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B8D4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>
              <p:custDataLst>
                <p:tags r:id="rId44"/>
              </p:custDataLst>
            </p:nvPr>
          </p:nvSpPr>
          <p:spPr>
            <a:xfrm>
              <a:off x="9720" y="4791"/>
              <a:ext cx="163" cy="1285"/>
            </a:xfrm>
            <a:custGeom>
              <a:avLst/>
              <a:gdLst>
                <a:gd name="sw" fmla="*/ 1 w 163"/>
                <a:gd name="sh" fmla="*/ 1 h 1284"/>
                <a:gd name="mins" fmla="min sw sh"/>
                <a:gd name="dsw" fmla="+- 0 sw mins"/>
                <a:gd name="dsh" fmla="+- 0 sh mins"/>
                <a:gd name="p0x0" fmla="*/ 0 w 163"/>
                <a:gd name="p0y0" fmla="*/ 1084 h 1284"/>
                <a:gd name="p0x1" fmla="*/ 0 w 163"/>
                <a:gd name="p0y1" fmla="*/ 199 h 1284"/>
                <a:gd name="p0x2" fmla="*/ 0 w 163"/>
                <a:gd name="p0y2" fmla="*/ 106 h 1284"/>
                <a:gd name="p0x3" fmla="*/ 60 w 163"/>
                <a:gd name="p0y3" fmla="*/ 27 h 1284"/>
                <a:gd name="p0x4" fmla="*/ 145 w 163"/>
                <a:gd name="p0y4" fmla="*/ 0 h 1284"/>
                <a:gd name="p0x5" fmla="*/ 163 w 163"/>
                <a:gd name="p0y5" fmla="*/ 14 h 1284"/>
                <a:gd name="p0x6" fmla="*/ 163 w 163"/>
                <a:gd name="p0y6" fmla="*/ 14 h 1284"/>
                <a:gd name="p0x7" fmla="*/ 103 w 163"/>
                <a:gd name="p0y7" fmla="*/ 39 h 1284"/>
                <a:gd name="p0x8" fmla="*/ 60 w 163"/>
                <a:gd name="p0y8" fmla="*/ 113 h 1284"/>
                <a:gd name="p0x9" fmla="*/ 60 w 163"/>
                <a:gd name="p0y9" fmla="*/ 199 h 1284"/>
                <a:gd name="p0x10" fmla="*/ 60 w 163"/>
                <a:gd name="p0y10" fmla="*/ 1084 h 1284"/>
                <a:gd name="p0x11" fmla="*/ 60 w 163"/>
                <a:gd name="p0y11" fmla="*/ 1171 h 1284"/>
                <a:gd name="p0x12" fmla="*/ 103 w 163"/>
                <a:gd name="p0y12" fmla="*/ 1244 h 1284"/>
                <a:gd name="p0x13" fmla="*/ 163 w 163"/>
                <a:gd name="p0y13" fmla="*/ 1270 h 1284"/>
                <a:gd name="p0x14" fmla="*/ 145 w 163"/>
                <a:gd name="p0y14" fmla="*/ 1284 h 1284"/>
                <a:gd name="p0x15" fmla="*/ 145 w 163"/>
                <a:gd name="p0y15" fmla="*/ 1284 h 1284"/>
                <a:gd name="p0x16" fmla="*/ 60 w 163"/>
                <a:gd name="p0y16" fmla="*/ 1257 h 1284"/>
                <a:gd name="p0x17" fmla="*/ 0 w 163"/>
                <a:gd name="p0y17" fmla="*/ 1178 h 1284"/>
                <a:gd name="p0x18" fmla="*/ 0 w 163"/>
                <a:gd name="p0y18" fmla="*/ 1084 h 128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9" name="任意多边形 58"/>
          <p:cNvSpPr/>
          <p:nvPr>
            <p:custDataLst>
              <p:tags r:id="rId45"/>
            </p:custDataLst>
          </p:nvPr>
        </p:nvSpPr>
        <p:spPr>
          <a:xfrm>
            <a:off x="6400800" y="33166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>
              <a:lumMod val="24781"/>
              <a:lumOff val="7521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>
            <p:custDataLst>
              <p:tags r:id="rId46"/>
            </p:custDataLst>
          </p:nvPr>
        </p:nvSpPr>
        <p:spPr>
          <a:xfrm>
            <a:off x="6486601" y="3350419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5C3D00"/>
                </a:solidFill>
                <a:cs typeface="+mn-lt"/>
              </a:rPr>
              <a:t>2</a:t>
            </a:r>
            <a:endParaRPr sz="1200" b="1">
              <a:solidFill>
                <a:srgbClr val="5C3D00"/>
              </a:solidFill>
              <a:cs typeface="+mn-lt"/>
            </a:endParaRPr>
          </a:p>
        </p:txBody>
      </p:sp>
      <p:sp>
        <p:nvSpPr>
          <p:cNvPr id="61" name="文本框 60"/>
          <p:cNvSpPr txBox="1"/>
          <p:nvPr>
            <p:custDataLst>
              <p:tags r:id="rId47"/>
            </p:custDataLst>
          </p:nvPr>
        </p:nvSpPr>
        <p:spPr>
          <a:xfrm>
            <a:off x="6781800" y="3198019"/>
            <a:ext cx="717575" cy="504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>
                <a:solidFill>
                  <a:srgbClr val="1E4033"/>
                </a:solidFill>
                <a:cs typeface="+mn-lt"/>
              </a:rPr>
              <a:t>违规出借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4491990" y="4017010"/>
            <a:ext cx="1527810" cy="1080770"/>
            <a:chOff x="7074" y="6326"/>
            <a:chExt cx="2406" cy="1702"/>
          </a:xfrm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grpSpPr>
        <p:sp>
          <p:nvSpPr>
            <p:cNvPr id="62" name="任意多边形 61"/>
            <p:cNvSpPr/>
            <p:nvPr>
              <p:custDataLst>
                <p:tags r:id="rId48"/>
              </p:custDataLst>
            </p:nvPr>
          </p:nvSpPr>
          <p:spPr>
            <a:xfrm>
              <a:off x="7074" y="6326"/>
              <a:ext cx="2406" cy="1702"/>
            </a:xfrm>
            <a:custGeom>
              <a:avLst/>
              <a:gdLst>
                <a:gd name="sw" fmla="*/ 1 w 2405"/>
                <a:gd name="sh" fmla="*/ 1 h 1702"/>
                <a:gd name="mins" fmla="min sw sh"/>
                <a:gd name="dsw" fmla="+- 0 sw mins"/>
                <a:gd name="dsh" fmla="+- 0 sh mins"/>
                <a:gd name="p0x0" fmla="*/ 210 w 2405"/>
                <a:gd name="p0y0" fmla="*/ 0 h 1702"/>
                <a:gd name="p0x1" fmla="*/ 2195 w 2405"/>
                <a:gd name="p0y1" fmla="*/ 0 h 1702"/>
                <a:gd name="p0x2" fmla="*/ 2311 w 2405"/>
                <a:gd name="p0y2" fmla="*/ 0 h 1702"/>
                <a:gd name="p0x3" fmla="*/ 2405 w 2405"/>
                <a:gd name="p0y3" fmla="*/ 94 h 1702"/>
                <a:gd name="p0x4" fmla="*/ 2405 w 2405"/>
                <a:gd name="p0y4" fmla="*/ 210 h 1702"/>
                <a:gd name="p0x5" fmla="*/ 2405 w 2405"/>
                <a:gd name="p0y5" fmla="*/ 1492 h 1702"/>
                <a:gd name="p0x6" fmla="*/ 2405 w 2405"/>
                <a:gd name="p0y6" fmla="*/ 1608 h 1702"/>
                <a:gd name="p0x7" fmla="*/ 2311 w 2405"/>
                <a:gd name="p0y7" fmla="*/ 1702 h 1702"/>
                <a:gd name="p0x8" fmla="*/ 2195 w 2405"/>
                <a:gd name="p0y8" fmla="*/ 1702 h 1702"/>
                <a:gd name="p0x9" fmla="*/ 210 w 2405"/>
                <a:gd name="p0y9" fmla="*/ 1702 h 1702"/>
                <a:gd name="p0x10" fmla="*/ 94 w 2405"/>
                <a:gd name="p0y10" fmla="*/ 1702 h 1702"/>
                <a:gd name="p0x11" fmla="*/ 0 w 2405"/>
                <a:gd name="p0y11" fmla="*/ 1608 h 1702"/>
                <a:gd name="p0x12" fmla="*/ 0 w 2405"/>
                <a:gd name="p0y12" fmla="*/ 1492 h 1702"/>
                <a:gd name="p0x13" fmla="*/ 0 w 2405"/>
                <a:gd name="p0y13" fmla="*/ 210 h 1702"/>
                <a:gd name="p0x14" fmla="*/ 0 w 2405"/>
                <a:gd name="p0y14" fmla="*/ 94 h 1702"/>
                <a:gd name="p0x15" fmla="*/ 94 w 2405"/>
                <a:gd name="p0y15" fmla="*/ 0 h 1702"/>
                <a:gd name="p0x16" fmla="*/ 210 w 2405"/>
                <a:gd name="p0y16" fmla="*/ 0 h 170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3" name="任意多边形 62"/>
            <p:cNvSpPr/>
            <p:nvPr>
              <p:custDataLst>
                <p:tags r:id="rId49"/>
              </p:custDataLst>
            </p:nvPr>
          </p:nvSpPr>
          <p:spPr>
            <a:xfrm>
              <a:off x="7219" y="6326"/>
              <a:ext cx="2199" cy="72"/>
            </a:xfrm>
            <a:custGeom>
              <a:avLst/>
              <a:gdLst>
                <a:gd name="sw" fmla="*/ 1 w 2198"/>
                <a:gd name="sh" fmla="*/ 1 h 72"/>
                <a:gd name="mins" fmla="min sw sh"/>
                <a:gd name="dsw" fmla="+- 0 sw mins"/>
                <a:gd name="dsh" fmla="+- 0 sh mins"/>
                <a:gd name="p0x0" fmla="*/ 64 w 2198"/>
                <a:gd name="p0y0" fmla="*/ 0 h 72"/>
                <a:gd name="p0x1" fmla="*/ 2050 w 2198"/>
                <a:gd name="p0y1" fmla="*/ 0 h 72"/>
                <a:gd name="p0x2" fmla="*/ 2108 w 2198"/>
                <a:gd name="p0y2" fmla="*/ 0 h 72"/>
                <a:gd name="p0x3" fmla="*/ 2160 w 2198"/>
                <a:gd name="p0y3" fmla="*/ 23 h 72"/>
                <a:gd name="p0x4" fmla="*/ 2198 w 2198"/>
                <a:gd name="p0y4" fmla="*/ 61 h 72"/>
                <a:gd name="p0x5" fmla="*/ 2187 w 2198"/>
                <a:gd name="p0y5" fmla="*/ 72 h 72"/>
                <a:gd name="p0x6" fmla="*/ 2152 w 2198"/>
                <a:gd name="p0y6" fmla="*/ 36 h 72"/>
                <a:gd name="p0x7" fmla="*/ 2103 w 2198"/>
                <a:gd name="p0y7" fmla="*/ 15 h 72"/>
                <a:gd name="p0x8" fmla="*/ 2050 w 2198"/>
                <a:gd name="p0y8" fmla="*/ 15 h 72"/>
                <a:gd name="p0x9" fmla="*/ 64 w 2198"/>
                <a:gd name="p0y9" fmla="*/ 15 h 72"/>
                <a:gd name="p0x10" fmla="*/ 48 w 2198"/>
                <a:gd name="p0y10" fmla="*/ 15 h 72"/>
                <a:gd name="p0x11" fmla="*/ 33 w 2198"/>
                <a:gd name="p0y11" fmla="*/ 18 h 72"/>
                <a:gd name="p0x12" fmla="*/ 18 w 2198"/>
                <a:gd name="p0y12" fmla="*/ 24 h 72"/>
                <a:gd name="p0x13" fmla="*/ 0 w 2198"/>
                <a:gd name="p0y13" fmla="*/ 10 h 72"/>
                <a:gd name="p0x14" fmla="*/ 0 w 2198"/>
                <a:gd name="p0y14" fmla="*/ 10 h 72"/>
                <a:gd name="p0x15" fmla="*/ 20 w 2198"/>
                <a:gd name="p0y15" fmla="*/ 3 h 72"/>
                <a:gd name="p0x16" fmla="*/ 42 w 2198"/>
                <a:gd name="p0y16" fmla="*/ 0 h 72"/>
                <a:gd name="p0x17" fmla="*/ 64 w 2198"/>
                <a:gd name="p0y17" fmla="*/ 0 h 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B8D4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任意多边形 63"/>
            <p:cNvSpPr/>
            <p:nvPr>
              <p:custDataLst>
                <p:tags r:id="rId50"/>
              </p:custDataLst>
            </p:nvPr>
          </p:nvSpPr>
          <p:spPr>
            <a:xfrm>
              <a:off x="9407" y="6387"/>
              <a:ext cx="73" cy="1580"/>
            </a:xfrm>
            <a:custGeom>
              <a:avLst/>
              <a:gdLst>
                <a:gd name="sw" fmla="*/ 1 w 72"/>
                <a:gd name="sh" fmla="*/ 1 h 1579"/>
                <a:gd name="mins" fmla="min sw sh"/>
                <a:gd name="dsw" fmla="+- 0 sw mins"/>
                <a:gd name="dsh" fmla="+- 0 sh mins"/>
                <a:gd name="p0x0" fmla="*/ 72 w 72"/>
                <a:gd name="p0y0" fmla="*/ 148 h 1579"/>
                <a:gd name="p0x1" fmla="*/ 72 w 72"/>
                <a:gd name="p0y1" fmla="*/ 1430 h 1579"/>
                <a:gd name="p0x2" fmla="*/ 72 w 72"/>
                <a:gd name="p0y2" fmla="*/ 1488 h 1579"/>
                <a:gd name="p0x3" fmla="*/ 48 w 72"/>
                <a:gd name="p0y3" fmla="*/ 1541 h 1579"/>
                <a:gd name="p0x4" fmla="*/ 10 w 72"/>
                <a:gd name="p0y4" fmla="*/ 1579 h 1579"/>
                <a:gd name="p0x5" fmla="*/ 0 w 72"/>
                <a:gd name="p0y5" fmla="*/ 1568 h 1579"/>
                <a:gd name="p0x6" fmla="*/ 35 w 72"/>
                <a:gd name="p0y6" fmla="*/ 1533 h 1579"/>
                <a:gd name="p0x7" fmla="*/ 57 w 72"/>
                <a:gd name="p0y7" fmla="*/ 1484 h 1579"/>
                <a:gd name="p0x8" fmla="*/ 57 w 72"/>
                <a:gd name="p0y8" fmla="*/ 1430 h 1579"/>
                <a:gd name="p0x9" fmla="*/ 57 w 72"/>
                <a:gd name="p0y9" fmla="*/ 148 h 1579"/>
                <a:gd name="p0x10" fmla="*/ 57 w 72"/>
                <a:gd name="p0y10" fmla="*/ 94 h 1579"/>
                <a:gd name="p0x11" fmla="*/ 35 w 72"/>
                <a:gd name="p0y11" fmla="*/ 45 h 1579"/>
                <a:gd name="p0x12" fmla="*/ 0 w 72"/>
                <a:gd name="p0y12" fmla="*/ 10 h 1579"/>
                <a:gd name="p0x13" fmla="*/ 10 w 72"/>
                <a:gd name="p0y13" fmla="*/ 0 h 1579"/>
                <a:gd name="p0x14" fmla="*/ 48 w 72"/>
                <a:gd name="p0y14" fmla="*/ 38 h 1579"/>
                <a:gd name="p0x15" fmla="*/ 72 w 72"/>
                <a:gd name="p0y15" fmla="*/ 90 h 1579"/>
                <a:gd name="p0x16" fmla="*/ 72 w 72"/>
                <a:gd name="p0y16" fmla="*/ 148 h 157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B8D4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>
              <p:custDataLst>
                <p:tags r:id="rId51"/>
              </p:custDataLst>
            </p:nvPr>
          </p:nvSpPr>
          <p:spPr>
            <a:xfrm>
              <a:off x="7220" y="7956"/>
              <a:ext cx="2198" cy="72"/>
            </a:xfrm>
            <a:custGeom>
              <a:avLst/>
              <a:gdLst>
                <a:gd name="sw" fmla="*/ 1 w 2198"/>
                <a:gd name="sh" fmla="*/ 1 h 72"/>
                <a:gd name="mins" fmla="min sw sh"/>
                <a:gd name="dsw" fmla="+- 0 sw mins"/>
                <a:gd name="dsh" fmla="+- 0 sh mins"/>
                <a:gd name="p0x0" fmla="*/ 2049 w 2198"/>
                <a:gd name="p0y0" fmla="*/ 72 h 72"/>
                <a:gd name="p0x1" fmla="*/ 64 w 2198"/>
                <a:gd name="p0y1" fmla="*/ 72 h 72"/>
                <a:gd name="p0x2" fmla="*/ 42 w 2198"/>
                <a:gd name="p0y2" fmla="*/ 72 h 72"/>
                <a:gd name="p0x3" fmla="*/ 20 w 2198"/>
                <a:gd name="p0y3" fmla="*/ 68 h 72"/>
                <a:gd name="p0x4" fmla="*/ 0 w 2198"/>
                <a:gd name="p0y4" fmla="*/ 61 h 72"/>
                <a:gd name="p0x5" fmla="*/ 18 w 2198"/>
                <a:gd name="p0y5" fmla="*/ 47 h 72"/>
                <a:gd name="p0x6" fmla="*/ 18 w 2198"/>
                <a:gd name="p0y6" fmla="*/ 47 h 72"/>
                <a:gd name="p0x7" fmla="*/ 33 w 2198"/>
                <a:gd name="p0y7" fmla="*/ 53 h 72"/>
                <a:gd name="p0x8" fmla="*/ 48 w 2198"/>
                <a:gd name="p0y8" fmla="*/ 57 h 72"/>
                <a:gd name="p0x9" fmla="*/ 64 w 2198"/>
                <a:gd name="p0y9" fmla="*/ 57 h 72"/>
                <a:gd name="p0x10" fmla="*/ 2049 w 2198"/>
                <a:gd name="p0y10" fmla="*/ 57 h 72"/>
                <a:gd name="p0x11" fmla="*/ 2103 w 2198"/>
                <a:gd name="p0y11" fmla="*/ 57 h 72"/>
                <a:gd name="p0x12" fmla="*/ 2152 w 2198"/>
                <a:gd name="p0y12" fmla="*/ 35 h 72"/>
                <a:gd name="p0x13" fmla="*/ 2187 w 2198"/>
                <a:gd name="p0y13" fmla="*/ 0 h 72"/>
                <a:gd name="p0x14" fmla="*/ 2198 w 2198"/>
                <a:gd name="p0y14" fmla="*/ 10 h 72"/>
                <a:gd name="p0x15" fmla="*/ 2160 w 2198"/>
                <a:gd name="p0y15" fmla="*/ 48 h 72"/>
                <a:gd name="p0x16" fmla="*/ 2107 w 2198"/>
                <a:gd name="p0y16" fmla="*/ 72 h 72"/>
                <a:gd name="p0x17" fmla="*/ 2049 w 2198"/>
                <a:gd name="p0y17" fmla="*/ 72 h 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B8D4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>
              <p:custDataLst>
                <p:tags r:id="rId52"/>
              </p:custDataLst>
            </p:nvPr>
          </p:nvSpPr>
          <p:spPr>
            <a:xfrm>
              <a:off x="7074" y="6336"/>
              <a:ext cx="164" cy="1682"/>
            </a:xfrm>
            <a:custGeom>
              <a:avLst/>
              <a:gdLst>
                <a:gd name="sw" fmla="*/ 1 w 163"/>
                <a:gd name="sh" fmla="*/ 1 h 1682"/>
                <a:gd name="mins" fmla="min sw sh"/>
                <a:gd name="dsw" fmla="+- 0 sw mins"/>
                <a:gd name="dsh" fmla="+- 0 sh mins"/>
                <a:gd name="p0x0" fmla="*/ 0 w 163"/>
                <a:gd name="p0y0" fmla="*/ 1482 h 1682"/>
                <a:gd name="p0x1" fmla="*/ 0 w 163"/>
                <a:gd name="p0y1" fmla="*/ 199 h 1682"/>
                <a:gd name="p0x2" fmla="*/ 0 w 163"/>
                <a:gd name="p0y2" fmla="*/ 106 h 1682"/>
                <a:gd name="p0x3" fmla="*/ 60 w 163"/>
                <a:gd name="p0y3" fmla="*/ 27 h 1682"/>
                <a:gd name="p0x4" fmla="*/ 145 w 163"/>
                <a:gd name="p0y4" fmla="*/ 0 h 1682"/>
                <a:gd name="p0x5" fmla="*/ 163 w 163"/>
                <a:gd name="p0y5" fmla="*/ 14 h 1682"/>
                <a:gd name="p0x6" fmla="*/ 163 w 163"/>
                <a:gd name="p0y6" fmla="*/ 14 h 1682"/>
                <a:gd name="p0x7" fmla="*/ 103 w 163"/>
                <a:gd name="p0y7" fmla="*/ 39 h 1682"/>
                <a:gd name="p0x8" fmla="*/ 60 w 163"/>
                <a:gd name="p0y8" fmla="*/ 113 h 1682"/>
                <a:gd name="p0x9" fmla="*/ 60 w 163"/>
                <a:gd name="p0y9" fmla="*/ 199 h 1682"/>
                <a:gd name="p0x10" fmla="*/ 60 w 163"/>
                <a:gd name="p0y10" fmla="*/ 1482 h 1682"/>
                <a:gd name="p0x11" fmla="*/ 60 w 163"/>
                <a:gd name="p0y11" fmla="*/ 1568 h 1682"/>
                <a:gd name="p0x12" fmla="*/ 103 w 163"/>
                <a:gd name="p0y12" fmla="*/ 1642 h 1682"/>
                <a:gd name="p0x13" fmla="*/ 163 w 163"/>
                <a:gd name="p0y13" fmla="*/ 1667 h 1682"/>
                <a:gd name="p0x14" fmla="*/ 145 w 163"/>
                <a:gd name="p0y14" fmla="*/ 1681 h 1682"/>
                <a:gd name="p0x15" fmla="*/ 145 w 163"/>
                <a:gd name="p0y15" fmla="*/ 1682 h 1682"/>
                <a:gd name="p0x16" fmla="*/ 60 w 163"/>
                <a:gd name="p0y16" fmla="*/ 1654 h 1682"/>
                <a:gd name="p0x17" fmla="*/ 0 w 163"/>
                <a:gd name="p0y17" fmla="*/ 1575 h 1682"/>
                <a:gd name="p0x18" fmla="*/ 0 w 163"/>
                <a:gd name="p0y18" fmla="*/ 1482 h 168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8" name="任意多边形 67"/>
          <p:cNvSpPr/>
          <p:nvPr>
            <p:custDataLst>
              <p:tags r:id="rId53"/>
            </p:custDataLst>
          </p:nvPr>
        </p:nvSpPr>
        <p:spPr>
          <a:xfrm>
            <a:off x="4720590" y="44240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>
              <a:lumMod val="24781"/>
              <a:lumOff val="7521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>
            <p:custDataLst>
              <p:tags r:id="rId54"/>
            </p:custDataLst>
          </p:nvPr>
        </p:nvSpPr>
        <p:spPr>
          <a:xfrm>
            <a:off x="4807001" y="4457700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5C3D00"/>
                </a:solidFill>
                <a:cs typeface="+mn-lt"/>
              </a:rPr>
              <a:t>3</a:t>
            </a:r>
            <a:endParaRPr sz="1200" b="1">
              <a:solidFill>
                <a:srgbClr val="5C3D00"/>
              </a:solidFill>
              <a:cs typeface="+mn-lt"/>
            </a:endParaRPr>
          </a:p>
        </p:txBody>
      </p:sp>
      <p:sp>
        <p:nvSpPr>
          <p:cNvPr id="70" name="文本框 69"/>
          <p:cNvSpPr txBox="1"/>
          <p:nvPr>
            <p:custDataLst>
              <p:tags r:id="rId55"/>
            </p:custDataLst>
          </p:nvPr>
        </p:nvSpPr>
        <p:spPr>
          <a:xfrm>
            <a:off x="5102199" y="4179094"/>
            <a:ext cx="717576" cy="7572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>
                <a:solidFill>
                  <a:srgbClr val="1E4033"/>
                </a:solidFill>
                <a:cs typeface="+mn-lt"/>
              </a:rPr>
              <a:t>收入核算弄虚作假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grpSp>
        <p:nvGrpSpPr>
          <p:cNvPr id="125" name="组合 124"/>
          <p:cNvGrpSpPr/>
          <p:nvPr/>
        </p:nvGrpSpPr>
        <p:grpSpPr>
          <a:xfrm>
            <a:off x="6172200" y="4017010"/>
            <a:ext cx="1526540" cy="1080770"/>
            <a:chOff x="9720" y="6326"/>
            <a:chExt cx="2404" cy="1702"/>
          </a:xfrm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grpSpPr>
        <p:sp>
          <p:nvSpPr>
            <p:cNvPr id="71" name="任意多边形 70"/>
            <p:cNvSpPr/>
            <p:nvPr>
              <p:custDataLst>
                <p:tags r:id="rId56"/>
              </p:custDataLst>
            </p:nvPr>
          </p:nvSpPr>
          <p:spPr>
            <a:xfrm>
              <a:off x="9720" y="6326"/>
              <a:ext cx="2405" cy="1702"/>
            </a:xfrm>
            <a:custGeom>
              <a:avLst/>
              <a:gdLst>
                <a:gd name="sw" fmla="*/ 1 w 2405"/>
                <a:gd name="sh" fmla="*/ 1 h 1702"/>
                <a:gd name="mins" fmla="min sw sh"/>
                <a:gd name="dsw" fmla="+- 0 sw mins"/>
                <a:gd name="dsh" fmla="+- 0 sh mins"/>
                <a:gd name="p0x0" fmla="*/ 210 w 2405"/>
                <a:gd name="p0y0" fmla="*/ 0 h 1702"/>
                <a:gd name="p0x1" fmla="*/ 2195 w 2405"/>
                <a:gd name="p0y1" fmla="*/ 0 h 1702"/>
                <a:gd name="p0x2" fmla="*/ 2311 w 2405"/>
                <a:gd name="p0y2" fmla="*/ 0 h 1702"/>
                <a:gd name="p0x3" fmla="*/ 2405 w 2405"/>
                <a:gd name="p0y3" fmla="*/ 94 h 1702"/>
                <a:gd name="p0x4" fmla="*/ 2405 w 2405"/>
                <a:gd name="p0y4" fmla="*/ 210 h 1702"/>
                <a:gd name="p0x5" fmla="*/ 2405 w 2405"/>
                <a:gd name="p0y5" fmla="*/ 1492 h 1702"/>
                <a:gd name="p0x6" fmla="*/ 2405 w 2405"/>
                <a:gd name="p0y6" fmla="*/ 1608 h 1702"/>
                <a:gd name="p0x7" fmla="*/ 2311 w 2405"/>
                <a:gd name="p0y7" fmla="*/ 1702 h 1702"/>
                <a:gd name="p0x8" fmla="*/ 2195 w 2405"/>
                <a:gd name="p0y8" fmla="*/ 1702 h 1702"/>
                <a:gd name="p0x9" fmla="*/ 210 w 2405"/>
                <a:gd name="p0y9" fmla="*/ 1702 h 1702"/>
                <a:gd name="p0x10" fmla="*/ 94 w 2405"/>
                <a:gd name="p0y10" fmla="*/ 1702 h 1702"/>
                <a:gd name="p0x11" fmla="*/ 0 w 2405"/>
                <a:gd name="p0y11" fmla="*/ 1608 h 1702"/>
                <a:gd name="p0x12" fmla="*/ 0 w 2405"/>
                <a:gd name="p0y12" fmla="*/ 1492 h 1702"/>
                <a:gd name="p0x13" fmla="*/ 0 w 2405"/>
                <a:gd name="p0y13" fmla="*/ 210 h 1702"/>
                <a:gd name="p0x14" fmla="*/ 0 w 2405"/>
                <a:gd name="p0y14" fmla="*/ 94 h 1702"/>
                <a:gd name="p0x15" fmla="*/ 94 w 2405"/>
                <a:gd name="p0y15" fmla="*/ 0 h 1702"/>
                <a:gd name="p0x16" fmla="*/ 210 w 2405"/>
                <a:gd name="p0y16" fmla="*/ 0 h 170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任意多边形 71"/>
            <p:cNvSpPr/>
            <p:nvPr>
              <p:custDataLst>
                <p:tags r:id="rId57"/>
              </p:custDataLst>
            </p:nvPr>
          </p:nvSpPr>
          <p:spPr>
            <a:xfrm>
              <a:off x="9865" y="6326"/>
              <a:ext cx="2198" cy="72"/>
            </a:xfrm>
            <a:custGeom>
              <a:avLst/>
              <a:gdLst>
                <a:gd name="sw" fmla="*/ 1 w 2198"/>
                <a:gd name="sh" fmla="*/ 1 h 72"/>
                <a:gd name="mins" fmla="min sw sh"/>
                <a:gd name="dsw" fmla="+- 0 sw mins"/>
                <a:gd name="dsh" fmla="+- 0 sh mins"/>
                <a:gd name="p0x0" fmla="*/ 64 w 2198"/>
                <a:gd name="p0y0" fmla="*/ 0 h 72"/>
                <a:gd name="p0x1" fmla="*/ 2050 w 2198"/>
                <a:gd name="p0y1" fmla="*/ 0 h 72"/>
                <a:gd name="p0x2" fmla="*/ 2108 w 2198"/>
                <a:gd name="p0y2" fmla="*/ 0 h 72"/>
                <a:gd name="p0x3" fmla="*/ 2160 w 2198"/>
                <a:gd name="p0y3" fmla="*/ 23 h 72"/>
                <a:gd name="p0x4" fmla="*/ 2198 w 2198"/>
                <a:gd name="p0y4" fmla="*/ 61 h 72"/>
                <a:gd name="p0x5" fmla="*/ 2187 w 2198"/>
                <a:gd name="p0y5" fmla="*/ 72 h 72"/>
                <a:gd name="p0x6" fmla="*/ 2152 w 2198"/>
                <a:gd name="p0y6" fmla="*/ 36 h 72"/>
                <a:gd name="p0x7" fmla="*/ 2103 w 2198"/>
                <a:gd name="p0y7" fmla="*/ 15 h 72"/>
                <a:gd name="p0x8" fmla="*/ 2050 w 2198"/>
                <a:gd name="p0y8" fmla="*/ 15 h 72"/>
                <a:gd name="p0x9" fmla="*/ 64 w 2198"/>
                <a:gd name="p0y9" fmla="*/ 15 h 72"/>
                <a:gd name="p0x10" fmla="*/ 48 w 2198"/>
                <a:gd name="p0y10" fmla="*/ 15 h 72"/>
                <a:gd name="p0x11" fmla="*/ 33 w 2198"/>
                <a:gd name="p0y11" fmla="*/ 18 h 72"/>
                <a:gd name="p0x12" fmla="*/ 18 w 2198"/>
                <a:gd name="p0y12" fmla="*/ 24 h 72"/>
                <a:gd name="p0x13" fmla="*/ 0 w 2198"/>
                <a:gd name="p0y13" fmla="*/ 10 h 72"/>
                <a:gd name="p0x14" fmla="*/ 0 w 2198"/>
                <a:gd name="p0y14" fmla="*/ 10 h 72"/>
                <a:gd name="p0x15" fmla="*/ 20 w 2198"/>
                <a:gd name="p0y15" fmla="*/ 3 h 72"/>
                <a:gd name="p0x16" fmla="*/ 42 w 2198"/>
                <a:gd name="p0y16" fmla="*/ 0 h 72"/>
                <a:gd name="p0x17" fmla="*/ 64 w 2198"/>
                <a:gd name="p0y17" fmla="*/ 0 h 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B8D4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任意多边形 72"/>
            <p:cNvSpPr/>
            <p:nvPr>
              <p:custDataLst>
                <p:tags r:id="rId58"/>
              </p:custDataLst>
            </p:nvPr>
          </p:nvSpPr>
          <p:spPr>
            <a:xfrm>
              <a:off x="12052" y="6387"/>
              <a:ext cx="73" cy="1580"/>
            </a:xfrm>
            <a:custGeom>
              <a:avLst/>
              <a:gdLst>
                <a:gd name="sw" fmla="*/ 1 w 72"/>
                <a:gd name="sh" fmla="*/ 1 h 1579"/>
                <a:gd name="mins" fmla="min sw sh"/>
                <a:gd name="dsw" fmla="+- 0 sw mins"/>
                <a:gd name="dsh" fmla="+- 0 sh mins"/>
                <a:gd name="p0x0" fmla="*/ 72 w 72"/>
                <a:gd name="p0y0" fmla="*/ 148 h 1579"/>
                <a:gd name="p0x1" fmla="*/ 72 w 72"/>
                <a:gd name="p0y1" fmla="*/ 1430 h 1579"/>
                <a:gd name="p0x2" fmla="*/ 72 w 72"/>
                <a:gd name="p0y2" fmla="*/ 1488 h 1579"/>
                <a:gd name="p0x3" fmla="*/ 48 w 72"/>
                <a:gd name="p0y3" fmla="*/ 1541 h 1579"/>
                <a:gd name="p0x4" fmla="*/ 10 w 72"/>
                <a:gd name="p0y4" fmla="*/ 1579 h 1579"/>
                <a:gd name="p0x5" fmla="*/ 0 w 72"/>
                <a:gd name="p0y5" fmla="*/ 1568 h 1579"/>
                <a:gd name="p0x6" fmla="*/ 35 w 72"/>
                <a:gd name="p0y6" fmla="*/ 1533 h 1579"/>
                <a:gd name="p0x7" fmla="*/ 57 w 72"/>
                <a:gd name="p0y7" fmla="*/ 1484 h 1579"/>
                <a:gd name="p0x8" fmla="*/ 57 w 72"/>
                <a:gd name="p0y8" fmla="*/ 1430 h 1579"/>
                <a:gd name="p0x9" fmla="*/ 57 w 72"/>
                <a:gd name="p0y9" fmla="*/ 148 h 1579"/>
                <a:gd name="p0x10" fmla="*/ 57 w 72"/>
                <a:gd name="p0y10" fmla="*/ 94 h 1579"/>
                <a:gd name="p0x11" fmla="*/ 35 w 72"/>
                <a:gd name="p0y11" fmla="*/ 45 h 1579"/>
                <a:gd name="p0x12" fmla="*/ 0 w 72"/>
                <a:gd name="p0y12" fmla="*/ 10 h 1579"/>
                <a:gd name="p0x13" fmla="*/ 10 w 72"/>
                <a:gd name="p0y13" fmla="*/ 0 h 1579"/>
                <a:gd name="p0x14" fmla="*/ 48 w 72"/>
                <a:gd name="p0y14" fmla="*/ 38 h 1579"/>
                <a:gd name="p0x15" fmla="*/ 72 w 72"/>
                <a:gd name="p0y15" fmla="*/ 90 h 1579"/>
                <a:gd name="p0x16" fmla="*/ 72 w 72"/>
                <a:gd name="p0y16" fmla="*/ 148 h 157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B8D4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任意多边形 73"/>
            <p:cNvSpPr/>
            <p:nvPr>
              <p:custDataLst>
                <p:tags r:id="rId59"/>
              </p:custDataLst>
            </p:nvPr>
          </p:nvSpPr>
          <p:spPr>
            <a:xfrm>
              <a:off x="9865" y="7956"/>
              <a:ext cx="2198" cy="72"/>
            </a:xfrm>
            <a:custGeom>
              <a:avLst/>
              <a:gdLst>
                <a:gd name="sw" fmla="*/ 1 w 2198"/>
                <a:gd name="sh" fmla="*/ 1 h 72"/>
                <a:gd name="mins" fmla="min sw sh"/>
                <a:gd name="dsw" fmla="+- 0 sw mins"/>
                <a:gd name="dsh" fmla="+- 0 sh mins"/>
                <a:gd name="p0x0" fmla="*/ 2049 w 2198"/>
                <a:gd name="p0y0" fmla="*/ 72 h 72"/>
                <a:gd name="p0x1" fmla="*/ 64 w 2198"/>
                <a:gd name="p0y1" fmla="*/ 72 h 72"/>
                <a:gd name="p0x2" fmla="*/ 42 w 2198"/>
                <a:gd name="p0y2" fmla="*/ 72 h 72"/>
                <a:gd name="p0x3" fmla="*/ 20 w 2198"/>
                <a:gd name="p0y3" fmla="*/ 68 h 72"/>
                <a:gd name="p0x4" fmla="*/ 0 w 2198"/>
                <a:gd name="p0y4" fmla="*/ 61 h 72"/>
                <a:gd name="p0x5" fmla="*/ 18 w 2198"/>
                <a:gd name="p0y5" fmla="*/ 47 h 72"/>
                <a:gd name="p0x6" fmla="*/ 18 w 2198"/>
                <a:gd name="p0y6" fmla="*/ 47 h 72"/>
                <a:gd name="p0x7" fmla="*/ 33 w 2198"/>
                <a:gd name="p0y7" fmla="*/ 53 h 72"/>
                <a:gd name="p0x8" fmla="*/ 48 w 2198"/>
                <a:gd name="p0y8" fmla="*/ 57 h 72"/>
                <a:gd name="p0x9" fmla="*/ 64 w 2198"/>
                <a:gd name="p0y9" fmla="*/ 57 h 72"/>
                <a:gd name="p0x10" fmla="*/ 2049 w 2198"/>
                <a:gd name="p0y10" fmla="*/ 57 h 72"/>
                <a:gd name="p0x11" fmla="*/ 2103 w 2198"/>
                <a:gd name="p0y11" fmla="*/ 57 h 72"/>
                <a:gd name="p0x12" fmla="*/ 2152 w 2198"/>
                <a:gd name="p0y12" fmla="*/ 35 h 72"/>
                <a:gd name="p0x13" fmla="*/ 2187 w 2198"/>
                <a:gd name="p0y13" fmla="*/ 0 h 72"/>
                <a:gd name="p0x14" fmla="*/ 2198 w 2198"/>
                <a:gd name="p0y14" fmla="*/ 10 h 72"/>
                <a:gd name="p0x15" fmla="*/ 2160 w 2198"/>
                <a:gd name="p0y15" fmla="*/ 48 h 72"/>
                <a:gd name="p0x16" fmla="*/ 2107 w 2198"/>
                <a:gd name="p0y16" fmla="*/ 72 h 72"/>
                <a:gd name="p0x17" fmla="*/ 2049 w 2198"/>
                <a:gd name="p0y17" fmla="*/ 72 h 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B8D4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任意多边形 74"/>
            <p:cNvSpPr/>
            <p:nvPr>
              <p:custDataLst>
                <p:tags r:id="rId60"/>
              </p:custDataLst>
            </p:nvPr>
          </p:nvSpPr>
          <p:spPr>
            <a:xfrm>
              <a:off x="9720" y="6336"/>
              <a:ext cx="163" cy="1682"/>
            </a:xfrm>
            <a:custGeom>
              <a:avLst/>
              <a:gdLst>
                <a:gd name="sw" fmla="*/ 1 w 163"/>
                <a:gd name="sh" fmla="*/ 1 h 1682"/>
                <a:gd name="mins" fmla="min sw sh"/>
                <a:gd name="dsw" fmla="+- 0 sw mins"/>
                <a:gd name="dsh" fmla="+- 0 sh mins"/>
                <a:gd name="p0x0" fmla="*/ 0 w 163"/>
                <a:gd name="p0y0" fmla="*/ 1482 h 1682"/>
                <a:gd name="p0x1" fmla="*/ 0 w 163"/>
                <a:gd name="p0y1" fmla="*/ 199 h 1682"/>
                <a:gd name="p0x2" fmla="*/ 0 w 163"/>
                <a:gd name="p0y2" fmla="*/ 106 h 1682"/>
                <a:gd name="p0x3" fmla="*/ 60 w 163"/>
                <a:gd name="p0y3" fmla="*/ 27 h 1682"/>
                <a:gd name="p0x4" fmla="*/ 145 w 163"/>
                <a:gd name="p0y4" fmla="*/ 0 h 1682"/>
                <a:gd name="p0x5" fmla="*/ 163 w 163"/>
                <a:gd name="p0y5" fmla="*/ 14 h 1682"/>
                <a:gd name="p0x6" fmla="*/ 163 w 163"/>
                <a:gd name="p0y6" fmla="*/ 14 h 1682"/>
                <a:gd name="p0x7" fmla="*/ 103 w 163"/>
                <a:gd name="p0y7" fmla="*/ 39 h 1682"/>
                <a:gd name="p0x8" fmla="*/ 60 w 163"/>
                <a:gd name="p0y8" fmla="*/ 113 h 1682"/>
                <a:gd name="p0x9" fmla="*/ 60 w 163"/>
                <a:gd name="p0y9" fmla="*/ 199 h 1682"/>
                <a:gd name="p0x10" fmla="*/ 60 w 163"/>
                <a:gd name="p0y10" fmla="*/ 1482 h 1682"/>
                <a:gd name="p0x11" fmla="*/ 60 w 163"/>
                <a:gd name="p0y11" fmla="*/ 1568 h 1682"/>
                <a:gd name="p0x12" fmla="*/ 103 w 163"/>
                <a:gd name="p0y12" fmla="*/ 1642 h 1682"/>
                <a:gd name="p0x13" fmla="*/ 163 w 163"/>
                <a:gd name="p0y13" fmla="*/ 1667 h 1682"/>
                <a:gd name="p0x14" fmla="*/ 145 w 163"/>
                <a:gd name="p0y14" fmla="*/ 1681 h 1682"/>
                <a:gd name="p0x15" fmla="*/ 145 w 163"/>
                <a:gd name="p0y15" fmla="*/ 1682 h 1682"/>
                <a:gd name="p0x16" fmla="*/ 60 w 163"/>
                <a:gd name="p0y16" fmla="*/ 1654 h 1682"/>
                <a:gd name="p0x17" fmla="*/ 0 w 163"/>
                <a:gd name="p0y17" fmla="*/ 1575 h 1682"/>
                <a:gd name="p0x18" fmla="*/ 0 w 163"/>
                <a:gd name="p0y18" fmla="*/ 1482 h 168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7" name="任意多边形 76"/>
          <p:cNvSpPr/>
          <p:nvPr>
            <p:custDataLst>
              <p:tags r:id="rId61"/>
            </p:custDataLst>
          </p:nvPr>
        </p:nvSpPr>
        <p:spPr>
          <a:xfrm>
            <a:off x="6400800" y="44240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>
              <a:lumMod val="24781"/>
              <a:lumOff val="7521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>
            <p:custDataLst>
              <p:tags r:id="rId62"/>
            </p:custDataLst>
          </p:nvPr>
        </p:nvSpPr>
        <p:spPr>
          <a:xfrm>
            <a:off x="6486601" y="4457700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5C3D00"/>
                </a:solidFill>
                <a:cs typeface="+mn-lt"/>
              </a:rPr>
              <a:t>4</a:t>
            </a:r>
            <a:endParaRPr sz="1200" b="1">
              <a:solidFill>
                <a:srgbClr val="5C3D00"/>
              </a:solidFill>
              <a:cs typeface="+mn-lt"/>
            </a:endParaRPr>
          </a:p>
        </p:txBody>
      </p:sp>
      <p:sp>
        <p:nvSpPr>
          <p:cNvPr id="79" name="文本框 78"/>
          <p:cNvSpPr txBox="1"/>
          <p:nvPr>
            <p:custDataLst>
              <p:tags r:id="rId63"/>
            </p:custDataLst>
          </p:nvPr>
        </p:nvSpPr>
        <p:spPr>
          <a:xfrm>
            <a:off x="6781800" y="4179094"/>
            <a:ext cx="717575" cy="7572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>
                <a:solidFill>
                  <a:srgbClr val="1E4033"/>
                </a:solidFill>
                <a:cs typeface="+mn-lt"/>
              </a:rPr>
              <a:t>帮扶资产确权未落地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4491990" y="5250180"/>
            <a:ext cx="3206750" cy="590550"/>
            <a:chOff x="7074" y="8268"/>
            <a:chExt cx="5050" cy="930"/>
          </a:xfrm>
          <a:effectLst>
            <a:outerShdw blurRad="114300" dist="19050" dir="5399999" algn="ctr" rotWithShape="0">
              <a:srgbClr val="2E6248">
                <a:alpha val="7843"/>
              </a:srgbClr>
            </a:outerShdw>
          </a:effectLst>
        </p:grpSpPr>
        <p:sp>
          <p:nvSpPr>
            <p:cNvPr id="80" name="任意多边形 79"/>
            <p:cNvSpPr/>
            <p:nvPr>
              <p:custDataLst>
                <p:tags r:id="rId64"/>
              </p:custDataLst>
            </p:nvPr>
          </p:nvSpPr>
          <p:spPr>
            <a:xfrm>
              <a:off x="7074" y="8268"/>
              <a:ext cx="5050" cy="930"/>
            </a:xfrm>
            <a:custGeom>
              <a:avLst/>
              <a:gdLst>
                <a:gd name="sw" fmla="*/ 1 w 5049"/>
                <a:gd name="sh" fmla="*/ 1 h 930"/>
                <a:gd name="mins" fmla="min sw sh"/>
                <a:gd name="dsw" fmla="+- 0 sw mins"/>
                <a:gd name="dsh" fmla="+- 0 sh mins"/>
                <a:gd name="p0x0" fmla="*/ 210 w 5049"/>
                <a:gd name="p0y0" fmla="*/ 0 h 930"/>
                <a:gd name="p0x1" fmla="*/ 4839 w 5049"/>
                <a:gd name="p0y1" fmla="*/ 0 h 930"/>
                <a:gd name="p0x2" fmla="*/ 4955 w 5049"/>
                <a:gd name="p0y2" fmla="*/ 0 h 930"/>
                <a:gd name="p0x3" fmla="*/ 5049 w 5049"/>
                <a:gd name="p0y3" fmla="*/ 94 h 930"/>
                <a:gd name="p0x4" fmla="*/ 5049 w 5049"/>
                <a:gd name="p0y4" fmla="*/ 210 h 930"/>
                <a:gd name="p0x5" fmla="*/ 5049 w 5049"/>
                <a:gd name="p0y5" fmla="*/ 720 h 930"/>
                <a:gd name="p0x6" fmla="*/ 5049 w 5049"/>
                <a:gd name="p0y6" fmla="*/ 835 h 930"/>
                <a:gd name="p0x7" fmla="*/ 4955 w 5049"/>
                <a:gd name="p0y7" fmla="*/ 930 h 930"/>
                <a:gd name="p0x8" fmla="*/ 4839 w 5049"/>
                <a:gd name="p0y8" fmla="*/ 930 h 930"/>
                <a:gd name="p0x9" fmla="*/ 210 w 5049"/>
                <a:gd name="p0y9" fmla="*/ 930 h 930"/>
                <a:gd name="p0x10" fmla="*/ 94 w 5049"/>
                <a:gd name="p0y10" fmla="*/ 930 h 930"/>
                <a:gd name="p0x11" fmla="*/ 0 w 5049"/>
                <a:gd name="p0y11" fmla="*/ 835 h 930"/>
                <a:gd name="p0x12" fmla="*/ 0 w 5049"/>
                <a:gd name="p0y12" fmla="*/ 720 h 930"/>
                <a:gd name="p0x13" fmla="*/ 0 w 5049"/>
                <a:gd name="p0y13" fmla="*/ 210 h 930"/>
                <a:gd name="p0x14" fmla="*/ 0 w 5049"/>
                <a:gd name="p0y14" fmla="*/ 94 h 930"/>
                <a:gd name="p0x15" fmla="*/ 94 w 5049"/>
                <a:gd name="p0y15" fmla="*/ 0 h 930"/>
                <a:gd name="p0x16" fmla="*/ 210 w 5049"/>
                <a:gd name="p0y16" fmla="*/ 0 h 9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任意多边形 80"/>
            <p:cNvSpPr/>
            <p:nvPr>
              <p:custDataLst>
                <p:tags r:id="rId65"/>
              </p:custDataLst>
            </p:nvPr>
          </p:nvSpPr>
          <p:spPr>
            <a:xfrm>
              <a:off x="7219" y="8268"/>
              <a:ext cx="4844" cy="72"/>
            </a:xfrm>
            <a:custGeom>
              <a:avLst/>
              <a:gdLst>
                <a:gd name="sw" fmla="*/ 1 w 4843"/>
                <a:gd name="sh" fmla="*/ 1 h 72"/>
                <a:gd name="mins" fmla="min sw sh"/>
                <a:gd name="dsw" fmla="+- 0 sw mins"/>
                <a:gd name="dsh" fmla="+- 0 sh mins"/>
                <a:gd name="p0x0" fmla="*/ 64 w 4843"/>
                <a:gd name="p0y0" fmla="*/ 0 h 72"/>
                <a:gd name="p0x1" fmla="*/ 4694 w 4843"/>
                <a:gd name="p0y1" fmla="*/ 0 h 72"/>
                <a:gd name="p0x2" fmla="*/ 4752 w 4843"/>
                <a:gd name="p0y2" fmla="*/ 0 h 72"/>
                <a:gd name="p0x3" fmla="*/ 4805 w 4843"/>
                <a:gd name="p0y3" fmla="*/ 23 h 72"/>
                <a:gd name="p0x4" fmla="*/ 4843 w 4843"/>
                <a:gd name="p0y4" fmla="*/ 61 h 72"/>
                <a:gd name="p0x5" fmla="*/ 4832 w 4843"/>
                <a:gd name="p0y5" fmla="*/ 72 h 72"/>
                <a:gd name="p0x6" fmla="*/ 4797 w 4843"/>
                <a:gd name="p0y6" fmla="*/ 36 h 72"/>
                <a:gd name="p0x7" fmla="*/ 4748 w 4843"/>
                <a:gd name="p0y7" fmla="*/ 15 h 72"/>
                <a:gd name="p0x8" fmla="*/ 4694 w 4843"/>
                <a:gd name="p0y8" fmla="*/ 15 h 72"/>
                <a:gd name="p0x9" fmla="*/ 64 w 4843"/>
                <a:gd name="p0y9" fmla="*/ 15 h 72"/>
                <a:gd name="p0x10" fmla="*/ 48 w 4843"/>
                <a:gd name="p0y10" fmla="*/ 15 h 72"/>
                <a:gd name="p0x11" fmla="*/ 33 w 4843"/>
                <a:gd name="p0y11" fmla="*/ 18 h 72"/>
                <a:gd name="p0x12" fmla="*/ 18 w 4843"/>
                <a:gd name="p0y12" fmla="*/ 24 h 72"/>
                <a:gd name="p0x13" fmla="*/ 0 w 4843"/>
                <a:gd name="p0y13" fmla="*/ 10 h 72"/>
                <a:gd name="p0x14" fmla="*/ 0 w 4843"/>
                <a:gd name="p0y14" fmla="*/ 10 h 72"/>
                <a:gd name="p0x15" fmla="*/ 20 w 4843"/>
                <a:gd name="p0y15" fmla="*/ 3 h 72"/>
                <a:gd name="p0x16" fmla="*/ 42 w 4843"/>
                <a:gd name="p0y16" fmla="*/ 0 h 72"/>
                <a:gd name="p0x17" fmla="*/ 64 w 4843"/>
                <a:gd name="p0y17" fmla="*/ 0 h 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B8D4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任意多边形 81"/>
            <p:cNvSpPr/>
            <p:nvPr>
              <p:custDataLst>
                <p:tags r:id="rId66"/>
              </p:custDataLst>
            </p:nvPr>
          </p:nvSpPr>
          <p:spPr>
            <a:xfrm>
              <a:off x="12052" y="8330"/>
              <a:ext cx="72" cy="807"/>
            </a:xfrm>
            <a:custGeom>
              <a:avLst/>
              <a:gdLst>
                <a:gd name="sw" fmla="*/ 1 w 72"/>
                <a:gd name="sh" fmla="*/ 1 h 806"/>
                <a:gd name="mins" fmla="min sw sh"/>
                <a:gd name="dsw" fmla="+- 0 sw mins"/>
                <a:gd name="dsh" fmla="+- 0 sh mins"/>
                <a:gd name="p0x0" fmla="*/ 72 w 72"/>
                <a:gd name="p0y0" fmla="*/ 148 h 806"/>
                <a:gd name="p0x1" fmla="*/ 72 w 72"/>
                <a:gd name="p0y1" fmla="*/ 658 h 806"/>
                <a:gd name="p0x2" fmla="*/ 72 w 72"/>
                <a:gd name="p0y2" fmla="*/ 716 h 806"/>
                <a:gd name="p0x3" fmla="*/ 48 w 72"/>
                <a:gd name="p0y3" fmla="*/ 768 h 806"/>
                <a:gd name="p0x4" fmla="*/ 10 w 72"/>
                <a:gd name="p0y4" fmla="*/ 806 h 806"/>
                <a:gd name="p0x5" fmla="*/ 0 w 72"/>
                <a:gd name="p0y5" fmla="*/ 796 h 806"/>
                <a:gd name="p0x6" fmla="*/ 35 w 72"/>
                <a:gd name="p0y6" fmla="*/ 761 h 806"/>
                <a:gd name="p0x7" fmla="*/ 57 w 72"/>
                <a:gd name="p0y7" fmla="*/ 712 h 806"/>
                <a:gd name="p0x8" fmla="*/ 57 w 72"/>
                <a:gd name="p0y8" fmla="*/ 658 h 806"/>
                <a:gd name="p0x9" fmla="*/ 57 w 72"/>
                <a:gd name="p0y9" fmla="*/ 148 h 806"/>
                <a:gd name="p0x10" fmla="*/ 57 w 72"/>
                <a:gd name="p0y10" fmla="*/ 94 h 806"/>
                <a:gd name="p0x11" fmla="*/ 35 w 72"/>
                <a:gd name="p0y11" fmla="*/ 45 h 806"/>
                <a:gd name="p0x12" fmla="*/ 0 w 72"/>
                <a:gd name="p0y12" fmla="*/ 10 h 806"/>
                <a:gd name="p0x13" fmla="*/ 10 w 72"/>
                <a:gd name="p0y13" fmla="*/ 0 h 806"/>
                <a:gd name="p0x14" fmla="*/ 48 w 72"/>
                <a:gd name="p0y14" fmla="*/ 38 h 806"/>
                <a:gd name="p0x15" fmla="*/ 72 w 72"/>
                <a:gd name="p0y15" fmla="*/ 90 h 806"/>
                <a:gd name="p0x16" fmla="*/ 72 w 72"/>
                <a:gd name="p0y16" fmla="*/ 148 h 80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B8D4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>
              <p:custDataLst>
                <p:tags r:id="rId67"/>
              </p:custDataLst>
            </p:nvPr>
          </p:nvSpPr>
          <p:spPr>
            <a:xfrm>
              <a:off x="7220" y="9126"/>
              <a:ext cx="4843" cy="72"/>
            </a:xfrm>
            <a:custGeom>
              <a:avLst/>
              <a:gdLst>
                <a:gd name="sw" fmla="*/ 1 w 4843"/>
                <a:gd name="sh" fmla="*/ 1 h 72"/>
                <a:gd name="mins" fmla="min sw sh"/>
                <a:gd name="dsw" fmla="+- 0 sw mins"/>
                <a:gd name="dsh" fmla="+- 0 sh mins"/>
                <a:gd name="p0x0" fmla="*/ 4694 w 4843"/>
                <a:gd name="p0y0" fmla="*/ 72 h 72"/>
                <a:gd name="p0x1" fmla="*/ 64 w 4843"/>
                <a:gd name="p0y1" fmla="*/ 72 h 72"/>
                <a:gd name="p0x2" fmla="*/ 42 w 4843"/>
                <a:gd name="p0y2" fmla="*/ 72 h 72"/>
                <a:gd name="p0x3" fmla="*/ 20 w 4843"/>
                <a:gd name="p0y3" fmla="*/ 68 h 72"/>
                <a:gd name="p0x4" fmla="*/ 0 w 4843"/>
                <a:gd name="p0y4" fmla="*/ 61 h 72"/>
                <a:gd name="p0x5" fmla="*/ 18 w 4843"/>
                <a:gd name="p0y5" fmla="*/ 47 h 72"/>
                <a:gd name="p0x6" fmla="*/ 18 w 4843"/>
                <a:gd name="p0y6" fmla="*/ 47 h 72"/>
                <a:gd name="p0x7" fmla="*/ 33 w 4843"/>
                <a:gd name="p0y7" fmla="*/ 53 h 72"/>
                <a:gd name="p0x8" fmla="*/ 48 w 4843"/>
                <a:gd name="p0y8" fmla="*/ 57 h 72"/>
                <a:gd name="p0x9" fmla="*/ 64 w 4843"/>
                <a:gd name="p0y9" fmla="*/ 57 h 72"/>
                <a:gd name="p0x10" fmla="*/ 4694 w 4843"/>
                <a:gd name="p0y10" fmla="*/ 57 h 72"/>
                <a:gd name="p0x11" fmla="*/ 4748 w 4843"/>
                <a:gd name="p0y11" fmla="*/ 57 h 72"/>
                <a:gd name="p0x12" fmla="*/ 4797 w 4843"/>
                <a:gd name="p0y12" fmla="*/ 35 h 72"/>
                <a:gd name="p0x13" fmla="*/ 4832 w 4843"/>
                <a:gd name="p0y13" fmla="*/ 0 h 72"/>
                <a:gd name="p0x14" fmla="*/ 4843 w 4843"/>
                <a:gd name="p0y14" fmla="*/ 10 h 72"/>
                <a:gd name="p0x15" fmla="*/ 4805 w 4843"/>
                <a:gd name="p0y15" fmla="*/ 48 h 72"/>
                <a:gd name="p0x16" fmla="*/ 4752 w 4843"/>
                <a:gd name="p0y16" fmla="*/ 72 h 72"/>
                <a:gd name="p0x17" fmla="*/ 4694 w 4843"/>
                <a:gd name="p0y17" fmla="*/ 72 h 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B8D4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任意多边形 83"/>
            <p:cNvSpPr/>
            <p:nvPr>
              <p:custDataLst>
                <p:tags r:id="rId68"/>
              </p:custDataLst>
            </p:nvPr>
          </p:nvSpPr>
          <p:spPr>
            <a:xfrm>
              <a:off x="7074" y="8278"/>
              <a:ext cx="164" cy="910"/>
            </a:xfrm>
            <a:custGeom>
              <a:avLst/>
              <a:gdLst>
                <a:gd name="sw" fmla="*/ 1 w 163"/>
                <a:gd name="sh" fmla="*/ 1 h 909"/>
                <a:gd name="mins" fmla="min sw sh"/>
                <a:gd name="dsw" fmla="+- 0 sw mins"/>
                <a:gd name="dsh" fmla="+- 0 sh mins"/>
                <a:gd name="p0x0" fmla="*/ 0 w 163"/>
                <a:gd name="p0y0" fmla="*/ 709 h 909"/>
                <a:gd name="p0x1" fmla="*/ 0 w 163"/>
                <a:gd name="p0y1" fmla="*/ 199 h 909"/>
                <a:gd name="p0x2" fmla="*/ 0 w 163"/>
                <a:gd name="p0y2" fmla="*/ 106 h 909"/>
                <a:gd name="p0x3" fmla="*/ 60 w 163"/>
                <a:gd name="p0y3" fmla="*/ 27 h 909"/>
                <a:gd name="p0x4" fmla="*/ 145 w 163"/>
                <a:gd name="p0y4" fmla="*/ 0 h 909"/>
                <a:gd name="p0x5" fmla="*/ 163 w 163"/>
                <a:gd name="p0y5" fmla="*/ 14 h 909"/>
                <a:gd name="p0x6" fmla="*/ 163 w 163"/>
                <a:gd name="p0y6" fmla="*/ 14 h 909"/>
                <a:gd name="p0x7" fmla="*/ 103 w 163"/>
                <a:gd name="p0y7" fmla="*/ 39 h 909"/>
                <a:gd name="p0x8" fmla="*/ 60 w 163"/>
                <a:gd name="p0y8" fmla="*/ 113 h 909"/>
                <a:gd name="p0x9" fmla="*/ 60 w 163"/>
                <a:gd name="p0y9" fmla="*/ 199 h 909"/>
                <a:gd name="p0x10" fmla="*/ 60 w 163"/>
                <a:gd name="p0y10" fmla="*/ 709 h 909"/>
                <a:gd name="p0x11" fmla="*/ 60 w 163"/>
                <a:gd name="p0y11" fmla="*/ 796 h 909"/>
                <a:gd name="p0x12" fmla="*/ 103 w 163"/>
                <a:gd name="p0y12" fmla="*/ 869 h 909"/>
                <a:gd name="p0x13" fmla="*/ 163 w 163"/>
                <a:gd name="p0y13" fmla="*/ 895 h 909"/>
                <a:gd name="p0x14" fmla="*/ 145 w 163"/>
                <a:gd name="p0y14" fmla="*/ 909 h 909"/>
                <a:gd name="p0x15" fmla="*/ 145 w 163"/>
                <a:gd name="p0y15" fmla="*/ 909 h 909"/>
                <a:gd name="p0x16" fmla="*/ 60 w 163"/>
                <a:gd name="p0y16" fmla="*/ 882 h 909"/>
                <a:gd name="p0x17" fmla="*/ 0 w 163"/>
                <a:gd name="p0y17" fmla="*/ 803 h 909"/>
                <a:gd name="p0x18" fmla="*/ 0 w 163"/>
                <a:gd name="p0y18" fmla="*/ 709 h 90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6" name="任意多边形 85"/>
          <p:cNvSpPr/>
          <p:nvPr>
            <p:custDataLst>
              <p:tags r:id="rId69"/>
            </p:custDataLst>
          </p:nvPr>
        </p:nvSpPr>
        <p:spPr>
          <a:xfrm>
            <a:off x="4720590" y="54121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>
              <a:lumMod val="24781"/>
              <a:lumOff val="7521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文本框 86"/>
          <p:cNvSpPr txBox="1"/>
          <p:nvPr>
            <p:custDataLst>
              <p:tags r:id="rId70"/>
            </p:custDataLst>
          </p:nvPr>
        </p:nvSpPr>
        <p:spPr>
          <a:xfrm>
            <a:off x="4807001" y="5445919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5C3D00"/>
                </a:solidFill>
                <a:cs typeface="+mn-lt"/>
              </a:rPr>
              <a:t>5</a:t>
            </a:r>
            <a:endParaRPr sz="1200" b="1">
              <a:solidFill>
                <a:srgbClr val="5C3D00"/>
              </a:solidFill>
              <a:cs typeface="+mn-lt"/>
            </a:endParaRPr>
          </a:p>
        </p:txBody>
      </p:sp>
      <p:sp>
        <p:nvSpPr>
          <p:cNvPr id="88" name="文本框 87"/>
          <p:cNvSpPr txBox="1"/>
          <p:nvPr>
            <p:custDataLst>
              <p:tags r:id="rId71"/>
            </p:custDataLst>
          </p:nvPr>
        </p:nvSpPr>
        <p:spPr>
          <a:xfrm>
            <a:off x="5102199" y="5419725"/>
            <a:ext cx="239710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>
                <a:solidFill>
                  <a:srgbClr val="1E4033"/>
                </a:solidFill>
                <a:cs typeface="+mn-lt"/>
              </a:rPr>
              <a:t>产权流转未公开交易</a:t>
            </a:r>
            <a:endParaRPr sz="1500"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89" name="任意多边形 88"/>
          <p:cNvSpPr/>
          <p:nvPr>
            <p:custDataLst>
              <p:tags r:id="rId72"/>
            </p:custDataLst>
          </p:nvPr>
        </p:nvSpPr>
        <p:spPr>
          <a:xfrm>
            <a:off x="8132445" y="1547495"/>
            <a:ext cx="3597275" cy="4848225"/>
          </a:xfrm>
          <a:custGeom>
            <a:avLst/>
            <a:gdLst>
              <a:gd name="sw" fmla="*/ 1 w 5664"/>
              <a:gd name="sh" fmla="*/ 1 h 7635"/>
              <a:gd name="mins" fmla="min sw sh"/>
              <a:gd name="dsw" fmla="+- 0 sw mins"/>
              <a:gd name="dsh" fmla="+- 0 sh mins"/>
              <a:gd name="p0x0" fmla="*/ 270 w 5664"/>
              <a:gd name="p0y0" fmla="*/ 0 h 7635"/>
              <a:gd name="p0x1" fmla="*/ 5394 w 5664"/>
              <a:gd name="p0y1" fmla="*/ 0 h 7635"/>
              <a:gd name="p0x2" fmla="*/ 5544 w 5664"/>
              <a:gd name="p0y2" fmla="*/ 0 h 7635"/>
              <a:gd name="p0x3" fmla="*/ 5664 w 5664"/>
              <a:gd name="p0y3" fmla="*/ 120 h 7635"/>
              <a:gd name="p0x4" fmla="*/ 5664 w 5664"/>
              <a:gd name="p0y4" fmla="*/ 270 h 7635"/>
              <a:gd name="p0x5" fmla="*/ 5664 w 5664"/>
              <a:gd name="p0y5" fmla="*/ 7365 h 7635"/>
              <a:gd name="p0x6" fmla="*/ 5664 w 5664"/>
              <a:gd name="p0y6" fmla="*/ 7514 h 7635"/>
              <a:gd name="p0x7" fmla="*/ 5544 w 5664"/>
              <a:gd name="p0y7" fmla="*/ 7635 h 7635"/>
              <a:gd name="p0x8" fmla="*/ 5394 w 5664"/>
              <a:gd name="p0y8" fmla="*/ 7635 h 7635"/>
              <a:gd name="p0x9" fmla="*/ 270 w 5664"/>
              <a:gd name="p0y9" fmla="*/ 7635 h 7635"/>
              <a:gd name="p0x10" fmla="*/ 120 w 5664"/>
              <a:gd name="p0y10" fmla="*/ 7635 h 7635"/>
              <a:gd name="p0x11" fmla="*/ 0 w 5664"/>
              <a:gd name="p0y11" fmla="*/ 7514 h 7635"/>
              <a:gd name="p0x12" fmla="*/ 0 w 5664"/>
              <a:gd name="p0y12" fmla="*/ 7365 h 7635"/>
              <a:gd name="p0x13" fmla="*/ 0 w 5664"/>
              <a:gd name="p0y13" fmla="*/ 270 h 7635"/>
              <a:gd name="p0x14" fmla="*/ 0 w 5664"/>
              <a:gd name="p0y14" fmla="*/ 120 h 7635"/>
              <a:gd name="p0x15" fmla="*/ 120 w 5664"/>
              <a:gd name="p0y15" fmla="*/ 0 h 7635"/>
              <a:gd name="p0x16" fmla="*/ 270 w 5664"/>
              <a:gd name="p0y16" fmla="*/ 0 h 76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BF9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  <a:effectLst>
            <a:outerShdw blurRad="200025" dist="28575" dir="5399999" algn="ctr" rotWithShape="0">
              <a:srgbClr val="2E6248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任意多边形 89"/>
          <p:cNvSpPr/>
          <p:nvPr>
            <p:custDataLst>
              <p:tags r:id="rId73"/>
            </p:custDataLst>
          </p:nvPr>
        </p:nvSpPr>
        <p:spPr>
          <a:xfrm>
            <a:off x="8327390" y="17760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1" name="图片 90" descr="bf3b0961-a760-11f1-a095-56ac9c064e63"/>
          <p:cNvPicPr/>
          <p:nvPr>
            <p:custDataLst>
              <p:tags r:id="rId74"/>
            </p:custDataLst>
          </p:nvPr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 l="-278" t="-151" r="278" b="151"/>
          <a:stretch>
            <a:fillRect/>
          </a:stretch>
        </p:blipFill>
        <p:spPr>
          <a:xfrm>
            <a:off x="8394065" y="1842770"/>
            <a:ext cx="209550" cy="209550"/>
          </a:xfrm>
          <a:prstGeom prst="rect">
            <a:avLst/>
          </a:prstGeom>
        </p:spPr>
      </p:pic>
      <p:sp>
        <p:nvSpPr>
          <p:cNvPr id="94" name="文本框 93"/>
          <p:cNvSpPr txBox="1"/>
          <p:nvPr>
            <p:custDataLst>
              <p:tags r:id="rId77"/>
            </p:custDataLst>
          </p:nvPr>
        </p:nvSpPr>
        <p:spPr>
          <a:xfrm>
            <a:off x="8785174" y="1726883"/>
            <a:ext cx="289909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1E4033"/>
                </a:solidFill>
                <a:cs typeface="+mn-lt"/>
              </a:rPr>
              <a:t>浙江模式</a:t>
            </a:r>
            <a:r>
              <a:rPr lang="en-US" altLang="zh-CN" sz="2100" b="1" spc="42">
                <a:solidFill>
                  <a:srgbClr val="1E4033"/>
                </a:solidFill>
                <a:cs typeface="+mn-lt"/>
              </a:rPr>
              <a:t> · </a:t>
            </a:r>
            <a:r>
              <a:rPr lang="zh-CN" altLang="en-US" sz="2100" b="1" spc="42">
                <a:solidFill>
                  <a:srgbClr val="1E4033"/>
                </a:solidFill>
                <a:cs typeface="+mn-lt"/>
              </a:rPr>
              <a:t>长效治理</a:t>
            </a:r>
            <a:endParaRPr lang="zh-CN" altLang="en-US" sz="2100" b="1" spc="42">
              <a:solidFill>
                <a:srgbClr val="1E4033"/>
              </a:solidFill>
              <a:cs typeface="+mn-lt"/>
            </a:endParaRPr>
          </a:p>
        </p:txBody>
      </p:sp>
      <p:sp>
        <p:nvSpPr>
          <p:cNvPr id="95" name="任意多边形 94"/>
          <p:cNvSpPr/>
          <p:nvPr>
            <p:custDataLst>
              <p:tags r:id="rId78"/>
            </p:custDataLst>
          </p:nvPr>
        </p:nvSpPr>
        <p:spPr>
          <a:xfrm>
            <a:off x="8332470" y="2347595"/>
            <a:ext cx="1308100" cy="1162050"/>
          </a:xfrm>
          <a:custGeom>
            <a:avLst/>
            <a:gdLst>
              <a:gd name="sw" fmla="*/ 1 w 2060"/>
              <a:gd name="sh" fmla="*/ 1 h 1830"/>
              <a:gd name="mins" fmla="min sw sh"/>
              <a:gd name="dsw" fmla="+- 0 sw mins"/>
              <a:gd name="dsh" fmla="+- 0 sh mins"/>
              <a:gd name="p0x0" fmla="*/ 210 w 2060"/>
              <a:gd name="p0y0" fmla="*/ 0 h 1830"/>
              <a:gd name="p0x1" fmla="*/ 1850 w 2060"/>
              <a:gd name="p0y1" fmla="*/ 0 h 1830"/>
              <a:gd name="p0x2" fmla="*/ 1966 w 2060"/>
              <a:gd name="p0y2" fmla="*/ 0 h 1830"/>
              <a:gd name="p0x3" fmla="*/ 2060 w 2060"/>
              <a:gd name="p0y3" fmla="*/ 94 h 1830"/>
              <a:gd name="p0x4" fmla="*/ 2060 w 2060"/>
              <a:gd name="p0y4" fmla="*/ 210 h 1830"/>
              <a:gd name="p0x5" fmla="*/ 2060 w 2060"/>
              <a:gd name="p0y5" fmla="*/ 1620 h 1830"/>
              <a:gd name="p0x6" fmla="*/ 2060 w 2060"/>
              <a:gd name="p0y6" fmla="*/ 1735 h 1830"/>
              <a:gd name="p0x7" fmla="*/ 1966 w 2060"/>
              <a:gd name="p0y7" fmla="*/ 1830 h 1830"/>
              <a:gd name="p0x8" fmla="*/ 1850 w 2060"/>
              <a:gd name="p0y8" fmla="*/ 1830 h 1830"/>
              <a:gd name="p0x9" fmla="*/ 210 w 2060"/>
              <a:gd name="p0y9" fmla="*/ 1830 h 1830"/>
              <a:gd name="p0x10" fmla="*/ 94 w 2060"/>
              <a:gd name="p0y10" fmla="*/ 1830 h 1830"/>
              <a:gd name="p0x11" fmla="*/ 0 w 2060"/>
              <a:gd name="p0y11" fmla="*/ 1735 h 1830"/>
              <a:gd name="p0x12" fmla="*/ 0 w 2060"/>
              <a:gd name="p0y12" fmla="*/ 1620 h 1830"/>
              <a:gd name="p0x13" fmla="*/ 0 w 2060"/>
              <a:gd name="p0y13" fmla="*/ 210 h 1830"/>
              <a:gd name="p0x14" fmla="*/ 0 w 2060"/>
              <a:gd name="p0y14" fmla="*/ 94 h 1830"/>
              <a:gd name="p0x15" fmla="*/ 94 w 2060"/>
              <a:gd name="p0y15" fmla="*/ 0 h 1830"/>
              <a:gd name="p0x16" fmla="*/ 210 w 2060"/>
              <a:gd name="p0y16" fmla="*/ 0 h 18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4">
                <a:lumMod val="24800"/>
                <a:lumOff val="752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>
            <p:custDataLst>
              <p:tags r:id="rId79"/>
            </p:custDataLst>
          </p:nvPr>
        </p:nvSpPr>
        <p:spPr>
          <a:xfrm>
            <a:off x="8834362" y="2647950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6B8779"/>
                </a:solidFill>
                <a:cs typeface="+mn-lt"/>
              </a:rPr>
              <a:t>从</a:t>
            </a:r>
            <a:endParaRPr sz="1200">
              <a:solidFill>
                <a:srgbClr val="6B8779"/>
              </a:solidFill>
              <a:cs typeface="+mn-lt"/>
            </a:endParaRPr>
          </a:p>
        </p:txBody>
      </p:sp>
      <p:sp>
        <p:nvSpPr>
          <p:cNvPr id="97" name="文本框 96"/>
          <p:cNvSpPr txBox="1"/>
          <p:nvPr>
            <p:custDataLst>
              <p:tags r:id="rId80"/>
            </p:custDataLst>
          </p:nvPr>
        </p:nvSpPr>
        <p:spPr>
          <a:xfrm>
            <a:off x="8415262" y="290893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1E4033"/>
                </a:solidFill>
                <a:cs typeface="+mn-lt"/>
              </a:rPr>
              <a:t>集中整治</a:t>
            </a:r>
            <a:endParaRPr b="1">
              <a:solidFill>
                <a:srgbClr val="1E4033"/>
              </a:solidFill>
              <a:cs typeface="+mn-lt"/>
            </a:endParaRPr>
          </a:p>
        </p:txBody>
      </p:sp>
      <p:sp>
        <p:nvSpPr>
          <p:cNvPr id="98" name="任意多边形 97"/>
          <p:cNvSpPr/>
          <p:nvPr>
            <p:custDataLst>
              <p:tags r:id="rId81"/>
            </p:custDataLst>
          </p:nvPr>
        </p:nvSpPr>
        <p:spPr>
          <a:xfrm>
            <a:off x="9759315" y="27571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9" name="图片 98"/>
          <p:cNvPicPr>
            <a:picLocks noChangeAspect="1"/>
          </p:cNvPicPr>
          <p:nvPr>
            <p:custDataLst>
              <p:tags r:id="rId82"/>
            </p:custDataLst>
          </p:nvPr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9845040" y="2842895"/>
            <a:ext cx="171450" cy="171450"/>
          </a:xfrm>
          <a:prstGeom prst="rect">
            <a:avLst/>
          </a:prstGeom>
          <a:noFill/>
        </p:spPr>
      </p:pic>
      <p:sp>
        <p:nvSpPr>
          <p:cNvPr id="101" name="任意多边形 100"/>
          <p:cNvSpPr/>
          <p:nvPr>
            <p:custDataLst>
              <p:tags r:id="rId85"/>
            </p:custDataLst>
          </p:nvPr>
        </p:nvSpPr>
        <p:spPr>
          <a:xfrm>
            <a:off x="10221595" y="2347595"/>
            <a:ext cx="1308100" cy="1162050"/>
          </a:xfrm>
          <a:custGeom>
            <a:avLst/>
            <a:gdLst>
              <a:gd name="sw" fmla="*/ 1 w 2060"/>
              <a:gd name="sh" fmla="*/ 1 h 1830"/>
              <a:gd name="mins" fmla="min sw sh"/>
              <a:gd name="dsw" fmla="+- 0 sw mins"/>
              <a:gd name="dsh" fmla="+- 0 sh mins"/>
              <a:gd name="p0x0" fmla="*/ 210 w 2060"/>
              <a:gd name="p0y0" fmla="*/ 0 h 1830"/>
              <a:gd name="p0x1" fmla="*/ 1850 w 2060"/>
              <a:gd name="p0y1" fmla="*/ 0 h 1830"/>
              <a:gd name="p0x2" fmla="*/ 1966 w 2060"/>
              <a:gd name="p0y2" fmla="*/ 0 h 1830"/>
              <a:gd name="p0x3" fmla="*/ 2060 w 2060"/>
              <a:gd name="p0y3" fmla="*/ 94 h 1830"/>
              <a:gd name="p0x4" fmla="*/ 2060 w 2060"/>
              <a:gd name="p0y4" fmla="*/ 210 h 1830"/>
              <a:gd name="p0x5" fmla="*/ 2060 w 2060"/>
              <a:gd name="p0y5" fmla="*/ 1620 h 1830"/>
              <a:gd name="p0x6" fmla="*/ 2060 w 2060"/>
              <a:gd name="p0y6" fmla="*/ 1735 h 1830"/>
              <a:gd name="p0x7" fmla="*/ 1966 w 2060"/>
              <a:gd name="p0y7" fmla="*/ 1830 h 1830"/>
              <a:gd name="p0x8" fmla="*/ 1850 w 2060"/>
              <a:gd name="p0y8" fmla="*/ 1830 h 1830"/>
              <a:gd name="p0x9" fmla="*/ 210 w 2060"/>
              <a:gd name="p0y9" fmla="*/ 1830 h 1830"/>
              <a:gd name="p0x10" fmla="*/ 94 w 2060"/>
              <a:gd name="p0y10" fmla="*/ 1830 h 1830"/>
              <a:gd name="p0x11" fmla="*/ 0 w 2060"/>
              <a:gd name="p0y11" fmla="*/ 1735 h 1830"/>
              <a:gd name="p0x12" fmla="*/ 0 w 2060"/>
              <a:gd name="p0y12" fmla="*/ 1620 h 1830"/>
              <a:gd name="p0x13" fmla="*/ 0 w 2060"/>
              <a:gd name="p0y13" fmla="*/ 210 h 1830"/>
              <a:gd name="p0x14" fmla="*/ 0 w 2060"/>
              <a:gd name="p0y14" fmla="*/ 94 h 1830"/>
              <a:gd name="p0x15" fmla="*/ 94 w 2060"/>
              <a:gd name="p0y15" fmla="*/ 0 h 1830"/>
              <a:gd name="p0x16" fmla="*/ 210 w 2060"/>
              <a:gd name="p0y16" fmla="*/ 0 h 18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>
                  <a:lumMod val="64615"/>
                </a:schemeClr>
              </a:gs>
            </a:gsLst>
            <a:lin ang="2700000"/>
          </a:gra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文本框 102"/>
          <p:cNvSpPr txBox="1"/>
          <p:nvPr>
            <p:custDataLst>
              <p:tags r:id="rId86"/>
            </p:custDataLst>
          </p:nvPr>
        </p:nvSpPr>
        <p:spPr>
          <a:xfrm>
            <a:off x="10361561" y="2766060"/>
            <a:ext cx="1028777" cy="5972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cs typeface="+mn-lt"/>
              </a:rPr>
              <a:t>常态监管</a:t>
            </a:r>
            <a:endParaRPr b="1">
              <a:solidFill>
                <a:srgbClr val="FFFFFF"/>
              </a:solidFill>
              <a:cs typeface="+mn-lt"/>
            </a:endParaRPr>
          </a:p>
          <a:p>
            <a:pPr algn="ctr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cs typeface="+mn-lt"/>
              </a:rPr>
              <a:t>长效治理</a:t>
            </a:r>
            <a:endParaRPr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04" name="任意多边形 103"/>
          <p:cNvSpPr/>
          <p:nvPr>
            <p:custDataLst>
              <p:tags r:id="rId87"/>
            </p:custDataLst>
          </p:nvPr>
        </p:nvSpPr>
        <p:spPr>
          <a:xfrm>
            <a:off x="8332470" y="4138295"/>
            <a:ext cx="3197225" cy="2057400"/>
          </a:xfrm>
          <a:custGeom>
            <a:avLst/>
            <a:gdLst>
              <a:gd name="sw" fmla="*/ 1 w 5034"/>
              <a:gd name="sh" fmla="*/ 1 h 3240"/>
              <a:gd name="mins" fmla="min sw sh"/>
              <a:gd name="dsw" fmla="+- 0 sw mins"/>
              <a:gd name="dsh" fmla="+- 0 sh mins"/>
              <a:gd name="p0x0" fmla="*/ 210 w 5034"/>
              <a:gd name="p0y0" fmla="*/ 0 h 3240"/>
              <a:gd name="p0x1" fmla="*/ 4824 w 5034"/>
              <a:gd name="p0y1" fmla="*/ 0 h 3240"/>
              <a:gd name="p0x2" fmla="*/ 4940 w 5034"/>
              <a:gd name="p0y2" fmla="*/ 0 h 3240"/>
              <a:gd name="p0x3" fmla="*/ 5034 w 5034"/>
              <a:gd name="p0y3" fmla="*/ 94 h 3240"/>
              <a:gd name="p0x4" fmla="*/ 5034 w 5034"/>
              <a:gd name="p0y4" fmla="*/ 210 h 3240"/>
              <a:gd name="p0x5" fmla="*/ 5034 w 5034"/>
              <a:gd name="p0y5" fmla="*/ 3030 h 3240"/>
              <a:gd name="p0x6" fmla="*/ 5034 w 5034"/>
              <a:gd name="p0y6" fmla="*/ 3145 h 3240"/>
              <a:gd name="p0x7" fmla="*/ 4940 w 5034"/>
              <a:gd name="p0y7" fmla="*/ 3240 h 3240"/>
              <a:gd name="p0x8" fmla="*/ 4824 w 5034"/>
              <a:gd name="p0y8" fmla="*/ 3240 h 3240"/>
              <a:gd name="p0x9" fmla="*/ 210 w 5034"/>
              <a:gd name="p0y9" fmla="*/ 3240 h 3240"/>
              <a:gd name="p0x10" fmla="*/ 94 w 5034"/>
              <a:gd name="p0y10" fmla="*/ 3240 h 3240"/>
              <a:gd name="p0x11" fmla="*/ 0 w 5034"/>
              <a:gd name="p0y11" fmla="*/ 3145 h 3240"/>
              <a:gd name="p0x12" fmla="*/ 0 w 5034"/>
              <a:gd name="p0y12" fmla="*/ 3030 h 3240"/>
              <a:gd name="p0x13" fmla="*/ 0 w 5034"/>
              <a:gd name="p0y13" fmla="*/ 210 h 3240"/>
              <a:gd name="p0x14" fmla="*/ 0 w 5034"/>
              <a:gd name="p0y14" fmla="*/ 94 h 3240"/>
              <a:gd name="p0x15" fmla="*/ 94 w 5034"/>
              <a:gd name="p0y15" fmla="*/ 0 h 3240"/>
              <a:gd name="p0x16" fmla="*/ 210 w 5034"/>
              <a:gd name="p0y16" fmla="*/ 0 h 32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7846"/>
              <a:lumOff val="82154"/>
            </a:schemeClr>
          </a:solidFill>
          <a:ln w="9525" cmpd="sng">
            <a:solidFill>
              <a:srgbClr val="B8D4C4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任意多边形 104"/>
          <p:cNvSpPr/>
          <p:nvPr>
            <p:custDataLst>
              <p:tags r:id="rId88"/>
            </p:custDataLst>
          </p:nvPr>
        </p:nvSpPr>
        <p:spPr>
          <a:xfrm>
            <a:off x="8527415" y="44526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6" name="图片 105" descr="bf3b0a5c-a760-11f1-a095-56ac9c064e63"/>
          <p:cNvPicPr/>
          <p:nvPr>
            <p:custDataLst>
              <p:tags r:id="rId89"/>
            </p:custDataLst>
          </p:nvPr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rcRect l="-383" t="-208" r="383" b="208"/>
          <a:stretch>
            <a:fillRect/>
          </a:stretch>
        </p:blipFill>
        <p:spPr>
          <a:xfrm>
            <a:off x="8584565" y="4509770"/>
            <a:ext cx="152400" cy="152400"/>
          </a:xfrm>
          <a:prstGeom prst="rect">
            <a:avLst/>
          </a:prstGeom>
        </p:spPr>
      </p:pic>
      <p:sp>
        <p:nvSpPr>
          <p:cNvPr id="109" name="文本框 108"/>
          <p:cNvSpPr txBox="1"/>
          <p:nvPr>
            <p:custDataLst>
              <p:tags r:id="rId92"/>
            </p:custDataLst>
          </p:nvPr>
        </p:nvSpPr>
        <p:spPr>
          <a:xfrm>
            <a:off x="8908999" y="4333875"/>
            <a:ext cx="2425675" cy="5048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0F3D28"/>
                </a:solidFill>
                <a:cs typeface="+mn-lt"/>
              </a:rPr>
              <a:t>数字化手段</a:t>
            </a:r>
            <a:r>
              <a:rPr lang="en-US" altLang="zh-CN" sz="1500" b="1">
                <a:solidFill>
                  <a:srgbClr val="0F3D28"/>
                </a:solidFill>
                <a:cs typeface="+mn-lt"/>
              </a:rPr>
              <a:t> · </a:t>
            </a:r>
            <a:r>
              <a:rPr lang="zh-CN" altLang="en-US" sz="1500" b="1">
                <a:solidFill>
                  <a:srgbClr val="0F3D28"/>
                </a:solidFill>
                <a:cs typeface="+mn-lt"/>
              </a:rPr>
              <a:t>问题发现方式转变</a:t>
            </a:r>
            <a:endParaRPr lang="zh-CN" altLang="en-US" sz="1500" b="1">
              <a:solidFill>
                <a:srgbClr val="0F3D28"/>
              </a:solidFill>
              <a:cs typeface="+mn-lt"/>
            </a:endParaRPr>
          </a:p>
        </p:txBody>
      </p:sp>
      <p:sp>
        <p:nvSpPr>
          <p:cNvPr id="110" name="任意多边形 109"/>
          <p:cNvSpPr/>
          <p:nvPr>
            <p:custDataLst>
              <p:tags r:id="rId93"/>
            </p:custDataLst>
          </p:nvPr>
        </p:nvSpPr>
        <p:spPr>
          <a:xfrm>
            <a:off x="8532495" y="5157470"/>
            <a:ext cx="671830" cy="638175"/>
          </a:xfrm>
          <a:custGeom>
            <a:avLst/>
            <a:gdLst>
              <a:gd name="sw" fmla="*/ 1 w 1058"/>
              <a:gd name="sh" fmla="*/ 1 h 1005"/>
              <a:gd name="mins" fmla="min sw sh"/>
              <a:gd name="dsw" fmla="+- 0 sw mins"/>
              <a:gd name="dsh" fmla="+- 0 sh mins"/>
              <a:gd name="p0x0" fmla="*/ 120 w 1058"/>
              <a:gd name="p0y0" fmla="*/ 0 h 1005"/>
              <a:gd name="p0x1" fmla="*/ 938 w 1058"/>
              <a:gd name="p0y1" fmla="*/ 0 h 1005"/>
              <a:gd name="p0x2" fmla="*/ 1004 w 1058"/>
              <a:gd name="p0y2" fmla="*/ 0 h 1005"/>
              <a:gd name="p0x3" fmla="*/ 1058 w 1058"/>
              <a:gd name="p0y3" fmla="*/ 53 h 1005"/>
              <a:gd name="p0x4" fmla="*/ 1058 w 1058"/>
              <a:gd name="p0y4" fmla="*/ 120 h 1005"/>
              <a:gd name="p0x5" fmla="*/ 1058 w 1058"/>
              <a:gd name="p0y5" fmla="*/ 885 h 1005"/>
              <a:gd name="p0x6" fmla="*/ 1058 w 1058"/>
              <a:gd name="p0y6" fmla="*/ 951 h 1005"/>
              <a:gd name="p0x7" fmla="*/ 1004 w 1058"/>
              <a:gd name="p0y7" fmla="*/ 1005 h 1005"/>
              <a:gd name="p0x8" fmla="*/ 938 w 1058"/>
              <a:gd name="p0y8" fmla="*/ 1005 h 1005"/>
              <a:gd name="p0x9" fmla="*/ 120 w 1058"/>
              <a:gd name="p0y9" fmla="*/ 1005 h 1005"/>
              <a:gd name="p0x10" fmla="*/ 53 w 1058"/>
              <a:gd name="p0y10" fmla="*/ 1005 h 1005"/>
              <a:gd name="p0x11" fmla="*/ 0 w 1058"/>
              <a:gd name="p0y11" fmla="*/ 951 h 1005"/>
              <a:gd name="p0x12" fmla="*/ 0 w 1058"/>
              <a:gd name="p0y12" fmla="*/ 885 h 1005"/>
              <a:gd name="p0x13" fmla="*/ 0 w 1058"/>
              <a:gd name="p0y13" fmla="*/ 120 h 1005"/>
              <a:gd name="p0x14" fmla="*/ 0 w 1058"/>
              <a:gd name="p0y14" fmla="*/ 53 h 1005"/>
              <a:gd name="p0x15" fmla="*/ 53 w 1058"/>
              <a:gd name="p0y15" fmla="*/ 0 h 1005"/>
              <a:gd name="p0x16" fmla="*/ 120 w 1058"/>
              <a:gd name="p0y16" fmla="*/ 0 h 10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C4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>
            <p:custDataLst>
              <p:tags r:id="rId94"/>
            </p:custDataLst>
          </p:nvPr>
        </p:nvSpPr>
        <p:spPr>
          <a:xfrm>
            <a:off x="8678237" y="5276850"/>
            <a:ext cx="381076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1E4033"/>
                </a:solidFill>
                <a:cs typeface="+mn-lt"/>
              </a:rPr>
              <a:t>事后发现</a:t>
            </a:r>
            <a:endParaRPr sz="1200" b="1">
              <a:solidFill>
                <a:srgbClr val="1E4033"/>
              </a:solidFill>
              <a:cs typeface="+mn-lt"/>
            </a:endParaRPr>
          </a:p>
        </p:txBody>
      </p:sp>
      <p:pic>
        <p:nvPicPr>
          <p:cNvPr id="112" name="图片 111"/>
          <p:cNvPicPr>
            <a:picLocks noChangeAspect="1"/>
          </p:cNvPicPr>
          <p:nvPr>
            <p:custDataLst>
              <p:tags r:id="rId95"/>
            </p:custDataLst>
          </p:nvPr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9323705" y="5400675"/>
            <a:ext cx="152400" cy="152400"/>
          </a:xfrm>
          <a:prstGeom prst="rect">
            <a:avLst/>
          </a:prstGeom>
          <a:noFill/>
        </p:spPr>
      </p:pic>
      <p:sp>
        <p:nvSpPr>
          <p:cNvPr id="114" name="任意多边形 113"/>
          <p:cNvSpPr/>
          <p:nvPr>
            <p:custDataLst>
              <p:tags r:id="rId98"/>
            </p:custDataLst>
          </p:nvPr>
        </p:nvSpPr>
        <p:spPr>
          <a:xfrm>
            <a:off x="9594850" y="4957445"/>
            <a:ext cx="672465" cy="1038225"/>
          </a:xfrm>
          <a:custGeom>
            <a:avLst/>
            <a:gdLst>
              <a:gd name="sw" fmla="*/ 1 w 1058"/>
              <a:gd name="sh" fmla="*/ 1 h 1635"/>
              <a:gd name="mins" fmla="min sw sh"/>
              <a:gd name="dsw" fmla="+- 0 sw mins"/>
              <a:gd name="dsh" fmla="+- 0 sh mins"/>
              <a:gd name="p0x0" fmla="*/ 120 w 1058"/>
              <a:gd name="p0y0" fmla="*/ 0 h 1635"/>
              <a:gd name="p0x1" fmla="*/ 938 w 1058"/>
              <a:gd name="p0y1" fmla="*/ 0 h 1635"/>
              <a:gd name="p0x2" fmla="*/ 1004 w 1058"/>
              <a:gd name="p0y2" fmla="*/ 0 h 1635"/>
              <a:gd name="p0x3" fmla="*/ 1058 w 1058"/>
              <a:gd name="p0y3" fmla="*/ 53 h 1635"/>
              <a:gd name="p0x4" fmla="*/ 1058 w 1058"/>
              <a:gd name="p0y4" fmla="*/ 120 h 1635"/>
              <a:gd name="p0x5" fmla="*/ 1058 w 1058"/>
              <a:gd name="p0y5" fmla="*/ 1515 h 1635"/>
              <a:gd name="p0x6" fmla="*/ 1058 w 1058"/>
              <a:gd name="p0y6" fmla="*/ 1581 h 1635"/>
              <a:gd name="p0x7" fmla="*/ 1004 w 1058"/>
              <a:gd name="p0y7" fmla="*/ 1635 h 1635"/>
              <a:gd name="p0x8" fmla="*/ 938 w 1058"/>
              <a:gd name="p0y8" fmla="*/ 1635 h 1635"/>
              <a:gd name="p0x9" fmla="*/ 120 w 1058"/>
              <a:gd name="p0y9" fmla="*/ 1635 h 1635"/>
              <a:gd name="p0x10" fmla="*/ 53 w 1058"/>
              <a:gd name="p0y10" fmla="*/ 1635 h 1635"/>
              <a:gd name="p0x11" fmla="*/ 0 w 1058"/>
              <a:gd name="p0y11" fmla="*/ 1581 h 1635"/>
              <a:gd name="p0x12" fmla="*/ 0 w 1058"/>
              <a:gd name="p0y12" fmla="*/ 1515 h 1635"/>
              <a:gd name="p0x13" fmla="*/ 0 w 1058"/>
              <a:gd name="p0y13" fmla="*/ 120 h 1635"/>
              <a:gd name="p0x14" fmla="*/ 0 w 1058"/>
              <a:gd name="p0y14" fmla="*/ 53 h 1635"/>
              <a:gd name="p0x15" fmla="*/ 53 w 1058"/>
              <a:gd name="p0y15" fmla="*/ 0 h 1635"/>
              <a:gd name="p0x16" fmla="*/ 120 w 1058"/>
              <a:gd name="p0y16" fmla="*/ 0 h 16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B8D4C4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文本框 114"/>
          <p:cNvSpPr txBox="1"/>
          <p:nvPr>
            <p:custDataLst>
              <p:tags r:id="rId99"/>
            </p:custDataLst>
          </p:nvPr>
        </p:nvSpPr>
        <p:spPr>
          <a:xfrm>
            <a:off x="9740798" y="5076825"/>
            <a:ext cx="381076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1E4033"/>
                </a:solidFill>
                <a:cs typeface="+mn-lt"/>
              </a:rPr>
              <a:t>事前事中数据碰撞</a:t>
            </a:r>
            <a:endParaRPr sz="1200" b="1">
              <a:solidFill>
                <a:srgbClr val="1E4033"/>
              </a:solidFill>
              <a:cs typeface="+mn-lt"/>
            </a:endParaRPr>
          </a:p>
        </p:txBody>
      </p:sp>
      <p:pic>
        <p:nvPicPr>
          <p:cNvPr id="116" name="图片 115"/>
          <p:cNvPicPr>
            <a:picLocks noChangeAspect="1"/>
          </p:cNvPicPr>
          <p:nvPr>
            <p:custDataLst>
              <p:tags r:id="rId100"/>
            </p:custDataLst>
          </p:nvPr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10386060" y="5400675"/>
            <a:ext cx="152400" cy="152400"/>
          </a:xfrm>
          <a:prstGeom prst="rect">
            <a:avLst/>
          </a:prstGeom>
          <a:noFill/>
        </p:spPr>
      </p:pic>
      <p:sp>
        <p:nvSpPr>
          <p:cNvPr id="118" name="任意多边形 117"/>
          <p:cNvSpPr/>
          <p:nvPr>
            <p:custDataLst>
              <p:tags r:id="rId101"/>
            </p:custDataLst>
          </p:nvPr>
        </p:nvSpPr>
        <p:spPr>
          <a:xfrm>
            <a:off x="10657840" y="5157470"/>
            <a:ext cx="671830" cy="638175"/>
          </a:xfrm>
          <a:custGeom>
            <a:avLst/>
            <a:gdLst>
              <a:gd name="sw" fmla="*/ 1 w 1058"/>
              <a:gd name="sh" fmla="*/ 1 h 1005"/>
              <a:gd name="mins" fmla="min sw sh"/>
              <a:gd name="dsw" fmla="+- 0 sw mins"/>
              <a:gd name="dsh" fmla="+- 0 sh mins"/>
              <a:gd name="p0x0" fmla="*/ 120 w 1058"/>
              <a:gd name="p0y0" fmla="*/ 0 h 1005"/>
              <a:gd name="p0x1" fmla="*/ 938 w 1058"/>
              <a:gd name="p0y1" fmla="*/ 0 h 1005"/>
              <a:gd name="p0x2" fmla="*/ 1004 w 1058"/>
              <a:gd name="p0y2" fmla="*/ 0 h 1005"/>
              <a:gd name="p0x3" fmla="*/ 1058 w 1058"/>
              <a:gd name="p0y3" fmla="*/ 53 h 1005"/>
              <a:gd name="p0x4" fmla="*/ 1058 w 1058"/>
              <a:gd name="p0y4" fmla="*/ 120 h 1005"/>
              <a:gd name="p0x5" fmla="*/ 1058 w 1058"/>
              <a:gd name="p0y5" fmla="*/ 885 h 1005"/>
              <a:gd name="p0x6" fmla="*/ 1058 w 1058"/>
              <a:gd name="p0y6" fmla="*/ 951 h 1005"/>
              <a:gd name="p0x7" fmla="*/ 1004 w 1058"/>
              <a:gd name="p0y7" fmla="*/ 1005 h 1005"/>
              <a:gd name="p0x8" fmla="*/ 938 w 1058"/>
              <a:gd name="p0y8" fmla="*/ 1005 h 1005"/>
              <a:gd name="p0x9" fmla="*/ 120 w 1058"/>
              <a:gd name="p0y9" fmla="*/ 1005 h 1005"/>
              <a:gd name="p0x10" fmla="*/ 53 w 1058"/>
              <a:gd name="p0y10" fmla="*/ 1005 h 1005"/>
              <a:gd name="p0x11" fmla="*/ 0 w 1058"/>
              <a:gd name="p0y11" fmla="*/ 951 h 1005"/>
              <a:gd name="p0x12" fmla="*/ 0 w 1058"/>
              <a:gd name="p0y12" fmla="*/ 885 h 1005"/>
              <a:gd name="p0x13" fmla="*/ 0 w 1058"/>
              <a:gd name="p0y13" fmla="*/ 120 h 1005"/>
              <a:gd name="p0x14" fmla="*/ 0 w 1058"/>
              <a:gd name="p0y14" fmla="*/ 53 h 1005"/>
              <a:gd name="p0x15" fmla="*/ 53 w 1058"/>
              <a:gd name="p0y15" fmla="*/ 0 h 1005"/>
              <a:gd name="p0x16" fmla="*/ 120 w 1058"/>
              <a:gd name="p0y16" fmla="*/ 0 h 10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24616"/>
              <a:lumOff val="75384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文本框 118"/>
          <p:cNvSpPr txBox="1"/>
          <p:nvPr>
            <p:custDataLst>
              <p:tags r:id="rId102"/>
            </p:custDataLst>
          </p:nvPr>
        </p:nvSpPr>
        <p:spPr>
          <a:xfrm>
            <a:off x="10803350" y="5276850"/>
            <a:ext cx="381076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F3D28"/>
                </a:solidFill>
                <a:cs typeface="+mn-lt"/>
              </a:rPr>
              <a:t>自动发现</a:t>
            </a:r>
            <a:endParaRPr sz="1200" b="1">
              <a:solidFill>
                <a:srgbClr val="0F3D28"/>
              </a:solidFill>
              <a:cs typeface="+mn-lt"/>
            </a:endParaRPr>
          </a:p>
        </p:txBody>
      </p:sp>
      <p:sp>
        <p:nvSpPr>
          <p:cNvPr id="102" name="文本框 101"/>
          <p:cNvSpPr txBox="1"/>
          <p:nvPr>
            <p:custDataLst>
              <p:tags r:id="rId103"/>
            </p:custDataLst>
          </p:nvPr>
        </p:nvSpPr>
        <p:spPr>
          <a:xfrm>
            <a:off x="10647311" y="2505075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F0F7F3">
                    <a:alpha val="85000"/>
                  </a:srgbClr>
                </a:solidFill>
                <a:cs typeface="+mn-lt"/>
              </a:rPr>
              <a:t>转向</a:t>
            </a:r>
            <a:endParaRPr sz="1200">
              <a:solidFill>
                <a:srgbClr val="F0F7F3">
                  <a:alpha val="85000"/>
                </a:srgbClr>
              </a:solidFill>
              <a:cs typeface="+mn-lt"/>
            </a:endParaRPr>
          </a:p>
        </p:txBody>
      </p:sp>
      <p:sp>
        <p:nvSpPr>
          <p:cNvPr id="3" name="任意多边形 2"/>
          <p:cNvSpPr/>
          <p:nvPr>
            <p:custDataLst>
              <p:tags r:id="rId104"/>
            </p:custDataLst>
          </p:nvPr>
        </p:nvSpPr>
        <p:spPr>
          <a:xfrm>
            <a:off x="447675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05"/>
            </p:custDataLst>
          </p:nvPr>
        </p:nvSpPr>
        <p:spPr>
          <a:xfrm>
            <a:off x="4667250" y="433388"/>
            <a:ext cx="3429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E4033"/>
                </a:solidFill>
                <a:cs typeface="+mn-lt"/>
              </a:rPr>
              <a:t>常态监管久久为功</a:t>
            </a:r>
            <a:endParaRPr sz="3000" b="1">
              <a:solidFill>
                <a:srgbClr val="1E4033"/>
              </a:solidFill>
              <a:cs typeface="+mn-lt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3528695" y="1009650"/>
            <a:ext cx="5133340" cy="304800"/>
            <a:chOff x="5557" y="1590"/>
            <a:chExt cx="8084" cy="480"/>
          </a:xfrm>
        </p:grpSpPr>
        <p:sp>
          <p:nvSpPr>
            <p:cNvPr id="5" name="任意多边形 4"/>
            <p:cNvSpPr/>
            <p:nvPr>
              <p:custDataLst>
                <p:tags r:id="rId106"/>
              </p:custDataLst>
            </p:nvPr>
          </p:nvSpPr>
          <p:spPr>
            <a:xfrm>
              <a:off x="5557" y="1590"/>
              <a:ext cx="8085" cy="480"/>
            </a:xfrm>
            <a:custGeom>
              <a:avLst/>
              <a:gdLst>
                <a:gd name="sw" fmla="*/ 1 w 8085"/>
                <a:gd name="sh" fmla="*/ 1 h 480"/>
                <a:gd name="mins" fmla="min sw sh"/>
                <a:gd name="dsw" fmla="+- 0 sw mins"/>
                <a:gd name="dsh" fmla="+- 0 sh mins"/>
                <a:gd name="p0x0" fmla="*/ 0 w 8085"/>
                <a:gd name="p0y0" fmla="*/ 0 h 480"/>
                <a:gd name="p0x1" fmla="*/ 8085 w 8085"/>
                <a:gd name="p0y1" fmla="*/ 0 h 480"/>
                <a:gd name="p0x2" fmla="*/ 8085 w 8085"/>
                <a:gd name="p0y2" fmla="*/ 480 h 480"/>
                <a:gd name="p0x3" fmla="*/ 0 w 8085"/>
                <a:gd name="p0y3" fmla="*/ 480 h 480"/>
                <a:gd name="p0x4" fmla="*/ 0 w 8085"/>
                <a:gd name="p0y4" fmla="*/ 0 h 4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107"/>
              </p:custDataLst>
            </p:nvPr>
          </p:nvSpPr>
          <p:spPr>
            <a:xfrm>
              <a:off x="5557" y="1590"/>
              <a:ext cx="45" cy="480"/>
            </a:xfrm>
            <a:custGeom>
              <a:avLst/>
              <a:gdLst>
                <a:gd name="sw" fmla="*/ 1 w 45"/>
                <a:gd name="sh" fmla="*/ 1 h 480"/>
                <a:gd name="mins" fmla="min sw sh"/>
                <a:gd name="dsw" fmla="+- 0 sw mins"/>
                <a:gd name="dsh" fmla="+- 0 sh mins"/>
                <a:gd name="p0x0" fmla="*/ 0 w 45"/>
                <a:gd name="p0y0" fmla="*/ 480 h 480"/>
                <a:gd name="p0x1" fmla="*/ 0 w 45"/>
                <a:gd name="p0y1" fmla="*/ 0 h 480"/>
                <a:gd name="p0x2" fmla="*/ 45 w 45"/>
                <a:gd name="p0y2" fmla="*/ 0 h 480"/>
                <a:gd name="p0x3" fmla="*/ 45 w 45"/>
                <a:gd name="p0y3" fmla="*/ 480 h 480"/>
                <a:gd name="p0x4" fmla="*/ 0 w 45"/>
                <a:gd name="p0y4" fmla="*/ 480 h 4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>
            <p:custDataLst>
              <p:tags r:id="rId108"/>
            </p:custDataLst>
          </p:nvPr>
        </p:nvSpPr>
        <p:spPr>
          <a:xfrm>
            <a:off x="3709988" y="995363"/>
            <a:ext cx="5334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D6E60"/>
                </a:solidFill>
                <a:cs typeface="+mn-lt"/>
              </a:rPr>
              <a:t>集中整治转向常态监管，以「回头看」机制巩固清理成效。</a:t>
            </a:r>
            <a:endParaRPr sz="1500">
              <a:solidFill>
                <a:srgbClr val="4D6E60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2378869"/>
            <a:ext cx="906961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ENDING</a:t>
            </a:r>
            <a:endParaRPr sz="1050" b="1" spc="315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2865596"/>
            <a:ext cx="5430069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 spc="84">
                <a:solidFill>
                  <a:srgbClr val="1E4033"/>
                </a:solidFill>
                <a:latin typeface="+mj-lt"/>
                <a:ea typeface="+mj-ea"/>
                <a:cs typeface="+mj-lt"/>
              </a:rPr>
              <a:t>盘清家底，</a:t>
            </a:r>
            <a:r>
              <a:rPr sz="4200" b="1" spc="84">
                <a:solidFill>
                  <a:srgbClr val="2E8B57"/>
                </a:solidFill>
                <a:latin typeface="MiSans Demibold" panose="00000700000000000000" charset="-122"/>
                <a:ea typeface="MiSans Demibold" panose="00000700000000000000" charset="-122"/>
              </a:rPr>
              <a:t>赋能振兴</a:t>
            </a:r>
            <a:endParaRPr sz="4200" b="1" spc="84">
              <a:solidFill>
                <a:srgbClr val="2E8B5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66750" y="3855244"/>
            <a:ext cx="534166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D6E60"/>
                </a:solidFill>
                <a:cs typeface="+mn-lt"/>
              </a:rPr>
              <a:t>家底清，民心安，集体兴</a:t>
            </a:r>
            <a:endParaRPr sz="1500" spc="30">
              <a:solidFill>
                <a:srgbClr val="4D6E60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D6E60"/>
                </a:solidFill>
                <a:cs typeface="+mn-lt"/>
              </a:rPr>
              <a:t>农村三资清理，让集体家底变明白账，让沉睡资产变富民资本</a:t>
            </a:r>
            <a:endParaRPr sz="1500" spc="30">
              <a:solidFill>
                <a:srgbClr val="4D6E60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 rot="2700000">
            <a:off x="666115" y="2442845"/>
            <a:ext cx="47625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1678305" y="246189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WM_TEMPLATE_SUBCATEGORY" val="31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AI_STYLE_PACKAGE" val="{&quot;description&quot;:&quot;&quot;,&quot;extraCss&quot;:&quot;.slide {\n  background: var(--bg-page);\n}\n\n.slide-title {\n  font-family:    var(--font-title);\n  font-size:      var(--text-h1, 2.4em);\n  line-height:    var(--line-height-tight, 1.25);\n  color:          var(--on-bg);\n  letter-spacing: var(--letter-spacing-tight, -0.02em);\n}\n\n.slide-subtitle {\n  font-family:    var(--font-body);\n  font-size:      var(--text-body, 1.05em);\n  font-weight:    var(--font-weight-regular, 400);\n  line-height:    var(--line-height-normal, 1.6);\n  color:          var(--on-bg-variant);\n  letter-spacing: var(--letter-spacing-normal, 0.01em);\n}\n\n.card {\n  background:     var(--bg-card);\n  border-radius:  18px 18px 18px 18px;\n  border:         1px solid var(--border-light);\n  box-shadow:     0 3px 14px rgba(46, 98, 72, 0.07);\n  padding:        var(--pad-card, 24px);\n  color:          var(--on-bg);\n  font-size:      var(--text-body, 1.05em);\n  position:       relative;\n}&quot;,&quot;styleName&quot;:&quot;&quot;,&quot;tokensCss&quot;:&quot;:root {\n  /* ─── 主色 ─── */\n  --primary:                   #2E8B57;\n  --on-primary:                #FFFFFF;\n  --primary-container:         #C8E6D4;\n  --on-primary-container:      #0F3D28;\n  /* ─── 次色 ─── */\n  --secondary:                 #F5A623;\n  --on-secondary:              #3D2A00;\n  --secondary-container:       #FDE8C8;\n  --on-secondary-container:    #5C3D00;\n  /* ─── 三色 ─── */\n  --tertiary:                  #0F4C3A;\n  --on-tertiary:               #FFFFFF;\n  --tertiary-container:        #C2DDD2;\n  --on-tertiary-container:     #0A2E24;\n  /* ─── 着色 ─── */\n  --accent1:                   #4CB87E;\n  --on-accent1:                #FFFFFF;\n  --accent2:                   #D9A831;\n  --on-accent2:                #3D2A00;\n  --accent3:                   #1F6B4A;\n  --on-accent3:                #FFFFFF;\n  /* ─── 状态色：成功 ─── */\n  --success:                   #2E8B57;\n  --on-success:                #FFFFFF;\n  --success-container:         #C8E6D4;\n  --on-success-container:      #0F3D28;\n  /* ─── 状态色：警告 ─── */\n  --warning:                   #E8A020;\n  --on-warning:                #3D2A00;\n  --warning-container:         #FDE8C8;\n  --on-warning-container:      #5C3D00;\n  /* ─── 状态色：错误 ─── */\n  --error:                     #B5453A;\n  --on-error:                  #FFFFFF;\n  --error-container:           #F2D4D1;\n  --on-error-container:        #5E1E18;\n  /* ─── 背景层级 ─── */\n  --bg-page:                   #F4F6F5;\n  --bg-card:                   #F9FBF9;\n  --bg-elevated:               #FFFFFF;\n  /* ─── 文字色 ─── */\n  --on-bg:                     #1E4033;\n  --on-bg-variant:             #4D6E60;\n  --on-bg-muted:               #6B8779;\n  /* ─── 边框色 ─── */\n  --border:                    #B8D4C4;\n  --border-light:              #D8E8DF;\n  --border-accent:             #2E8B57;\n  /* ─── 分割线色 ─── */\n  --divider:                   #D0E2D8;\n  --divider-strong:            #A8CBB8;\n  /* ─── 渐变 / 光晕 ─── */\n  --gradient-start:            #2E8B57;\n  --gradient-end:              #98D8C8;\n  --glow:                      rgba(46, 139, 87, 0.18);\n  /* ─── 强调块 ─── */\n  --accent-block-bg:           #2B7D50;\n  --accent-block-fg:           #F0F7F3;\n  --accent-block-highlight:    #F5A623;\n  --accent-block-container:    #D6EEE0;\n  --on-accent-block-container: #0F3D28;\n  /* ─── 圆角 ─── */\n  --radius-sm:                 8px;\n  --radius-md:                 14px;\n  --radius-lg:                 22px;\n  --radius-xl:                 32px;\n  --radius-full:               9999px;\n  /* ─── 阴影 ─── */\n  --shadow-sm:                 0 2px 8px rgba(46, 98, 72, 0.08);\n  --shadow-md:                 0 6px 20px rgba(46, 98, 72, 0.12);\n  --shadow-lg:                 0 12px 36px rgba(46, 98, 72, 0.18);\n  --shadow-glow:               0 0 24px rgba(46, 139, 87, 0.20);\n  /* ─── 字体 ─── */\n  --font-body: \&quot;MiSans Normal\&quot;, \&quot;PingFang SC\&quot;, \&quot;Microsoft YaHei\&quot;, sans-serif;\n  --font-title: \&quot;MiSans Demibold\&quot;, \&quot;PingFang SC\&quot;, \&quot;Microsoft YaHei\&quot;, sans-serif;\n}&quot;}"/>
</p:tagLst>
</file>

<file path=ppt/tags/tag3.xml><?xml version="1.0" encoding="utf-8"?>
<p:tagLst xmlns:p="http://schemas.openxmlformats.org/presentationml/2006/main">
  <p:tag name="AI_STYLE_PACKAGE" val="{&quot;description&quot;:&quot;&quot;,&quot;extraCss&quot;:&quot;.slide {\n  background: var(--bg-page);\n}\n\n.slide-title {\n  font-family:    var(--font-title);\n  font-size:      var(--text-h1, 2.4em);\n  line-height:    var(--line-height-tight, 1.25);\n  color:          var(--on-bg);\n  letter-spacing: var(--letter-spacing-tight, -0.02em);\n}\n\n.slide-subtitle {\n  font-family:    var(--font-body);\n  font-size:      var(--text-body, 1.05em);\n  font-weight:    var(--font-weight-regular, 400);\n  line-height:    var(--line-height-normal, 1.6);\n  color:          var(--on-bg-variant);\n  letter-spacing: var(--letter-spacing-normal, 0.01em);\n}\n\n.card {\n  background:     var(--bg-card);\n  border-radius:  18px 18px 18px 18px;\n  border:         1px solid var(--border-light);\n  box-shadow:     0 3px 14px rgba(46, 98, 72, 0.07);\n  padding:        var(--pad-card, 24px);\n  color:          var(--on-bg);\n  font-size:      var(--text-body, 1.05em);\n  position:       relative;\n}&quot;,&quot;styleName&quot;:&quot;&quot;,&quot;tokensCss&quot;:&quot;:root {\n  /* ─── 主色 ─── */\n  --primary:                   #2E8B57;\n  --on-primary:                #FFFFFF;\n  --primary-container:         #C8E6D4;\n  --on-primary-container:      #0F3D28;\n  /* ─── 次色 ─── */\n  --secondary:                 #F5A623;\n  --on-secondary:              #3D2A00;\n  --secondary-container:       #FDE8C8;\n  --on-secondary-container:    #5C3D00;\n  /* ─── 三色 ─── */\n  --tertiary:                  #0F4C3A;\n  --on-tertiary:               #FFFFFF;\n  --tertiary-container:        #C2DDD2;\n  --on-tertiary-container:     #0A2E24;\n  /* ─── 着色 ─── */\n  --accent1:                   #4CB87E;\n  --on-accent1:                #FFFFFF;\n  --accent2:                   #D9A831;\n  --on-accent2:                #3D2A00;\n  --accent3:                   #1F6B4A;\n  --on-accent3:                #FFFFFF;\n  /* ─── 状态色：成功 ─── */\n  --success:                   #2E8B57;\n  --on-success:                #FFFFFF;\n  --success-container:         #C8E6D4;\n  --on-success-container:      #0F3D28;\n  /* ─── 状态色：警告 ─── */\n  --warning:                   #E8A020;\n  --on-warning:                #3D2A00;\n  --warning-container:         #FDE8C8;\n  --on-warning-container:      #5C3D00;\n  /* ─── 状态色：错误 ─── */\n  --error:                     #B5453A;\n  --on-error:                  #FFFFFF;\n  --error-container:           #F2D4D1;\n  --on-error-container:        #5E1E18;\n  /* ─── 背景层级 ─── */\n  --bg-page:                   #F4F6F5;\n  --bg-card:                   #F9FBF9;\n  --bg-elevated:               #FFFFFF;\n  /* ─── 文字色 ─── */\n  --on-bg:                     #1E4033;\n  --on-bg-variant:             #4D6E60;\n  --on-bg-muted:               #6B8779;\n  /* ─── 边框色 ─── */\n  --border:                    #B8D4C4;\n  --border-light:              #D8E8DF;\n  --border-accent:             #2E8B57;\n  /* ─── 分割线色 ─── */\n  --divider:                   #D0E2D8;\n  --divider-strong:            #A8CBB8;\n  /* ─── 渐变 / 光晕 ─── */\n  --gradient-start:            #2E8B57;\n  --gradient-end:              #98D8C8;\n  --glow:                      rgba(46, 139, 87, 0.18);\n  /* ─── 强调块 ─── */\n  --accent-block-bg:           #2B7D50;\n  --accent-block-fg:           #F0F7F3;\n  --accent-block-highlight:    #F5A623;\n  --accent-block-container:    #D6EEE0;\n  --on-accent-block-container: #0F3D28;\n  /* ─── 圆角 ─── */\n  --radius-sm:                 8px;\n  --radius-md:                 14px;\n  --radius-lg:                 22px;\n  --radius-xl:                 32px;\n  --radius-full:               9999px;\n  /* ─── 阴影 ─── */\n  --shadow-sm:                 0 2px 8px rgba(46, 98, 72, 0.08);\n  --shadow-md:                 0 6px 20px rgba(46, 98, 72, 0.12);\n  --shadow-lg:                 0 12px 36px rgba(46, 98, 72, 0.18);\n  --shadow-glow:               0 0 24px rgba(46, 139, 87, 0.20);\n  /* ─── 字体 ─── */\n  --font-body: \&quot;MiSans Normal\&quot;, \&quot;PingFang SC\&quot;, \&quot;Microsoft YaHei\&quot;, sans-serif;\n  --font-title: \&quot;MiSans Demibold\&quot;, \&quot;PingFang SC\&quot;, \&quot;Microsoft YaHei\&quot;, sans-serif;\n}&quot;}"/>
</p:tagLst>
</file>

<file path=ppt/tags/tag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d"/>
  <p:tag name="KSO_WM_UNIT_INDEX" val="6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83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d"/>
  <p:tag name="KSO_WM_UNIT_INDEX" val="6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d"/>
  <p:tag name="KSO_WM_UNIT_INDEX" val="7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d"/>
  <p:tag name="KSO_WM_UNIT_INDEX" val="8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d"/>
  <p:tag name="KSO_WM_UNIT_INDEX" val="9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d"/>
  <p:tag name="KSO_WM_UNIT_INDEX" val="10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d"/>
  <p:tag name="KSO_WM_UNIT_INDEX" val="11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d"/>
  <p:tag name="KSO_WM_UNIT_INDEX" val="12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d"/>
  <p:tag name="KSO_WM_UNIT_INDEX" val="13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d"/>
  <p:tag name="KSO_WM_UNIT_INDEX" val="6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d"/>
  <p:tag name="KSO_WM_UNIT_INDEX" val="7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d"/>
  <p:tag name="KSO_WM_UNIT_INDEX" val="8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d"/>
  <p:tag name="KSO_WM_UNIT_INDEX" val="9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d"/>
  <p:tag name="KSO_WM_UNIT_INDEX" val="10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d"/>
  <p:tag name="KSO_WM_UNIT_INDEX" val="11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d"/>
  <p:tag name="KSO_WM_UNIT_INDEX" val="12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i"/>
  <p:tag name="KSO_WM_UNIT_INDEX" val="87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d"/>
  <p:tag name="KSO_WM_UNIT_INDEX" val="13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f"/>
  <p:tag name="KSO_WM_UNIT_INDEX" val="42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f"/>
  <p:tag name="KSO_WM_UNIT_INDEX" val="43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i"/>
  <p:tag name="KSO_WM_UNIT_INDEX" val="96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i"/>
  <p:tag name="KSO_WM_UNIT_INDEX" val="98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d"/>
  <p:tag name="KSO_WM_UNIT_INDEX" val="14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f"/>
  <p:tag name="KSO_WM_UNIT_INDEX" val="45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i"/>
  <p:tag name="KSO_WM_UNIT_INDEX" val="100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i"/>
  <p:tag name="KSO_WM_UNIT_INDEX" val="102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d"/>
  <p:tag name="KSO_WM_UNIT_INDEX" val="15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f"/>
  <p:tag name="KSO_WM_UNIT_INDEX" val="46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i"/>
  <p:tag name="KSO_WM_UNIT_INDEX" val="104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i"/>
  <p:tag name="KSO_WM_UNIT_INDEX" val="106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d"/>
  <p:tag name="KSO_WM_UNIT_INDEX" val="16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f"/>
  <p:tag name="KSO_WM_UNIT_INDEX" val="47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f"/>
  <p:tag name="KSO_WM_UNIT_INDEX" val="44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62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623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TYPE" val="d"/>
  <p:tag name="KSO_WM_UNIT_INDEX" val="6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4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4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4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4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4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4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4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5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5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5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5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5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5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5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5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58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65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6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6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62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66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6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6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6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6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6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6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7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7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7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7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7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7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7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67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678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67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80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681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682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68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8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8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8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8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8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89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69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9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9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9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9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9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9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9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9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9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0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0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0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0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70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05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70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0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0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70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1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71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71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1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71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71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71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71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71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1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72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721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722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723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724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72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726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727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72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729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730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73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732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733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73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7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3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3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73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4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4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4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4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4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4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46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74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4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4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5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5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5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75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5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5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5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5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5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5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6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6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76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76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64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76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76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6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76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769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77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71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772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773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77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775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776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77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7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779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780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</p:tagLst>
</file>

<file path=ppt/tags/tag781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782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783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784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78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78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787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</p:tagLst>
</file>

<file path=ppt/tags/tag788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789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</p:tagLst>
</file>

<file path=ppt/tags/tag790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791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</p:tagLst>
</file>

<file path=ppt/tags/tag792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</p:tagLst>
</file>

<file path=ppt/tags/tag79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79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795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796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</p:tagLst>
</file>

<file path=ppt/tags/tag797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798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</p:tagLst>
</file>

<file path=ppt/tags/tag799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800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80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80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803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</p:tagLst>
</file>

<file path=ppt/tags/tag804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</p:tagLst>
</file>

<file path=ppt/tags/tag805.xml><?xml version="1.0" encoding="utf-8"?>
<p:tagLst xmlns:p="http://schemas.openxmlformats.org/presentationml/2006/main">
  <p:tag name="KSO_WM_UNIT_TYPE" val="i"/>
  <p:tag name="KSO_WM_UNIT_INDEX" val="77"/>
  <p:tag name="KSO_WM_BEAUTIFY_FLAG" val="#wm#"/>
  <p:tag name="KSO_WM_TAG_VERSION" val="3.0"/>
</p:tagLst>
</file>

<file path=ppt/tags/tag806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</p:tagLst>
</file>

<file path=ppt/tags/tag807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</p:tagLst>
</file>

<file path=ppt/tags/tag808.xml><?xml version="1.0" encoding="utf-8"?>
<p:tagLst xmlns:p="http://schemas.openxmlformats.org/presentationml/2006/main">
  <p:tag name="KSO_WM_UNIT_TYPE" val="i"/>
  <p:tag name="KSO_WM_UNIT_INDEX" val="83"/>
  <p:tag name="KSO_WM_BEAUTIFY_FLAG" val="#wm#"/>
  <p:tag name="KSO_WM_TAG_VERSION" val="3.0"/>
</p:tagLst>
</file>

<file path=ppt/tags/tag809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810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811.xml><?xml version="1.0" encoding="utf-8"?>
<p:tagLst xmlns:p="http://schemas.openxmlformats.org/presentationml/2006/main">
  <p:tag name="KSO_WM_UNIT_TYPE" val="i"/>
  <p:tag name="KSO_WM_UNIT_INDEX" val="85"/>
  <p:tag name="KSO_WM_BEAUTIFY_FLAG" val="#wm#"/>
  <p:tag name="KSO_WM_TAG_VERSION" val="3.0"/>
</p:tagLst>
</file>

<file path=ppt/tags/tag812.xml><?xml version="1.0" encoding="utf-8"?>
<p:tagLst xmlns:p="http://schemas.openxmlformats.org/presentationml/2006/main">
  <p:tag name="KSO_WM_UNIT_TYPE" val="i"/>
  <p:tag name="KSO_WM_UNIT_INDEX" val="87"/>
  <p:tag name="KSO_WM_BEAUTIFY_FLAG" val="#wm#"/>
  <p:tag name="KSO_WM_TAG_VERSION" val="3.0"/>
</p:tagLst>
</file>

<file path=ppt/tags/tag813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814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815.xml><?xml version="1.0" encoding="utf-8"?>
<p:tagLst xmlns:p="http://schemas.openxmlformats.org/presentationml/2006/main">
  <p:tag name="KSO_WM_UNIT_TYPE" val="i"/>
  <p:tag name="KSO_WM_UNIT_INDEX" val="89"/>
  <p:tag name="KSO_WM_BEAUTIFY_FLAG" val="#wm#"/>
  <p:tag name="KSO_WM_TAG_VERSION" val="3.0"/>
</p:tagLst>
</file>

<file path=ppt/tags/tag816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817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818.xml><?xml version="1.0" encoding="utf-8"?>
<p:tagLst xmlns:p="http://schemas.openxmlformats.org/presentationml/2006/main">
  <p:tag name="KSO_WM_UNIT_TYPE" val="i"/>
  <p:tag name="KSO_WM_UNIT_INDEX" val="91"/>
  <p:tag name="KSO_WM_BEAUTIFY_FLAG" val="#wm#"/>
  <p:tag name="KSO_WM_TAG_VERSION" val="3.0"/>
</p:tagLst>
</file>

<file path=ppt/tags/tag819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820.xml><?xml version="1.0" encoding="utf-8"?>
<p:tagLst xmlns:p="http://schemas.openxmlformats.org/presentationml/2006/main">
  <p:tag name="KSO_WM_UNIT_TYPE" val="i"/>
  <p:tag name="KSO_WM_UNIT_INDEX" val="93"/>
  <p:tag name="KSO_WM_BEAUTIFY_FLAG" val="#wm#"/>
  <p:tag name="KSO_WM_TAG_VERSION" val="3.0"/>
</p:tagLst>
</file>

<file path=ppt/tags/tag821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822.xml><?xml version="1.0" encoding="utf-8"?>
<p:tagLst xmlns:p="http://schemas.openxmlformats.org/presentationml/2006/main">
  <p:tag name="KSO_WM_UNIT_TYPE" val="i"/>
  <p:tag name="KSO_WM_UNIT_INDEX" val="95"/>
  <p:tag name="KSO_WM_BEAUTIFY_FLAG" val="#wm#"/>
  <p:tag name="KSO_WM_TAG_VERSION" val="3.0"/>
</p:tagLst>
</file>

<file path=ppt/tags/tag823.xml><?xml version="1.0" encoding="utf-8"?>
<p:tagLst xmlns:p="http://schemas.openxmlformats.org/presentationml/2006/main">
  <p:tag name="KSO_WM_UNIT_TYPE" val="i"/>
  <p:tag name="KSO_WM_UNIT_INDEX" val="97"/>
  <p:tag name="KSO_WM_BEAUTIFY_FLAG" val="#wm#"/>
  <p:tag name="KSO_WM_TAG_VERSION" val="3.0"/>
</p:tagLst>
</file>

<file path=ppt/tags/tag824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825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826.xml><?xml version="1.0" encoding="utf-8"?>
<p:tagLst xmlns:p="http://schemas.openxmlformats.org/presentationml/2006/main">
  <p:tag name="KSO_WM_UNIT_TYPE" val="i"/>
  <p:tag name="KSO_WM_UNIT_INDEX" val="99"/>
  <p:tag name="KSO_WM_BEAUTIFY_FLAG" val="#wm#"/>
  <p:tag name="KSO_WM_TAG_VERSION" val="3.0"/>
</p:tagLst>
</file>

<file path=ppt/tags/tag827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828.xml><?xml version="1.0" encoding="utf-8"?>
<p:tagLst xmlns:p="http://schemas.openxmlformats.org/presentationml/2006/main">
  <p:tag name="KSO_WM_UNIT_TYPE" val="d"/>
  <p:tag name="KSO_WM_UNIT_INDEX" val="6"/>
  <p:tag name="KSO_WM_BEAUTIFY_FLAG" val="#wm#"/>
  <p:tag name="KSO_WM_TAG_VERSION" val="3.0"/>
</p:tagLst>
</file>

<file path=ppt/tags/tag829.xml><?xml version="1.0" encoding="utf-8"?>
<p:tagLst xmlns:p="http://schemas.openxmlformats.org/presentationml/2006/main">
  <p:tag name="KSO_WM_UNIT_TYPE" val="i"/>
  <p:tag name="KSO_WM_UNIT_INDEX" val="101"/>
  <p:tag name="KSO_WM_BEAUTIFY_FLAG" val="#wm#"/>
  <p:tag name="KSO_WM_TAG_VERSION" val="3.0"/>
</p:tagLst>
</file>

<file path=ppt/tags/tag830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831.xml><?xml version="1.0" encoding="utf-8"?>
<p:tagLst xmlns:p="http://schemas.openxmlformats.org/presentationml/2006/main">
  <p:tag name="KSO_WM_UNIT_TYPE" val="d"/>
  <p:tag name="KSO_WM_UNIT_INDEX" val="7"/>
  <p:tag name="KSO_WM_BEAUTIFY_FLAG" val="#wm#"/>
  <p:tag name="KSO_WM_TAG_VERSION" val="3.0"/>
</p:tagLst>
</file>

<file path=ppt/tags/tag832.xml><?xml version="1.0" encoding="utf-8"?>
<p:tagLst xmlns:p="http://schemas.openxmlformats.org/presentationml/2006/main">
  <p:tag name="KSO_WM_UNIT_TYPE" val="i"/>
  <p:tag name="KSO_WM_UNIT_INDEX" val="103"/>
  <p:tag name="KSO_WM_BEAUTIFY_FLAG" val="#wm#"/>
  <p:tag name="KSO_WM_TAG_VERSION" val="3.0"/>
</p:tagLst>
</file>

<file path=ppt/tags/tag833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834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8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3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3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83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3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4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84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4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heme/theme1.xml><?xml version="1.0" encoding="utf-8"?>
<a:theme xmlns:a="http://schemas.openxmlformats.org/drawingml/2006/main" name="1_WPS">
  <a:themeElements>
    <a:clrScheme name="">
      <a:dk1>
        <a:srgbClr val="FFFFFF"/>
      </a:dk1>
      <a:lt1>
        <a:srgbClr val="FFFFFF"/>
      </a:lt1>
      <a:dk2>
        <a:srgbClr val="1E4033"/>
      </a:dk2>
      <a:lt2>
        <a:srgbClr val="F4F6F5"/>
      </a:lt2>
      <a:accent1>
        <a:srgbClr val="2E8B57"/>
      </a:accent1>
      <a:accent2>
        <a:srgbClr val="F5A623"/>
      </a:accent2>
      <a:accent3>
        <a:srgbClr val="0F4C3A"/>
      </a:accent3>
      <a:accent4>
        <a:srgbClr val="4CB87E"/>
      </a:accent4>
      <a:accent5>
        <a:srgbClr val="D9A831"/>
      </a:accent5>
      <a:accent6>
        <a:srgbClr val="1F6B4A"/>
      </a:accent6>
      <a:hlink>
        <a:srgbClr val="FFFFFF"/>
      </a:hlink>
      <a:folHlink>
        <a:srgbClr val="FFFFFF"/>
      </a:folHlink>
    </a:clrScheme>
    <a:fontScheme name="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PS">
  <a:themeElements>
    <a:clrScheme name="">
      <a:dk1>
        <a:srgbClr val="FFFFFF"/>
      </a:dk1>
      <a:lt1>
        <a:srgbClr val="FFFFFF"/>
      </a:lt1>
      <a:dk2>
        <a:srgbClr val="1E4033"/>
      </a:dk2>
      <a:lt2>
        <a:srgbClr val="F4F6F5"/>
      </a:lt2>
      <a:accent1>
        <a:srgbClr val="2E8B57"/>
      </a:accent1>
      <a:accent2>
        <a:srgbClr val="F5A623"/>
      </a:accent2>
      <a:accent3>
        <a:srgbClr val="0F4C3A"/>
      </a:accent3>
      <a:accent4>
        <a:srgbClr val="4CB87E"/>
      </a:accent4>
      <a:accent5>
        <a:srgbClr val="D9A831"/>
      </a:accent5>
      <a:accent6>
        <a:srgbClr val="1F6B4A"/>
      </a:accent6>
      <a:hlink>
        <a:srgbClr val="FFFFFF"/>
      </a:hlink>
      <a:folHlink>
        <a:srgbClr val="FFFFFF"/>
      </a:folHlink>
    </a:clrScheme>
    <a:fontScheme name="WPS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3067</Words>
  <Application>WPS 演示</Application>
  <PresentationFormat>宽屏</PresentationFormat>
  <Paragraphs>810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44" baseType="lpstr">
      <vt:lpstr>Arial</vt:lpstr>
      <vt:lpstr>宋体</vt:lpstr>
      <vt:lpstr>Wingdings</vt:lpstr>
      <vt:lpstr>MiSans Demibold</vt:lpstr>
      <vt:lpstr>苹方-简</vt:lpstr>
      <vt:lpstr>MiSans Normal</vt:lpstr>
      <vt:lpstr>微软雅黑</vt:lpstr>
      <vt:lpstr>方正雅意黑 GB18030L2</vt:lpstr>
      <vt:lpstr>宋体</vt:lpstr>
      <vt:lpstr>Arial Unicode MS</vt:lpstr>
      <vt:lpstr>汉仪书宋二KW</vt:lpstr>
      <vt:lpstr>Calibri Light</vt:lpstr>
      <vt:lpstr>Helvetica Neue</vt:lpstr>
      <vt:lpstr>Calibri</vt:lpstr>
      <vt:lpstr>MiSans Demibold</vt:lpstr>
      <vt:lpstr>MiSans Normal</vt:lpstr>
      <vt:lpstr>微软雅黑</vt:lpstr>
      <vt:lpstr>1_WPS</vt:lpstr>
      <vt:lpstr>2_WPS</vt:lpstr>
      <vt:lpstr>3_WPS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徐小净ChericeXu</cp:lastModifiedBy>
  <cp:revision>1</cp:revision>
  <dcterms:created xsi:type="dcterms:W3CDTF">2026-09-17T03:12:02Z</dcterms:created>
  <dcterms:modified xsi:type="dcterms:W3CDTF">2026-09-17T03:12:02Z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91905FD441DCFBF6AD13996A714B170D_41</vt:lpwstr>
  </property>
  <property fmtid="{D5CDD505-2E9C-101B-9397-08002B2CF9AE}" pid="4" name="intentionCode">
    <vt:lpwstr>wps_wpp_generate_modify_newoutline</vt:lpwstr>
  </property>
  <property fmtid="{D5CDD505-2E9C-101B-9397-08002B2CF9AE}" pid="5" name="KSOAIPPTCode">
    <vt:lpwstr>CpICgJbOlTegClufx66MNZ1/Bm3PCpUduSZPZBlOJA42DUjBHAovUj58IcksS+9NBvDI9J2O03C+bhdvcWB1E7jjNHTEUTVBxk36A4FzmAS/jb6tswk7EcOont8Vsg5PGW4ANoTasHB4+PQzD3f9QpAJ5R6ISeFVg4R1Psr6DRqeKGRCzkvOCa6ClufrUg8BBZ7vjDBUxvHa7sFAC3++PGcJRg9fv7kogAUsAFhcIdY1X2ltmer8unnIq5bWE/Ubi7Ltop/A/lMGJ6xGSiOkVFvGrWBA6Tsp56nWWwBmGtqW2nn5RFmkz44E9YEJoYgKoj3Oao3DuPBRQiDu8GBWjw==</vt:lpwstr>
  </property>
</Properties>
</file>